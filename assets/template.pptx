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  <p:sldMasterId id="2147483672" r:id="rId2"/>
  </p:sldMasterIdLst>
  <p:notesMasterIdLst>
    <p:notesMasterId r:id="rId16"/>
  </p:notesMasterIdLst>
  <p:sldIdLst>
    <p:sldId id="7888" r:id="rId3"/>
    <p:sldId id="273" r:id="rId4"/>
    <p:sldId id="257" r:id="rId5"/>
    <p:sldId id="7924" r:id="rId6"/>
    <p:sldId id="8178" r:id="rId7"/>
    <p:sldId id="7775" r:id="rId8"/>
    <p:sldId id="289" r:id="rId9"/>
    <p:sldId id="259" r:id="rId10"/>
    <p:sldId id="290" r:id="rId11"/>
    <p:sldId id="8408" r:id="rId12"/>
    <p:sldId id="1242" r:id="rId13"/>
    <p:sldId id="7771" r:id="rId14"/>
    <p:sldId id="7780" r:id="rId15"/>
  </p:sldIdLst>
  <p:sldSz cx="12192000" cy="6858000"/>
  <p:notesSz cx="6858000" cy="9144000"/>
  <p:embeddedFontLst>
    <p:embeddedFont>
      <p:font typeface="Nunito" pitchFamily="2" charset="77"/>
      <p:regular r:id="rId17"/>
      <p:bold r:id="rId18"/>
      <p:italic r:id="rId19"/>
      <p:boldItalic r:id="rId20"/>
    </p:embeddedFont>
    <p:embeddedFont>
      <p:font typeface="Nunito ExtraBold" pitchFamily="2" charset="77"/>
      <p:bold r:id="rId21"/>
      <p:italic r:id="rId22"/>
      <p:boldItalic r:id="rId23"/>
    </p:embeddedFont>
    <p:embeddedFont>
      <p:font typeface="Nunito SemiBold" pitchFamily="2" charset="77"/>
      <p:regular r:id="rId24"/>
      <p:bold r:id="rId25"/>
      <p:italic r:id="rId26"/>
      <p:boldItalic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118"/>
    <p:restoredTop sz="85951"/>
  </p:normalViewPr>
  <p:slideViewPr>
    <p:cSldViewPr snapToGrid="0">
      <p:cViewPr>
        <p:scale>
          <a:sx n="53" d="100"/>
          <a:sy n="53" d="100"/>
        </p:scale>
        <p:origin x="240" y="83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4/9/26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AF325-DC84-2B80-1AC6-13AD6382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4879FE-484F-B537-538C-B3BC5C3BC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5A44D-B523-761B-6168-135824FA1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8531B-FA15-8F9D-6ED8-1FF1374FE7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91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EBCE9-614E-BAA7-FE40-A537F03A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AB4EA-F637-FBE5-28E1-7F504C601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8A87C-556D-6BC2-830F-EC4DC809B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95F4-F447-FA43-AFB1-306C87A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1399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F08D-B5EC-616A-8FB8-4BDC838D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0004A-BB7A-A14D-1ACA-0218E32E7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68228-077C-3DAD-80CC-258A32B32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81FB0-7224-0F49-C613-2CF390358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219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090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13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781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60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9871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8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68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90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579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5955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91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81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2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4/9/26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28CA476-8D6C-47BB-9FE5-A61BE27680E7}" type="datetimeFigureOut">
              <a:rPr lang="en-US" smtClean="0"/>
              <a:t>4/9/26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0459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8BCE3-C1BA-A15D-9568-603D7017D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F18262-913D-B93D-F8F1-C7D97DCFFBEE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Welcome and Announcements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0C856A9-9D13-4948-A106-8E15C064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508652F-577B-0A7A-0B31-5B4C672226FB}"/>
              </a:ext>
            </a:extLst>
          </p:cNvPr>
          <p:cNvGrpSpPr/>
          <p:nvPr/>
        </p:nvGrpSpPr>
        <p:grpSpPr>
          <a:xfrm>
            <a:off x="3489576" y="5886293"/>
            <a:ext cx="5212848" cy="703884"/>
            <a:chOff x="4185586" y="5828712"/>
            <a:chExt cx="5212848" cy="703884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094DC2A-7E96-57BE-2FC5-2F2441F6D78A}"/>
                </a:ext>
              </a:extLst>
            </p:cNvPr>
            <p:cNvSpPr/>
            <p:nvPr/>
          </p:nvSpPr>
          <p:spPr>
            <a:xfrm>
              <a:off x="4185586" y="5828712"/>
              <a:ext cx="5212848" cy="703884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lumMod val="70000"/>
                    <a:lumOff val="30000"/>
                    <a:alpha val="36105"/>
                  </a:schemeClr>
                </a:gs>
                <a:gs pos="100000">
                  <a:schemeClr val="bg1">
                    <a:lumMod val="85000"/>
                    <a:lumOff val="15000"/>
                  </a:schemeClr>
                </a:gs>
              </a:gsLst>
              <a:lin ang="4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b="1" dirty="0">
                  <a:solidFill>
                    <a:schemeClr val="tx1">
                      <a:lumMod val="85000"/>
                    </a:schemeClr>
                  </a:solidFill>
                  <a:latin typeface="Nunito" pitchFamily="2" charset="77"/>
                </a:rPr>
                <a:t>Please remember to mute your phone !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22DB8-BFD3-78E4-4605-083214628B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360181" y="5888944"/>
              <a:ext cx="583418" cy="583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852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5AD6-B6D2-4D97-40BE-610A2EBF3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9F5791-9974-9E1A-134A-3CDA2F3727AF}"/>
              </a:ext>
            </a:extLst>
          </p:cNvPr>
          <p:cNvSpPr txBox="1"/>
          <p:nvPr/>
        </p:nvSpPr>
        <p:spPr>
          <a:xfrm>
            <a:off x="731520" y="805911"/>
            <a:ext cx="7427287" cy="57149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Sermon: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defRPr/>
            </a:pPr>
            <a:r>
              <a:rPr lang="en-US" sz="7200" b="1" dirty="0">
                <a:latin typeface="Nunito ExtraBold" pitchFamily="2" charset="77"/>
                <a:cs typeface="Arial"/>
                <a:sym typeface="Arial"/>
              </a:rPr>
              <a:t>“God's Free Health Plan”</a:t>
            </a:r>
            <a:endParaRPr kumimoji="0" lang="en-US" sz="7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6" name="preacher">
            <a:extLst>
              <a:ext uri="{FF2B5EF4-FFF2-40B4-BE49-F238E27FC236}">
                <a16:creationId xmlns:a16="http://schemas.microsoft.com/office/drawing/2014/main" id="{BDF99ED0-2F27-778C-88D1-DE629D112340}"/>
              </a:ext>
            </a:extLst>
          </p:cNvPr>
          <p:cNvSpPr txBox="1"/>
          <p:nvPr/>
        </p:nvSpPr>
        <p:spPr>
          <a:xfrm>
            <a:off x="731519" y="5432987"/>
            <a:ext cx="10728961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4400" dirty="0">
                <a:solidFill>
                  <a:srgbClr val="FFFFFF"/>
                </a:solidFill>
                <a:latin typeface="Nunito ExtraBold"/>
              </a:rPr>
              <a:t>Maro </a:t>
            </a:r>
            <a:r>
              <a:rPr lang="en-US" sz="4400" dirty="0" err="1">
                <a:solidFill>
                  <a:srgbClr val="FFFFFF"/>
                </a:solidFill>
                <a:latin typeface="Nunito ExtraBold"/>
              </a:rPr>
              <a:t>Rakotondramiandra</a:t>
            </a:r>
            <a:endParaRPr lang="en-US" sz="4400" dirty="0">
              <a:solidFill>
                <a:srgbClr val="FFFFFF"/>
              </a:solidFill>
              <a:latin typeface="Nunito ExtraBold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13023A83-76C8-0060-6087-E7B77253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68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2BC0B-17C3-9938-E079-6E6DC34B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DE20F90-BCFF-AEDC-090F-8E36223CDC4A}"/>
              </a:ext>
            </a:extLst>
          </p:cNvPr>
          <p:cNvSpPr txBox="1">
            <a:spLocks/>
          </p:cNvSpPr>
          <p:nvPr/>
        </p:nvSpPr>
        <p:spPr>
          <a:xfrm>
            <a:off x="525778" y="598835"/>
            <a:ext cx="11140442" cy="1328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4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Donations, Tithes and offerings may be transferred to the ISDA church account</a:t>
            </a: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5C1FEA24-5D83-920F-FBB4-AF647538077D}"/>
              </a:ext>
            </a:extLst>
          </p:cNvPr>
          <p:cNvSpPr/>
          <p:nvPr/>
        </p:nvSpPr>
        <p:spPr>
          <a:xfrm>
            <a:off x="1562060" y="2125483"/>
            <a:ext cx="9067880" cy="1188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5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5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2DCA51A8-82B6-0454-7AEB-BAB0EA340704}"/>
              </a:ext>
            </a:extLst>
          </p:cNvPr>
          <p:cNvSpPr txBox="1"/>
          <p:nvPr/>
        </p:nvSpPr>
        <p:spPr>
          <a:xfrm>
            <a:off x="355488" y="3511919"/>
            <a:ext cx="11481023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Please indicate in Communication :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 Tithe or Offerings or Donations (mortgage)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01DE52E6-610E-1DDA-2EFC-571E2C3A404F}"/>
              </a:ext>
            </a:extLst>
          </p:cNvPr>
          <p:cNvSpPr txBox="1"/>
          <p:nvPr/>
        </p:nvSpPr>
        <p:spPr>
          <a:xfrm>
            <a:off x="2064327" y="5058877"/>
            <a:ext cx="806334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Today’s unallocated offerings will go towards </a:t>
            </a: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</a:p>
        </p:txBody>
      </p:sp>
    </p:spTree>
    <p:extLst>
      <p:ext uri="{BB962C8B-B14F-4D97-AF65-F5344CB8AC3E}">
        <p14:creationId xmlns:p14="http://schemas.microsoft.com/office/powerpoint/2010/main" val="18000528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C2B1D2E-8215-FE78-04B1-9804A4B2C868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06B6850A-DB78-60A9-E6D6-97BC9D59C2B4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BA9FBC8C-06AD-0FBD-67F6-9DA1F0D3A1DC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EA3929B7-3CA9-9B0A-EC06-885F3B13A4F0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6A8D165-5560-4677-8543-AF7D0B7FDF74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</p:txBody>
      </p:sp>
    </p:spTree>
    <p:extLst>
      <p:ext uri="{BB962C8B-B14F-4D97-AF65-F5344CB8AC3E}">
        <p14:creationId xmlns:p14="http://schemas.microsoft.com/office/powerpoint/2010/main" val="171760346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6BA86-B6F9-F48D-BBFF-761EF96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9509C28D-FA4C-A6CB-B7B7-DB0C07464B33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AD5F3A2B-157E-076C-9D3C-D2D4AA74947D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070951C2-FE32-228B-8B3F-4CBFC3FBDFCA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3E2F70C2-046C-EC83-99C1-627A25F6041D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87F6C0-62D3-31C1-E682-07DE0F2FC4F1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  <a:sym typeface="Times New Roman"/>
              </a:rPr>
              <a:t>now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now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</p:txBody>
      </p:sp>
    </p:spTree>
    <p:extLst>
      <p:ext uri="{BB962C8B-B14F-4D97-AF65-F5344CB8AC3E}">
        <p14:creationId xmlns:p14="http://schemas.microsoft.com/office/powerpoint/2010/main" val="3080763491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</TotalTime>
  <Words>349</Words>
  <Application>Microsoft Macintosh PowerPoint</Application>
  <PresentationFormat>Widescreen</PresentationFormat>
  <Paragraphs>66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Nunito</vt:lpstr>
      <vt:lpstr>Nunito ExtraBold</vt:lpstr>
      <vt:lpstr>Aptos Display</vt:lpstr>
      <vt:lpstr>Nunito SemiBold</vt:lpstr>
      <vt:lpstr>Arial</vt:lpstr>
      <vt:lpstr>Calibri</vt:lpstr>
      <vt:lpstr>Aptos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30</cp:revision>
  <dcterms:created xsi:type="dcterms:W3CDTF">2024-05-26T16:18:45Z</dcterms:created>
  <dcterms:modified xsi:type="dcterms:W3CDTF">2026-04-09T19:04:59Z</dcterms:modified>
  <cp:category/>
</cp:coreProperties>
</file>