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7"/>
  </p:notesMasterIdLst>
  <p:sldIdLst>
    <p:sldId id="7888" r:id="rId3"/>
    <p:sldId id="273" r:id="rId4"/>
    <p:sldId id="257" r:id="rId5"/>
    <p:sldId id="7924" r:id="rId6"/>
    <p:sldId id="8178" r:id="rId7"/>
    <p:sldId id="7889" r:id="rId8"/>
    <p:sldId id="7775" r:id="rId9"/>
    <p:sldId id="289" r:id="rId10"/>
    <p:sldId id="259" r:id="rId11"/>
    <p:sldId id="290" r:id="rId12"/>
    <p:sldId id="8408" r:id="rId13"/>
    <p:sldId id="1242" r:id="rId14"/>
    <p:sldId id="7771" r:id="rId15"/>
    <p:sldId id="7780" r:id="rId16"/>
  </p:sldIdLst>
  <p:sldSz cx="12192000" cy="6858000"/>
  <p:notesSz cx="6858000" cy="9144000"/>
  <p:embeddedFontLst>
    <p:embeddedFont>
      <p:font typeface="Nunito" pitchFamily="2" charset="77"/>
      <p:regular r:id="rId18"/>
      <p:bold r:id="rId19"/>
      <p:italic r:id="rId20"/>
      <p:boldItalic r:id="rId21"/>
    </p:embeddedFont>
    <p:embeddedFont>
      <p:font typeface="Nunito ExtraBold" pitchFamily="2" charset="77"/>
      <p:bold r:id="rId22"/>
      <p:italic r:id="rId23"/>
      <p:boldItalic r:id="rId24"/>
    </p:embeddedFont>
    <p:embeddedFont>
      <p:font typeface="Nunito SemiBold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5951"/>
  </p:normalViewPr>
  <p:slideViewPr>
    <p:cSldViewPr snapToGrid="0">
      <p:cViewPr varScale="1">
        <p:scale>
          <a:sx n="54" d="100"/>
          <a:sy n="54" d="100"/>
        </p:scale>
        <p:origin x="240" y="83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4/11/26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AF325-DC84-2B80-1AC6-13AD6382E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4879FE-484F-B537-538C-B3BC5C3BC6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5A44D-B523-761B-6168-135824FA1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8531B-FA15-8F9D-6ED8-1FF1374FE79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56918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767806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EBCE9-614E-BAA7-FE40-A537F03A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AB4EA-F637-FBE5-28E1-7F504C601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38A87C-556D-6BC2-830F-EC4DC809B7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95F4-F447-FA43-AFB1-306C87ACA5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813993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4/11/26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8BCE3-C1BA-A15D-9568-603D7017D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34F18262-913D-B93D-F8F1-C7D97DCFFBEE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Welcome and Announcements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0C856A9-9D13-4948-A106-8E15C06421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7508652F-577B-0A7A-0B31-5B4C672226FB}"/>
              </a:ext>
            </a:extLst>
          </p:cNvPr>
          <p:cNvGrpSpPr/>
          <p:nvPr/>
        </p:nvGrpSpPr>
        <p:grpSpPr>
          <a:xfrm>
            <a:off x="3489576" y="5886293"/>
            <a:ext cx="5212848" cy="703884"/>
            <a:chOff x="4185586" y="5828712"/>
            <a:chExt cx="5212848" cy="703884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D094DC2A-7E96-57BE-2FC5-2F2441F6D78A}"/>
                </a:ext>
              </a:extLst>
            </p:cNvPr>
            <p:cNvSpPr/>
            <p:nvPr/>
          </p:nvSpPr>
          <p:spPr>
            <a:xfrm>
              <a:off x="4185586" y="5828712"/>
              <a:ext cx="5212848" cy="703884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lumMod val="70000"/>
                    <a:lumOff val="30000"/>
                    <a:alpha val="36105"/>
                  </a:schemeClr>
                </a:gs>
                <a:gs pos="100000">
                  <a:schemeClr val="bg1">
                    <a:lumMod val="85000"/>
                    <a:lumOff val="15000"/>
                  </a:schemeClr>
                </a:gs>
              </a:gsLst>
              <a:lin ang="4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b="1" dirty="0">
                  <a:solidFill>
                    <a:schemeClr val="tx1">
                      <a:lumMod val="85000"/>
                    </a:schemeClr>
                  </a:solidFill>
                  <a:latin typeface="Nunito" pitchFamily="2" charset="77"/>
                </a:rPr>
                <a:t>Please remember to mute your phone !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0222DB8-BFD3-78E4-4605-083214628B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4360181" y="5888944"/>
              <a:ext cx="583418" cy="58341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8528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50000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50000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4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9" fill="hold">
                          <p:stCondLst>
                            <p:cond delay="indefinite"/>
                          </p:stCondLst>
                          <p:childTnLst>
                            <p:par>
                              <p:cTn id="10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1" presetID="10" presetClass="exit" presetSubtype="0" fill="hold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12" dur="500"/>
                                            <p:tgtEl>
                                              <p:spTgt spid="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3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41050907-58BA-8C78-87D9-1ACDB5372D42}"/>
              </a:ext>
            </a:extLst>
          </p:cNvPr>
          <p:cNvSpPr txBox="1"/>
          <p:nvPr/>
        </p:nvSpPr>
        <p:spPr>
          <a:xfrm>
            <a:off x="417094" y="151179"/>
            <a:ext cx="11357811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Membership Transfer in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Second reading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+mn-cs"/>
              </a:rPr>
              <a:t>Washington Denis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1" i="0" u="none" strike="noStrike" kern="120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ExtraBold" pitchFamily="2" charset="77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from 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Chuo </a:t>
            </a:r>
            <a:r>
              <a:rPr kumimoji="0" lang="en-US" sz="6000" b="1" i="0" u="none" strike="noStrike" kern="1200" cap="none" spc="0" normalizeH="0" baseline="0" noProof="0" dirty="0" err="1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Kikuu</a:t>
            </a:r>
            <a:r>
              <a:rPr kumimoji="0" lang="en-US" sz="60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20000"/>
                    <a:lumOff val="80000"/>
                  </a:scheme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</a:rPr>
              <a:t> SDA Church - Dar es Salaam, Tanzania</a:t>
            </a:r>
          </a:p>
        </p:txBody>
      </p:sp>
    </p:spTree>
    <p:extLst>
      <p:ext uri="{BB962C8B-B14F-4D97-AF65-F5344CB8AC3E}">
        <p14:creationId xmlns:p14="http://schemas.microsoft.com/office/powerpoint/2010/main" val="3474645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5AD6-B6D2-4D97-40BE-610A2EBF3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DF9F5791-9974-9E1A-134A-3CDA2F3727AF}"/>
              </a:ext>
            </a:extLst>
          </p:cNvPr>
          <p:cNvSpPr txBox="1"/>
          <p:nvPr/>
        </p:nvSpPr>
        <p:spPr>
          <a:xfrm>
            <a:off x="731520" y="805911"/>
            <a:ext cx="7427287" cy="571499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2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Sermon:</a:t>
            </a:r>
          </a:p>
          <a:p>
            <a:pPr lv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defRPr/>
            </a:pPr>
            <a:r>
              <a:rPr lang="en-US" sz="7200" b="1" dirty="0">
                <a:latin typeface="Nunito ExtraBold" pitchFamily="2" charset="77"/>
                <a:cs typeface="Arial"/>
                <a:sym typeface="Arial"/>
              </a:rPr>
              <a:t>“Sermon title”</a:t>
            </a:r>
            <a:endParaRPr kumimoji="0" lang="en-US" sz="7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6" name="preacher">
            <a:extLst>
              <a:ext uri="{FF2B5EF4-FFF2-40B4-BE49-F238E27FC236}">
                <a16:creationId xmlns:a16="http://schemas.microsoft.com/office/drawing/2014/main" id="{BDF99ED0-2F27-778C-88D1-DE629D112340}"/>
              </a:ext>
            </a:extLst>
          </p:cNvPr>
          <p:cNvSpPr txBox="1"/>
          <p:nvPr/>
        </p:nvSpPr>
        <p:spPr>
          <a:xfrm>
            <a:off x="731519" y="5432987"/>
            <a:ext cx="10728961" cy="76944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4400" dirty="0">
                <a:solidFill>
                  <a:srgbClr val="FFFFFF"/>
                </a:solidFill>
                <a:latin typeface="Nunito ExtraBold"/>
              </a:rPr>
              <a:t>Preacher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13023A83-76C8-0060-6087-E7B77253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682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328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4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Donations, Tithes and offerings may be transferred to the ISDA church account</a:t>
            </a: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355488" y="3511919"/>
            <a:ext cx="11481023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Communication :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 Tithe or Offerings or Donations (mortgage)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879</TotalTime>
  <Words>365</Words>
  <Application>Microsoft Macintosh PowerPoint</Application>
  <PresentationFormat>Widescreen</PresentationFormat>
  <Paragraphs>73</Paragraphs>
  <Slides>14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Nunito</vt:lpstr>
      <vt:lpstr>Arial</vt:lpstr>
      <vt:lpstr>Aptos Display</vt:lpstr>
      <vt:lpstr>Nunito ExtraBold</vt:lpstr>
      <vt:lpstr>Aptos</vt:lpstr>
      <vt:lpstr>Calibri</vt:lpstr>
      <vt:lpstr>Nunito SemiBold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33</cp:revision>
  <dcterms:created xsi:type="dcterms:W3CDTF">2024-05-26T16:18:45Z</dcterms:created>
  <dcterms:modified xsi:type="dcterms:W3CDTF">2026-04-11T20:53:18Z</dcterms:modified>
  <cp:category/>
</cp:coreProperties>
</file>