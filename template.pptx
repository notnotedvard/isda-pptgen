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notesMasterIdLst>
    <p:notesMasterId r:id="rId9"/>
  </p:notesMasterIdLst>
  <p:sldIdLst>
    <p:sldId id="292" r:id="rId2"/>
    <p:sldId id="273" r:id="rId3"/>
    <p:sldId id="257" r:id="rId4"/>
    <p:sldId id="289" r:id="rId5"/>
    <p:sldId id="259" r:id="rId6"/>
    <p:sldId id="290" r:id="rId7"/>
    <p:sldId id="7780" r:id="rId8"/>
  </p:sldIdLst>
  <p:sldSz cx="12192000" cy="6858000"/>
  <p:notesSz cx="6858000" cy="9144000"/>
  <p:embeddedFontLst>
    <p:embeddedFont>
      <p:font typeface="Nunito ExtraBold" pitchFamily="2" charset="77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88"/>
    <p:restoredTop sz="85978"/>
  </p:normalViewPr>
  <p:slideViewPr>
    <p:cSldViewPr snapToGrid="0">
      <p:cViewPr varScale="1">
        <p:scale>
          <a:sx n="66" d="100"/>
          <a:sy n="66" d="100"/>
        </p:scale>
        <p:origin x="200" y="824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21456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7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12/19/25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SDA Church Name">
            <a:extLst>
              <a:ext uri="{FF2B5EF4-FFF2-40B4-BE49-F238E27FC236}">
                <a16:creationId xmlns:a16="http://schemas.microsoft.com/office/drawing/2014/main" id="{D74394BE-5824-CEC3-DFF6-C9A1CE07F892}"/>
              </a:ext>
            </a:extLst>
          </p:cNvPr>
          <p:cNvSpPr/>
          <p:nvPr/>
        </p:nvSpPr>
        <p:spPr>
          <a:xfrm>
            <a:off x="2701693" y="2915494"/>
            <a:ext cx="6788614" cy="19283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sz="4400" b="1" dirty="0">
                <a:solidFill>
                  <a:schemeClr val="tx2">
                    <a:lumMod val="25000"/>
                    <a:lumOff val="75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Brussels International </a:t>
            </a:r>
            <a:r>
              <a:rPr lang="en-BE" sz="4400" b="1" dirty="0">
                <a:solidFill>
                  <a:schemeClr val="tx2">
                    <a:lumMod val="10000"/>
                    <a:lumOff val="9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Seventh Day Adventist Church</a:t>
            </a:r>
          </a:p>
        </p:txBody>
      </p:sp>
      <p:pic>
        <p:nvPicPr>
          <p:cNvPr id="3" name="Logo" descr="A logo with wings and a blue circle&#10;&#10;Description automatically generated">
            <a:extLst>
              <a:ext uri="{FF2B5EF4-FFF2-40B4-BE49-F238E27FC236}">
                <a16:creationId xmlns:a16="http://schemas.microsoft.com/office/drawing/2014/main" id="{EEC184F2-33E7-E5EB-2E29-311979453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281" y="1342067"/>
            <a:ext cx="1227438" cy="122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050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4148193" y="130649"/>
            <a:ext cx="3895618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with caption</a:t>
            </a: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457200" y="0"/>
            <a:ext cx="112776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 descr="A logo with wings and a blue circle&#10;&#10;Description automatically generated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969" y="1796969"/>
            <a:ext cx="3264061" cy="3264061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244</TotalTime>
  <Words>87</Words>
  <Application>Microsoft Macintosh PowerPoint</Application>
  <PresentationFormat>Widescreen</PresentationFormat>
  <Paragraphs>19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Calibri</vt:lpstr>
      <vt:lpstr>Nunito ExtraBold</vt:lpstr>
      <vt:lpstr>Aptos Display</vt:lpstr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20</cp:revision>
  <dcterms:created xsi:type="dcterms:W3CDTF">2024-05-26T16:18:45Z</dcterms:created>
  <dcterms:modified xsi:type="dcterms:W3CDTF">2025-12-19T15:59:13Z</dcterms:modified>
  <cp:category/>
</cp:coreProperties>
</file>