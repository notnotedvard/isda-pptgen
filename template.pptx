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10"/>
  </p:notesMasterIdLst>
  <p:sldIdLst>
    <p:sldId id="7888" r:id="rId2"/>
    <p:sldId id="273" r:id="rId3"/>
    <p:sldId id="257" r:id="rId4"/>
    <p:sldId id="7924" r:id="rId5"/>
    <p:sldId id="289" r:id="rId6"/>
    <p:sldId id="259" r:id="rId7"/>
    <p:sldId id="290" r:id="rId8"/>
    <p:sldId id="7780" r:id="rId9"/>
  </p:sldIdLst>
  <p:sldSz cx="12192000" cy="6858000"/>
  <p:notesSz cx="6858000" cy="9144000"/>
  <p:embeddedFontLst>
    <p:embeddedFont>
      <p:font typeface="Nunito ExtraBold" pitchFamily="2" charset="77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787"/>
    <p:restoredTop sz="85954"/>
  </p:normalViewPr>
  <p:slideViewPr>
    <p:cSldViewPr snapToGrid="0">
      <p:cViewPr>
        <p:scale>
          <a:sx n="46" d="100"/>
          <a:sy n="46" d="100"/>
        </p:scale>
        <p:origin x="1712" y="1256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4/4/26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1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3370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29EC3-8E50-0914-6B9A-76189787C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AA56A-C86F-5378-F7C5-100A40A354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845911-23FB-06F0-0015-A59CA27C0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E63F6-8119-C63B-7C93-5CD77CDAC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4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8837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21456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8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4/4/26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4EABF2B-F41D-ECA0-0FB6-5F20262E776A}"/>
              </a:ext>
            </a:extLst>
          </p:cNvPr>
          <p:cNvSpPr txBox="1"/>
          <p:nvPr/>
        </p:nvSpPr>
        <p:spPr>
          <a:xfrm>
            <a:off x="680847" y="525288"/>
            <a:ext cx="6832198" cy="397011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25000"/>
                    <a:lumOff val="75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</a:t>
            </a:r>
            <a:r>
              <a:rPr kumimoji="0" lang="en-US" sz="5400" b="1" u="none" strike="noStrike" kern="1200" cap="none" spc="0" normalizeH="0" baseline="0" noProof="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SEVENTH DAY ADVENTIST CHURCH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80DF60-B11C-9608-A6E5-910DAA70552C}"/>
              </a:ext>
            </a:extLst>
          </p:cNvPr>
          <p:cNvSpPr txBox="1"/>
          <p:nvPr/>
        </p:nvSpPr>
        <p:spPr>
          <a:xfrm>
            <a:off x="680847" y="5755854"/>
            <a:ext cx="52251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S</a:t>
            </a:r>
            <a:r>
              <a:rPr kumimoji="0" lang="en-US" sz="3200" b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t</a:t>
            </a:r>
            <a:r>
              <a:rPr kumimoji="0" lang="en-BE" sz="3200" b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unito ExtraBold" pitchFamily="2" charset="77"/>
                <a:ea typeface="Noto Sans Light" panose="020B0402040504020204" pitchFamily="34" charset="0"/>
                <a:cs typeface="Noto Sans Light" panose="020B0402040504020204" pitchFamily="34" charset="0"/>
                <a:sym typeface="Arial"/>
              </a:rPr>
              <a:t>arting at 10:45 am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485C30-3470-66E3-759D-FD5C090CF1FA}"/>
              </a:ext>
            </a:extLst>
          </p:cNvPr>
          <p:cNvSpPr txBox="1"/>
          <p:nvPr/>
        </p:nvSpPr>
        <p:spPr>
          <a:xfrm>
            <a:off x="5783371" y="5755854"/>
            <a:ext cx="5727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buClr>
                <a:srgbClr val="000000"/>
              </a:buClr>
              <a:defRPr/>
            </a:pP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24</a:t>
            </a:r>
            <a:r>
              <a:rPr lang="en-GB" sz="3200" b="1" baseline="30000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th</a:t>
            </a:r>
            <a:r>
              <a:rPr lang="en-GB" sz="3200" b="1" dirty="0">
                <a:solidFill>
                  <a:srgbClr val="FFFFFF"/>
                </a:solidFill>
                <a:latin typeface="Nunito ExtraBold" pitchFamily="2" charset="77"/>
                <a:ea typeface="Noto Sans ExtraLight" panose="020B0302040504020204" pitchFamily="34" charset="0"/>
                <a:cs typeface="Noto Sans ExtraLight" panose="020B0302040504020204" pitchFamily="34" charset="0"/>
                <a:sym typeface="Arial"/>
              </a:rPr>
              <a:t> January 2026</a:t>
            </a:r>
            <a:endParaRPr kumimoji="0" lang="en-BE" sz="3200" b="1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unito ExtraBold" pitchFamily="2" charset="77"/>
              <a:ea typeface="Noto Sans ExtraLight" panose="020B0302040504020204" pitchFamily="34" charset="0"/>
              <a:cs typeface="Noto Sans ExtraLight" panose="020B0302040504020204" pitchFamily="34" charset="0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8817C9-F47E-9C65-129F-E6F419C06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42516" y="1079792"/>
            <a:ext cx="3768637" cy="376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54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9358811" y="177973"/>
            <a:ext cx="2652916" cy="422713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r"/>
            <a:r>
              <a:rPr lang="en-BE" sz="2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</a:t>
            </a:r>
            <a:r>
              <a:rPr lang="en-BE" sz="2000" b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with caption</a:t>
            </a:r>
            <a:endParaRPr lang="en-BE" sz="20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C2485-0717-8D32-1019-4928F2379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74A4EF1-0AC4-7BAD-1880-AF59671ABCC1}"/>
              </a:ext>
            </a:extLst>
          </p:cNvPr>
          <p:cNvSpPr txBox="1"/>
          <p:nvPr/>
        </p:nvSpPr>
        <p:spPr>
          <a:xfrm>
            <a:off x="735710" y="1443941"/>
            <a:ext cx="7566245" cy="39701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GB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Nunito ExtraBold" pitchFamily="2" charset="77"/>
                <a:ea typeface="+mn-ea"/>
                <a:cs typeface="Arial"/>
                <a:sym typeface="Arial"/>
              </a:rPr>
              <a:t>Title with logo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45562F14-617D-DBFA-E2E8-F01177F7FD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308281" y="1803293"/>
            <a:ext cx="3251409" cy="32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42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457200" y="0"/>
            <a:ext cx="112776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253</TotalTime>
  <Words>101</Words>
  <Application>Microsoft Macintosh PowerPoint</Application>
  <PresentationFormat>Widescreen</PresentationFormat>
  <Paragraphs>24</Paragraphs>
  <Slides>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Aptos Display</vt:lpstr>
      <vt:lpstr>Calibri</vt:lpstr>
      <vt:lpstr>Aptos</vt:lpstr>
      <vt:lpstr>Nunito ExtraBold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23</cp:revision>
  <dcterms:created xsi:type="dcterms:W3CDTF">2024-05-26T16:18:45Z</dcterms:created>
  <dcterms:modified xsi:type="dcterms:W3CDTF">2026-04-04T15:48:46Z</dcterms:modified>
  <cp:category/>
</cp:coreProperties>
</file>