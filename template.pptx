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9"/>
  </p:notesMasterIdLst>
  <p:sldIdLst>
    <p:sldId id="292" r:id="rId2"/>
    <p:sldId id="273" r:id="rId3"/>
    <p:sldId id="257" r:id="rId4"/>
    <p:sldId id="289" r:id="rId5"/>
    <p:sldId id="259" r:id="rId6"/>
    <p:sldId id="290" r:id="rId7"/>
    <p:sldId id="7780" r:id="rId8"/>
  </p:sldIdLst>
  <p:sldSz cx="12192000" cy="6858000"/>
  <p:notesSz cx="6858000" cy="9144000"/>
  <p:embeddedFontLst>
    <p:embeddedFont>
      <p:font typeface="Nunito ExtraBold" pitchFamily="2" charset="77"/>
      <p:bold r:id="rId10"/>
      <p:italic r:id="rId11"/>
      <p:boldItalic r:id="rId12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151F"/>
    <a:srgbClr val="092100"/>
    <a:srgbClr val="001B27"/>
    <a:srgbClr val="39241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38"/>
    <p:restoredTop sz="85978"/>
  </p:normalViewPr>
  <p:slideViewPr>
    <p:cSldViewPr snapToGrid="0">
      <p:cViewPr varScale="1">
        <p:scale>
          <a:sx n="72" d="100"/>
          <a:sy n="72" d="100"/>
        </p:scale>
        <p:origin x="208" y="704"/>
      </p:cViewPr>
      <p:guideLst/>
    </p:cSldViewPr>
  </p:slideViewPr>
  <p:notesTextViewPr>
    <p:cViewPr>
      <p:scale>
        <a:sx n="110" d="100"/>
        <a:sy n="11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5A0C4A-3ED5-0346-BC57-93578252A034}" type="datetimeFigureOut">
              <a:rPr lang="en-BE" smtClean="0"/>
              <a:t>3/21/25</a:t>
            </a:fld>
            <a:endParaRPr lang="en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EFEEDD-7AE0-2545-865B-4637248A80C7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16696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EFEEDD-7AE0-2545-865B-4637248A80C7}" type="slidenum">
              <a:rPr lang="en-BE" smtClean="0"/>
              <a:t>2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3718672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4BD8B-4D95-9B68-B968-7266189E1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9C93E7-29F4-AD50-A580-08ACB6E2D9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3F85F7-3D7C-7D36-1CAE-AA1741C314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192FF9-8190-CFC2-18A4-3749A943E15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tabLst/>
              <a:defRPr/>
            </a:pPr>
            <a:fld id="{00000000-1234-1234-1234-123412341234}" type="slidenum">
              <a:rPr kumimoji="0" lang="en-GB" sz="1200" b="0" i="0" u="none" strike="noStrike" kern="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Calibri"/>
                <a:sym typeface="Calibri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  <a:tabLst/>
                <a:defRPr/>
              </a:pPr>
              <a:t>7</a:t>
            </a:fld>
            <a:endParaRPr kumimoji="0" lang="en-GB" sz="12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970681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31556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346844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shade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shade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shade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shade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4577366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051918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91185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090589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6500474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431368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0137844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851729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10227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6DF6E040-B977-3E44-A5D5-1DB941796BBD}" type="datetimeFigureOut">
              <a:rPr lang="en-BE" smtClean="0"/>
              <a:t>3/21/25</a:t>
            </a:fld>
            <a:endParaRPr lang="en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shade val="82000"/>
                  </a:schemeClr>
                </a:solidFill>
              </a:defRPr>
            </a:lvl1pPr>
          </a:lstStyle>
          <a:p>
            <a:fld id="{34865DB8-EE7C-A143-B09C-03F886FCE7BE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079191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SDA Church Name">
            <a:extLst>
              <a:ext uri="{FF2B5EF4-FFF2-40B4-BE49-F238E27FC236}">
                <a16:creationId xmlns:a16="http://schemas.microsoft.com/office/drawing/2014/main" id="{D74394BE-5824-CEC3-DFF6-C9A1CE07F892}"/>
              </a:ext>
            </a:extLst>
          </p:cNvPr>
          <p:cNvSpPr/>
          <p:nvPr/>
        </p:nvSpPr>
        <p:spPr>
          <a:xfrm>
            <a:off x="2701693" y="2915494"/>
            <a:ext cx="6788614" cy="192835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BE" sz="4400" b="1" dirty="0">
                <a:solidFill>
                  <a:schemeClr val="tx2">
                    <a:lumMod val="25000"/>
                    <a:lumOff val="75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Brussels International </a:t>
            </a:r>
            <a:r>
              <a:rPr lang="en-BE" sz="4400" b="1" dirty="0">
                <a:solidFill>
                  <a:schemeClr val="tx2">
                    <a:lumMod val="10000"/>
                    <a:lumOff val="9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Seventh Day Adventist Church</a:t>
            </a:r>
          </a:p>
        </p:txBody>
      </p:sp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EEC184F2-33E7-E5EB-2E29-3119794536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2281" y="1342067"/>
            <a:ext cx="1227438" cy="122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04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tion">
            <a:extLst>
              <a:ext uri="{FF2B5EF4-FFF2-40B4-BE49-F238E27FC236}">
                <a16:creationId xmlns:a16="http://schemas.microsoft.com/office/drawing/2014/main" id="{35D759B7-8A71-C4BA-6000-179876CB0B7A}"/>
              </a:ext>
            </a:extLst>
          </p:cNvPr>
          <p:cNvSpPr/>
          <p:nvPr/>
        </p:nvSpPr>
        <p:spPr>
          <a:xfrm>
            <a:off x="4148193" y="130649"/>
            <a:ext cx="3895618" cy="5847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 anchor="ctr">
            <a:sp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Media with caption</a:t>
            </a:r>
          </a:p>
        </p:txBody>
      </p:sp>
    </p:spTree>
    <p:extLst>
      <p:ext uri="{BB962C8B-B14F-4D97-AF65-F5344CB8AC3E}">
        <p14:creationId xmlns:p14="http://schemas.microsoft.com/office/powerpoint/2010/main" val="328195878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74988" y="0"/>
            <a:ext cx="11042048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Simple title</a:t>
            </a:r>
          </a:p>
        </p:txBody>
      </p:sp>
    </p:spTree>
    <p:extLst>
      <p:ext uri="{BB962C8B-B14F-4D97-AF65-F5344CB8AC3E}">
        <p14:creationId xmlns:p14="http://schemas.microsoft.com/office/powerpoint/2010/main" val="33398990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ng_title">
            <a:extLst>
              <a:ext uri="{FF2B5EF4-FFF2-40B4-BE49-F238E27FC236}">
                <a16:creationId xmlns:a16="http://schemas.microsoft.com/office/drawing/2014/main" id="{7387D622-4B34-BFA5-FF6F-680077160F2E}"/>
              </a:ext>
            </a:extLst>
          </p:cNvPr>
          <p:cNvSpPr/>
          <p:nvPr/>
        </p:nvSpPr>
        <p:spPr>
          <a:xfrm>
            <a:off x="533424" y="0"/>
            <a:ext cx="1112517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BE" sz="32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#123</a:t>
            </a:r>
          </a:p>
          <a:p>
            <a:pPr algn="ctr"/>
            <a:r>
              <a:rPr lang="en-BE" sz="60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Song title</a:t>
            </a:r>
          </a:p>
        </p:txBody>
      </p:sp>
    </p:spTree>
    <p:extLst>
      <p:ext uri="{BB962C8B-B14F-4D97-AF65-F5344CB8AC3E}">
        <p14:creationId xmlns:p14="http://schemas.microsoft.com/office/powerpoint/2010/main" val="26677677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horus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54182" y="0"/>
            <a:ext cx="11083636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Chorus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My Jesus, my </a:t>
            </a:r>
            <a:r>
              <a:rPr lang="en-GB" sz="4400" b="1" dirty="0" err="1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Savior</a:t>
            </a:r>
            <a:endParaRPr lang="en-GB" sz="4400" b="1" dirty="0">
              <a:solidFill>
                <a:schemeClr val="tx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Lord there is none like You this line is so long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All of my days, I want to praise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The wonders of Your mighty 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love</a:t>
            </a:r>
          </a:p>
        </p:txBody>
      </p:sp>
    </p:spTree>
    <p:extLst>
      <p:ext uri="{BB962C8B-B14F-4D97-AF65-F5344CB8AC3E}">
        <p14:creationId xmlns:p14="http://schemas.microsoft.com/office/powerpoint/2010/main" val="161397226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cripture">
            <a:extLst>
              <a:ext uri="{FF2B5EF4-FFF2-40B4-BE49-F238E27FC236}">
                <a16:creationId xmlns:a16="http://schemas.microsoft.com/office/drawing/2014/main" id="{76A66127-7020-B7D7-2FE5-26E369C2DC9A}"/>
              </a:ext>
            </a:extLst>
          </p:cNvPr>
          <p:cNvSpPr/>
          <p:nvPr/>
        </p:nvSpPr>
        <p:spPr>
          <a:xfrm>
            <a:off x="533400" y="0"/>
            <a:ext cx="11125200" cy="579161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baseline="30000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23</a:t>
            </a:r>
            <a:r>
              <a:rPr lang="en-GB" sz="4400" b="1" dirty="0">
                <a:solidFill>
                  <a:schemeClr val="bg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 </a:t>
            </a:r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For the wages of sin is death, but the</a:t>
            </a:r>
          </a:p>
          <a:p>
            <a:pPr algn="ctr"/>
            <a:r>
              <a:rPr lang="en-GB" sz="4400" b="1" dirty="0">
                <a:solidFill>
                  <a:schemeClr val="tx1"/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gift of God is eternal life in Christ Jesus our Lord.</a:t>
            </a:r>
          </a:p>
        </p:txBody>
      </p:sp>
      <p:sp>
        <p:nvSpPr>
          <p:cNvPr id="3" name="reference">
            <a:extLst>
              <a:ext uri="{FF2B5EF4-FFF2-40B4-BE49-F238E27FC236}">
                <a16:creationId xmlns:a16="http://schemas.microsoft.com/office/drawing/2014/main" id="{75976BDE-8534-816D-526B-858A96B91F29}"/>
              </a:ext>
            </a:extLst>
          </p:cNvPr>
          <p:cNvSpPr/>
          <p:nvPr/>
        </p:nvSpPr>
        <p:spPr>
          <a:xfrm>
            <a:off x="0" y="5791610"/>
            <a:ext cx="12192000" cy="9767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dirty="0">
                <a:solidFill>
                  <a:schemeClr val="accent5">
                    <a:lumMod val="20000"/>
                    <a:lumOff val="80000"/>
                  </a:schemeClr>
                </a:solidFill>
                <a:latin typeface="Nunito ExtraBold" pitchFamily="2" charset="77"/>
                <a:ea typeface="Change" pitchFamily="2" charset="0"/>
                <a:cs typeface="Modak" pitchFamily="2" charset="77"/>
              </a:rPr>
              <a:t>Romans 6:23, NKJV</a:t>
            </a:r>
            <a:endParaRPr lang="en-GB" sz="3200" b="1" dirty="0">
              <a:solidFill>
                <a:schemeClr val="bg1"/>
              </a:solidFill>
              <a:latin typeface="Nunito ExtraBold" pitchFamily="2" charset="77"/>
              <a:ea typeface="Change" pitchFamily="2" charset="0"/>
              <a:cs typeface="Modak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39895945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A5C05-8DFD-C5BB-0C3F-784CC5F94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 descr="A logo with wings and a blue circle&#10;&#10;Description automatically generated">
            <a:extLst>
              <a:ext uri="{FF2B5EF4-FFF2-40B4-BE49-F238E27FC236}">
                <a16:creationId xmlns:a16="http://schemas.microsoft.com/office/drawing/2014/main" id="{6F64EB4C-E152-1891-7A68-955BA57FE92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969" y="1796969"/>
            <a:ext cx="3264061" cy="3264061"/>
          </a:xfrm>
          <a:prstGeom prst="rect">
            <a:avLst/>
          </a:prstGeom>
        </p:spPr>
      </p:pic>
      <p:sp>
        <p:nvSpPr>
          <p:cNvPr id="15" name="Freeform 14">
            <a:extLst>
              <a:ext uri="{FF2B5EF4-FFF2-40B4-BE49-F238E27FC236}">
                <a16:creationId xmlns:a16="http://schemas.microsoft.com/office/drawing/2014/main" id="{84AB63A7-7E03-D610-A385-6322B7C7C6C3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E4D677F6-A7DA-08EB-1E23-54FDEF6FB8E2}"/>
              </a:ext>
            </a:extLst>
          </p:cNvPr>
          <p:cNvSpPr/>
          <p:nvPr/>
        </p:nvSpPr>
        <p:spPr>
          <a:xfrm>
            <a:off x="1080796" y="2225349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83022 h 2407299"/>
              <a:gd name="connsiteX2" fmla="*/ 83022 w 2407299"/>
              <a:gd name="connsiteY2" fmla="*/ 83022 h 2407299"/>
              <a:gd name="connsiteX3" fmla="*/ 83022 w 2407299"/>
              <a:gd name="connsiteY3" fmla="*/ 0 h 2407299"/>
              <a:gd name="connsiteX4" fmla="*/ 0 w 2407299"/>
              <a:gd name="connsiteY4" fmla="*/ 0 h 2407299"/>
              <a:gd name="connsiteX5" fmla="*/ 83022 w 2407299"/>
              <a:gd name="connsiteY5" fmla="*/ 0 h 2407299"/>
              <a:gd name="connsiteX6" fmla="*/ 83022 w 2407299"/>
              <a:gd name="connsiteY6" fmla="*/ 83022 h 2407299"/>
              <a:gd name="connsiteX7" fmla="*/ 166013 w 2407299"/>
              <a:gd name="connsiteY7" fmla="*/ 83022 h 2407299"/>
              <a:gd name="connsiteX8" fmla="*/ 166013 w 2407299"/>
              <a:gd name="connsiteY8" fmla="*/ 0 h 2407299"/>
              <a:gd name="connsiteX9" fmla="*/ 83022 w 2407299"/>
              <a:gd name="connsiteY9" fmla="*/ 0 h 2407299"/>
              <a:gd name="connsiteX10" fmla="*/ 166013 w 2407299"/>
              <a:gd name="connsiteY10" fmla="*/ 0 h 2407299"/>
              <a:gd name="connsiteX11" fmla="*/ 166013 w 2407299"/>
              <a:gd name="connsiteY11" fmla="*/ 83022 h 2407299"/>
              <a:gd name="connsiteX12" fmla="*/ 249035 w 2407299"/>
              <a:gd name="connsiteY12" fmla="*/ 83022 h 2407299"/>
              <a:gd name="connsiteX13" fmla="*/ 249035 w 2407299"/>
              <a:gd name="connsiteY13" fmla="*/ 0 h 2407299"/>
              <a:gd name="connsiteX14" fmla="*/ 166013 w 2407299"/>
              <a:gd name="connsiteY14" fmla="*/ 0 h 2407299"/>
              <a:gd name="connsiteX15" fmla="*/ 249035 w 2407299"/>
              <a:gd name="connsiteY15" fmla="*/ 0 h 2407299"/>
              <a:gd name="connsiteX16" fmla="*/ 249035 w 2407299"/>
              <a:gd name="connsiteY16" fmla="*/ 83022 h 2407299"/>
              <a:gd name="connsiteX17" fmla="*/ 332027 w 2407299"/>
              <a:gd name="connsiteY17" fmla="*/ 83022 h 2407299"/>
              <a:gd name="connsiteX18" fmla="*/ 332027 w 2407299"/>
              <a:gd name="connsiteY18" fmla="*/ 0 h 2407299"/>
              <a:gd name="connsiteX19" fmla="*/ 249035 w 2407299"/>
              <a:gd name="connsiteY19" fmla="*/ 0 h 2407299"/>
              <a:gd name="connsiteX20" fmla="*/ 332027 w 2407299"/>
              <a:gd name="connsiteY20" fmla="*/ 0 h 2407299"/>
              <a:gd name="connsiteX21" fmla="*/ 332027 w 2407299"/>
              <a:gd name="connsiteY21" fmla="*/ 83022 h 2407299"/>
              <a:gd name="connsiteX22" fmla="*/ 415048 w 2407299"/>
              <a:gd name="connsiteY22" fmla="*/ 83022 h 2407299"/>
              <a:gd name="connsiteX23" fmla="*/ 415048 w 2407299"/>
              <a:gd name="connsiteY23" fmla="*/ 0 h 2407299"/>
              <a:gd name="connsiteX24" fmla="*/ 332027 w 2407299"/>
              <a:gd name="connsiteY24" fmla="*/ 0 h 2407299"/>
              <a:gd name="connsiteX25" fmla="*/ 415048 w 2407299"/>
              <a:gd name="connsiteY25" fmla="*/ 0 h 2407299"/>
              <a:gd name="connsiteX26" fmla="*/ 415048 w 2407299"/>
              <a:gd name="connsiteY26" fmla="*/ 83022 h 2407299"/>
              <a:gd name="connsiteX27" fmla="*/ 498070 w 2407299"/>
              <a:gd name="connsiteY27" fmla="*/ 83022 h 2407299"/>
              <a:gd name="connsiteX28" fmla="*/ 498070 w 2407299"/>
              <a:gd name="connsiteY28" fmla="*/ 0 h 2407299"/>
              <a:gd name="connsiteX29" fmla="*/ 415048 w 2407299"/>
              <a:gd name="connsiteY29" fmla="*/ 0 h 2407299"/>
              <a:gd name="connsiteX30" fmla="*/ 498070 w 2407299"/>
              <a:gd name="connsiteY30" fmla="*/ 0 h 2407299"/>
              <a:gd name="connsiteX31" fmla="*/ 498070 w 2407299"/>
              <a:gd name="connsiteY31" fmla="*/ 83022 h 2407299"/>
              <a:gd name="connsiteX32" fmla="*/ 581062 w 2407299"/>
              <a:gd name="connsiteY32" fmla="*/ 83022 h 2407299"/>
              <a:gd name="connsiteX33" fmla="*/ 581062 w 2407299"/>
              <a:gd name="connsiteY33" fmla="*/ 0 h 2407299"/>
              <a:gd name="connsiteX34" fmla="*/ 498070 w 2407299"/>
              <a:gd name="connsiteY34" fmla="*/ 0 h 2407299"/>
              <a:gd name="connsiteX35" fmla="*/ 664084 w 2407299"/>
              <a:gd name="connsiteY35" fmla="*/ 0 h 2407299"/>
              <a:gd name="connsiteX36" fmla="*/ 664084 w 2407299"/>
              <a:gd name="connsiteY36" fmla="*/ 83022 h 2407299"/>
              <a:gd name="connsiteX37" fmla="*/ 747105 w 2407299"/>
              <a:gd name="connsiteY37" fmla="*/ 83022 h 2407299"/>
              <a:gd name="connsiteX38" fmla="*/ 747105 w 2407299"/>
              <a:gd name="connsiteY38" fmla="*/ 0 h 2407299"/>
              <a:gd name="connsiteX39" fmla="*/ 664084 w 2407299"/>
              <a:gd name="connsiteY39" fmla="*/ 0 h 2407299"/>
              <a:gd name="connsiteX40" fmla="*/ 747105 w 2407299"/>
              <a:gd name="connsiteY40" fmla="*/ 0 h 2407299"/>
              <a:gd name="connsiteX41" fmla="*/ 747105 w 2407299"/>
              <a:gd name="connsiteY41" fmla="*/ 83022 h 2407299"/>
              <a:gd name="connsiteX42" fmla="*/ 830097 w 2407299"/>
              <a:gd name="connsiteY42" fmla="*/ 83022 h 2407299"/>
              <a:gd name="connsiteX43" fmla="*/ 830097 w 2407299"/>
              <a:gd name="connsiteY43" fmla="*/ 0 h 2407299"/>
              <a:gd name="connsiteX44" fmla="*/ 747105 w 2407299"/>
              <a:gd name="connsiteY44" fmla="*/ 0 h 2407299"/>
              <a:gd name="connsiteX45" fmla="*/ 830097 w 2407299"/>
              <a:gd name="connsiteY45" fmla="*/ 0 h 2407299"/>
              <a:gd name="connsiteX46" fmla="*/ 830097 w 2407299"/>
              <a:gd name="connsiteY46" fmla="*/ 83022 h 2407299"/>
              <a:gd name="connsiteX47" fmla="*/ 913119 w 2407299"/>
              <a:gd name="connsiteY47" fmla="*/ 83022 h 2407299"/>
              <a:gd name="connsiteX48" fmla="*/ 913119 w 2407299"/>
              <a:gd name="connsiteY48" fmla="*/ 0 h 2407299"/>
              <a:gd name="connsiteX49" fmla="*/ 830097 w 2407299"/>
              <a:gd name="connsiteY49" fmla="*/ 0 h 2407299"/>
              <a:gd name="connsiteX50" fmla="*/ 996110 w 2407299"/>
              <a:gd name="connsiteY50" fmla="*/ 0 h 2407299"/>
              <a:gd name="connsiteX51" fmla="*/ 996110 w 2407299"/>
              <a:gd name="connsiteY51" fmla="*/ 83022 h 2407299"/>
              <a:gd name="connsiteX52" fmla="*/ 1079132 w 2407299"/>
              <a:gd name="connsiteY52" fmla="*/ 83022 h 2407299"/>
              <a:gd name="connsiteX53" fmla="*/ 1079132 w 2407299"/>
              <a:gd name="connsiteY53" fmla="*/ 0 h 2407299"/>
              <a:gd name="connsiteX54" fmla="*/ 996110 w 2407299"/>
              <a:gd name="connsiteY54" fmla="*/ 0 h 2407299"/>
              <a:gd name="connsiteX55" fmla="*/ 1079132 w 2407299"/>
              <a:gd name="connsiteY55" fmla="*/ 0 h 2407299"/>
              <a:gd name="connsiteX56" fmla="*/ 1079132 w 2407299"/>
              <a:gd name="connsiteY56" fmla="*/ 83022 h 2407299"/>
              <a:gd name="connsiteX57" fmla="*/ 1162154 w 2407299"/>
              <a:gd name="connsiteY57" fmla="*/ 83022 h 2407299"/>
              <a:gd name="connsiteX58" fmla="*/ 1162154 w 2407299"/>
              <a:gd name="connsiteY58" fmla="*/ 0 h 2407299"/>
              <a:gd name="connsiteX59" fmla="*/ 1079132 w 2407299"/>
              <a:gd name="connsiteY59" fmla="*/ 0 h 2407299"/>
              <a:gd name="connsiteX60" fmla="*/ 1411189 w 2407299"/>
              <a:gd name="connsiteY60" fmla="*/ 0 h 2407299"/>
              <a:gd name="connsiteX61" fmla="*/ 1411189 w 2407299"/>
              <a:gd name="connsiteY61" fmla="*/ 83022 h 2407299"/>
              <a:gd name="connsiteX62" fmla="*/ 1494180 w 2407299"/>
              <a:gd name="connsiteY62" fmla="*/ 83022 h 2407299"/>
              <a:gd name="connsiteX63" fmla="*/ 1494180 w 2407299"/>
              <a:gd name="connsiteY63" fmla="*/ 0 h 2407299"/>
              <a:gd name="connsiteX64" fmla="*/ 1411189 w 2407299"/>
              <a:gd name="connsiteY64" fmla="*/ 0 h 2407299"/>
              <a:gd name="connsiteX65" fmla="*/ 1494180 w 2407299"/>
              <a:gd name="connsiteY65" fmla="*/ 0 h 2407299"/>
              <a:gd name="connsiteX66" fmla="*/ 1494180 w 2407299"/>
              <a:gd name="connsiteY66" fmla="*/ 83022 h 2407299"/>
              <a:gd name="connsiteX67" fmla="*/ 1577202 w 2407299"/>
              <a:gd name="connsiteY67" fmla="*/ 83022 h 2407299"/>
              <a:gd name="connsiteX68" fmla="*/ 1577202 w 2407299"/>
              <a:gd name="connsiteY68" fmla="*/ 0 h 2407299"/>
              <a:gd name="connsiteX69" fmla="*/ 1494180 w 2407299"/>
              <a:gd name="connsiteY69" fmla="*/ 0 h 2407299"/>
              <a:gd name="connsiteX70" fmla="*/ 1577202 w 2407299"/>
              <a:gd name="connsiteY70" fmla="*/ 0 h 2407299"/>
              <a:gd name="connsiteX71" fmla="*/ 1577202 w 2407299"/>
              <a:gd name="connsiteY71" fmla="*/ 83022 h 2407299"/>
              <a:gd name="connsiteX72" fmla="*/ 1660194 w 2407299"/>
              <a:gd name="connsiteY72" fmla="*/ 83022 h 2407299"/>
              <a:gd name="connsiteX73" fmla="*/ 1660194 w 2407299"/>
              <a:gd name="connsiteY73" fmla="*/ 0 h 2407299"/>
              <a:gd name="connsiteX74" fmla="*/ 1577202 w 2407299"/>
              <a:gd name="connsiteY74" fmla="*/ 0 h 2407299"/>
              <a:gd name="connsiteX75" fmla="*/ 1660194 w 2407299"/>
              <a:gd name="connsiteY75" fmla="*/ 0 h 2407299"/>
              <a:gd name="connsiteX76" fmla="*/ 1660194 w 2407299"/>
              <a:gd name="connsiteY76" fmla="*/ 83022 h 2407299"/>
              <a:gd name="connsiteX77" fmla="*/ 1743216 w 2407299"/>
              <a:gd name="connsiteY77" fmla="*/ 83022 h 2407299"/>
              <a:gd name="connsiteX78" fmla="*/ 1743216 w 2407299"/>
              <a:gd name="connsiteY78" fmla="*/ 0 h 2407299"/>
              <a:gd name="connsiteX79" fmla="*/ 1660194 w 2407299"/>
              <a:gd name="connsiteY79" fmla="*/ 0 h 2407299"/>
              <a:gd name="connsiteX80" fmla="*/ 1826237 w 2407299"/>
              <a:gd name="connsiteY80" fmla="*/ 0 h 2407299"/>
              <a:gd name="connsiteX81" fmla="*/ 1826237 w 2407299"/>
              <a:gd name="connsiteY81" fmla="*/ 83022 h 2407299"/>
              <a:gd name="connsiteX82" fmla="*/ 1909229 w 2407299"/>
              <a:gd name="connsiteY82" fmla="*/ 83022 h 2407299"/>
              <a:gd name="connsiteX83" fmla="*/ 1909229 w 2407299"/>
              <a:gd name="connsiteY83" fmla="*/ 0 h 2407299"/>
              <a:gd name="connsiteX84" fmla="*/ 1826237 w 2407299"/>
              <a:gd name="connsiteY84" fmla="*/ 0 h 2407299"/>
              <a:gd name="connsiteX85" fmla="*/ 1909229 w 2407299"/>
              <a:gd name="connsiteY85" fmla="*/ 0 h 2407299"/>
              <a:gd name="connsiteX86" fmla="*/ 1909229 w 2407299"/>
              <a:gd name="connsiteY86" fmla="*/ 83022 h 2407299"/>
              <a:gd name="connsiteX87" fmla="*/ 1992251 w 2407299"/>
              <a:gd name="connsiteY87" fmla="*/ 83022 h 2407299"/>
              <a:gd name="connsiteX88" fmla="*/ 1992251 w 2407299"/>
              <a:gd name="connsiteY88" fmla="*/ 0 h 2407299"/>
              <a:gd name="connsiteX89" fmla="*/ 1909229 w 2407299"/>
              <a:gd name="connsiteY89" fmla="*/ 0 h 2407299"/>
              <a:gd name="connsiteX90" fmla="*/ 1992251 w 2407299"/>
              <a:gd name="connsiteY90" fmla="*/ 0 h 2407299"/>
              <a:gd name="connsiteX91" fmla="*/ 1992251 w 2407299"/>
              <a:gd name="connsiteY91" fmla="*/ 83022 h 2407299"/>
              <a:gd name="connsiteX92" fmla="*/ 2075272 w 2407299"/>
              <a:gd name="connsiteY92" fmla="*/ 83022 h 2407299"/>
              <a:gd name="connsiteX93" fmla="*/ 2075272 w 2407299"/>
              <a:gd name="connsiteY93" fmla="*/ 0 h 2407299"/>
              <a:gd name="connsiteX94" fmla="*/ 1992251 w 2407299"/>
              <a:gd name="connsiteY94" fmla="*/ 0 h 2407299"/>
              <a:gd name="connsiteX95" fmla="*/ 2075272 w 2407299"/>
              <a:gd name="connsiteY95" fmla="*/ 0 h 2407299"/>
              <a:gd name="connsiteX96" fmla="*/ 2075272 w 2407299"/>
              <a:gd name="connsiteY96" fmla="*/ 83022 h 2407299"/>
              <a:gd name="connsiteX97" fmla="*/ 2158264 w 2407299"/>
              <a:gd name="connsiteY97" fmla="*/ 83022 h 2407299"/>
              <a:gd name="connsiteX98" fmla="*/ 2158264 w 2407299"/>
              <a:gd name="connsiteY98" fmla="*/ 0 h 2407299"/>
              <a:gd name="connsiteX99" fmla="*/ 2075272 w 2407299"/>
              <a:gd name="connsiteY99" fmla="*/ 0 h 2407299"/>
              <a:gd name="connsiteX100" fmla="*/ 2158264 w 2407299"/>
              <a:gd name="connsiteY100" fmla="*/ 0 h 2407299"/>
              <a:gd name="connsiteX101" fmla="*/ 2158264 w 2407299"/>
              <a:gd name="connsiteY101" fmla="*/ 83022 h 2407299"/>
              <a:gd name="connsiteX102" fmla="*/ 2241286 w 2407299"/>
              <a:gd name="connsiteY102" fmla="*/ 83022 h 2407299"/>
              <a:gd name="connsiteX103" fmla="*/ 2241286 w 2407299"/>
              <a:gd name="connsiteY103" fmla="*/ 0 h 2407299"/>
              <a:gd name="connsiteX104" fmla="*/ 2158264 w 2407299"/>
              <a:gd name="connsiteY104" fmla="*/ 0 h 2407299"/>
              <a:gd name="connsiteX105" fmla="*/ 2241286 w 2407299"/>
              <a:gd name="connsiteY105" fmla="*/ 0 h 2407299"/>
              <a:gd name="connsiteX106" fmla="*/ 2241286 w 2407299"/>
              <a:gd name="connsiteY106" fmla="*/ 83022 h 2407299"/>
              <a:gd name="connsiteX107" fmla="*/ 2324277 w 2407299"/>
              <a:gd name="connsiteY107" fmla="*/ 83022 h 2407299"/>
              <a:gd name="connsiteX108" fmla="*/ 2324277 w 2407299"/>
              <a:gd name="connsiteY108" fmla="*/ 0 h 2407299"/>
              <a:gd name="connsiteX109" fmla="*/ 2241286 w 2407299"/>
              <a:gd name="connsiteY109" fmla="*/ 0 h 2407299"/>
              <a:gd name="connsiteX110" fmla="*/ 2324277 w 2407299"/>
              <a:gd name="connsiteY110" fmla="*/ 0 h 2407299"/>
              <a:gd name="connsiteX111" fmla="*/ 2324277 w 2407299"/>
              <a:gd name="connsiteY111" fmla="*/ 83022 h 2407299"/>
              <a:gd name="connsiteX112" fmla="*/ 2407299 w 2407299"/>
              <a:gd name="connsiteY112" fmla="*/ 83022 h 2407299"/>
              <a:gd name="connsiteX113" fmla="*/ 2407299 w 2407299"/>
              <a:gd name="connsiteY113" fmla="*/ 0 h 2407299"/>
              <a:gd name="connsiteX114" fmla="*/ 2324277 w 2407299"/>
              <a:gd name="connsiteY114" fmla="*/ 0 h 2407299"/>
              <a:gd name="connsiteX115" fmla="*/ 0 w 2407299"/>
              <a:gd name="connsiteY115" fmla="*/ 83022 h 2407299"/>
              <a:gd name="connsiteX116" fmla="*/ 0 w 2407299"/>
              <a:gd name="connsiteY116" fmla="*/ 166013 h 2407299"/>
              <a:gd name="connsiteX117" fmla="*/ 83022 w 2407299"/>
              <a:gd name="connsiteY117" fmla="*/ 166013 h 2407299"/>
              <a:gd name="connsiteX118" fmla="*/ 83022 w 2407299"/>
              <a:gd name="connsiteY118" fmla="*/ 83022 h 2407299"/>
              <a:gd name="connsiteX119" fmla="*/ 0 w 2407299"/>
              <a:gd name="connsiteY119" fmla="*/ 83022 h 2407299"/>
              <a:gd name="connsiteX120" fmla="*/ 498070 w 2407299"/>
              <a:gd name="connsiteY120" fmla="*/ 83022 h 2407299"/>
              <a:gd name="connsiteX121" fmla="*/ 498070 w 2407299"/>
              <a:gd name="connsiteY121" fmla="*/ 166013 h 2407299"/>
              <a:gd name="connsiteX122" fmla="*/ 581062 w 2407299"/>
              <a:gd name="connsiteY122" fmla="*/ 166013 h 2407299"/>
              <a:gd name="connsiteX123" fmla="*/ 581062 w 2407299"/>
              <a:gd name="connsiteY123" fmla="*/ 83022 h 2407299"/>
              <a:gd name="connsiteX124" fmla="*/ 498070 w 2407299"/>
              <a:gd name="connsiteY124" fmla="*/ 83022 h 2407299"/>
              <a:gd name="connsiteX125" fmla="*/ 747105 w 2407299"/>
              <a:gd name="connsiteY125" fmla="*/ 83022 h 2407299"/>
              <a:gd name="connsiteX126" fmla="*/ 747105 w 2407299"/>
              <a:gd name="connsiteY126" fmla="*/ 166013 h 2407299"/>
              <a:gd name="connsiteX127" fmla="*/ 830097 w 2407299"/>
              <a:gd name="connsiteY127" fmla="*/ 166013 h 2407299"/>
              <a:gd name="connsiteX128" fmla="*/ 830097 w 2407299"/>
              <a:gd name="connsiteY128" fmla="*/ 83022 h 2407299"/>
              <a:gd name="connsiteX129" fmla="*/ 747105 w 2407299"/>
              <a:gd name="connsiteY129" fmla="*/ 83022 h 2407299"/>
              <a:gd name="connsiteX130" fmla="*/ 996110 w 2407299"/>
              <a:gd name="connsiteY130" fmla="*/ 83022 h 2407299"/>
              <a:gd name="connsiteX131" fmla="*/ 996110 w 2407299"/>
              <a:gd name="connsiteY131" fmla="*/ 166013 h 2407299"/>
              <a:gd name="connsiteX132" fmla="*/ 1079132 w 2407299"/>
              <a:gd name="connsiteY132" fmla="*/ 166013 h 2407299"/>
              <a:gd name="connsiteX133" fmla="*/ 1079132 w 2407299"/>
              <a:gd name="connsiteY133" fmla="*/ 83022 h 2407299"/>
              <a:gd name="connsiteX134" fmla="*/ 996110 w 2407299"/>
              <a:gd name="connsiteY134" fmla="*/ 83022 h 2407299"/>
              <a:gd name="connsiteX135" fmla="*/ 1079132 w 2407299"/>
              <a:gd name="connsiteY135" fmla="*/ 83022 h 2407299"/>
              <a:gd name="connsiteX136" fmla="*/ 1079132 w 2407299"/>
              <a:gd name="connsiteY136" fmla="*/ 166013 h 2407299"/>
              <a:gd name="connsiteX137" fmla="*/ 1162154 w 2407299"/>
              <a:gd name="connsiteY137" fmla="*/ 166013 h 2407299"/>
              <a:gd name="connsiteX138" fmla="*/ 1162154 w 2407299"/>
              <a:gd name="connsiteY138" fmla="*/ 83022 h 2407299"/>
              <a:gd name="connsiteX139" fmla="*/ 1079132 w 2407299"/>
              <a:gd name="connsiteY139" fmla="*/ 83022 h 2407299"/>
              <a:gd name="connsiteX140" fmla="*/ 1162154 w 2407299"/>
              <a:gd name="connsiteY140" fmla="*/ 83022 h 2407299"/>
              <a:gd name="connsiteX141" fmla="*/ 1162154 w 2407299"/>
              <a:gd name="connsiteY141" fmla="*/ 166013 h 2407299"/>
              <a:gd name="connsiteX142" fmla="*/ 1245145 w 2407299"/>
              <a:gd name="connsiteY142" fmla="*/ 166013 h 2407299"/>
              <a:gd name="connsiteX143" fmla="*/ 1245145 w 2407299"/>
              <a:gd name="connsiteY143" fmla="*/ 83022 h 2407299"/>
              <a:gd name="connsiteX144" fmla="*/ 1162154 w 2407299"/>
              <a:gd name="connsiteY144" fmla="*/ 83022 h 2407299"/>
              <a:gd name="connsiteX145" fmla="*/ 1245145 w 2407299"/>
              <a:gd name="connsiteY145" fmla="*/ 83022 h 2407299"/>
              <a:gd name="connsiteX146" fmla="*/ 1245145 w 2407299"/>
              <a:gd name="connsiteY146" fmla="*/ 166013 h 2407299"/>
              <a:gd name="connsiteX147" fmla="*/ 1328167 w 2407299"/>
              <a:gd name="connsiteY147" fmla="*/ 166013 h 2407299"/>
              <a:gd name="connsiteX148" fmla="*/ 1328167 w 2407299"/>
              <a:gd name="connsiteY148" fmla="*/ 83022 h 2407299"/>
              <a:gd name="connsiteX149" fmla="*/ 1245145 w 2407299"/>
              <a:gd name="connsiteY149" fmla="*/ 83022 h 2407299"/>
              <a:gd name="connsiteX150" fmla="*/ 1328167 w 2407299"/>
              <a:gd name="connsiteY150" fmla="*/ 83022 h 2407299"/>
              <a:gd name="connsiteX151" fmla="*/ 1328167 w 2407299"/>
              <a:gd name="connsiteY151" fmla="*/ 166013 h 2407299"/>
              <a:gd name="connsiteX152" fmla="*/ 1411189 w 2407299"/>
              <a:gd name="connsiteY152" fmla="*/ 166013 h 2407299"/>
              <a:gd name="connsiteX153" fmla="*/ 1411189 w 2407299"/>
              <a:gd name="connsiteY153" fmla="*/ 83022 h 2407299"/>
              <a:gd name="connsiteX154" fmla="*/ 1328167 w 2407299"/>
              <a:gd name="connsiteY154" fmla="*/ 83022 h 2407299"/>
              <a:gd name="connsiteX155" fmla="*/ 1494180 w 2407299"/>
              <a:gd name="connsiteY155" fmla="*/ 83022 h 2407299"/>
              <a:gd name="connsiteX156" fmla="*/ 1494180 w 2407299"/>
              <a:gd name="connsiteY156" fmla="*/ 166013 h 2407299"/>
              <a:gd name="connsiteX157" fmla="*/ 1577202 w 2407299"/>
              <a:gd name="connsiteY157" fmla="*/ 166013 h 2407299"/>
              <a:gd name="connsiteX158" fmla="*/ 1577202 w 2407299"/>
              <a:gd name="connsiteY158" fmla="*/ 83022 h 2407299"/>
              <a:gd name="connsiteX159" fmla="*/ 1494180 w 2407299"/>
              <a:gd name="connsiteY159" fmla="*/ 83022 h 2407299"/>
              <a:gd name="connsiteX160" fmla="*/ 1577202 w 2407299"/>
              <a:gd name="connsiteY160" fmla="*/ 83022 h 2407299"/>
              <a:gd name="connsiteX161" fmla="*/ 1577202 w 2407299"/>
              <a:gd name="connsiteY161" fmla="*/ 166013 h 2407299"/>
              <a:gd name="connsiteX162" fmla="*/ 1660194 w 2407299"/>
              <a:gd name="connsiteY162" fmla="*/ 166013 h 2407299"/>
              <a:gd name="connsiteX163" fmla="*/ 1660194 w 2407299"/>
              <a:gd name="connsiteY163" fmla="*/ 83022 h 2407299"/>
              <a:gd name="connsiteX164" fmla="*/ 1577202 w 2407299"/>
              <a:gd name="connsiteY164" fmla="*/ 83022 h 2407299"/>
              <a:gd name="connsiteX165" fmla="*/ 1660194 w 2407299"/>
              <a:gd name="connsiteY165" fmla="*/ 83022 h 2407299"/>
              <a:gd name="connsiteX166" fmla="*/ 1660194 w 2407299"/>
              <a:gd name="connsiteY166" fmla="*/ 166013 h 2407299"/>
              <a:gd name="connsiteX167" fmla="*/ 1743216 w 2407299"/>
              <a:gd name="connsiteY167" fmla="*/ 166013 h 2407299"/>
              <a:gd name="connsiteX168" fmla="*/ 1743216 w 2407299"/>
              <a:gd name="connsiteY168" fmla="*/ 83022 h 2407299"/>
              <a:gd name="connsiteX169" fmla="*/ 1660194 w 2407299"/>
              <a:gd name="connsiteY169" fmla="*/ 83022 h 2407299"/>
              <a:gd name="connsiteX170" fmla="*/ 1826237 w 2407299"/>
              <a:gd name="connsiteY170" fmla="*/ 83022 h 2407299"/>
              <a:gd name="connsiteX171" fmla="*/ 1826237 w 2407299"/>
              <a:gd name="connsiteY171" fmla="*/ 166013 h 2407299"/>
              <a:gd name="connsiteX172" fmla="*/ 1909229 w 2407299"/>
              <a:gd name="connsiteY172" fmla="*/ 166013 h 2407299"/>
              <a:gd name="connsiteX173" fmla="*/ 1909229 w 2407299"/>
              <a:gd name="connsiteY173" fmla="*/ 83022 h 2407299"/>
              <a:gd name="connsiteX174" fmla="*/ 1826237 w 2407299"/>
              <a:gd name="connsiteY174" fmla="*/ 83022 h 2407299"/>
              <a:gd name="connsiteX175" fmla="*/ 2324277 w 2407299"/>
              <a:gd name="connsiteY175" fmla="*/ 83022 h 2407299"/>
              <a:gd name="connsiteX176" fmla="*/ 2324277 w 2407299"/>
              <a:gd name="connsiteY176" fmla="*/ 166013 h 2407299"/>
              <a:gd name="connsiteX177" fmla="*/ 2407299 w 2407299"/>
              <a:gd name="connsiteY177" fmla="*/ 166013 h 2407299"/>
              <a:gd name="connsiteX178" fmla="*/ 2407299 w 2407299"/>
              <a:gd name="connsiteY178" fmla="*/ 83022 h 2407299"/>
              <a:gd name="connsiteX179" fmla="*/ 2324277 w 2407299"/>
              <a:gd name="connsiteY179" fmla="*/ 83022 h 2407299"/>
              <a:gd name="connsiteX180" fmla="*/ 0 w 2407299"/>
              <a:gd name="connsiteY180" fmla="*/ 166013 h 2407299"/>
              <a:gd name="connsiteX181" fmla="*/ 0 w 2407299"/>
              <a:gd name="connsiteY181" fmla="*/ 249035 h 2407299"/>
              <a:gd name="connsiteX182" fmla="*/ 83022 w 2407299"/>
              <a:gd name="connsiteY182" fmla="*/ 249035 h 2407299"/>
              <a:gd name="connsiteX183" fmla="*/ 83022 w 2407299"/>
              <a:gd name="connsiteY183" fmla="*/ 166013 h 2407299"/>
              <a:gd name="connsiteX184" fmla="*/ 0 w 2407299"/>
              <a:gd name="connsiteY184" fmla="*/ 166013 h 2407299"/>
              <a:gd name="connsiteX185" fmla="*/ 166013 w 2407299"/>
              <a:gd name="connsiteY185" fmla="*/ 166013 h 2407299"/>
              <a:gd name="connsiteX186" fmla="*/ 166013 w 2407299"/>
              <a:gd name="connsiteY186" fmla="*/ 249035 h 2407299"/>
              <a:gd name="connsiteX187" fmla="*/ 249035 w 2407299"/>
              <a:gd name="connsiteY187" fmla="*/ 249035 h 2407299"/>
              <a:gd name="connsiteX188" fmla="*/ 249035 w 2407299"/>
              <a:gd name="connsiteY188" fmla="*/ 166013 h 2407299"/>
              <a:gd name="connsiteX189" fmla="*/ 166013 w 2407299"/>
              <a:gd name="connsiteY189" fmla="*/ 166013 h 2407299"/>
              <a:gd name="connsiteX190" fmla="*/ 249035 w 2407299"/>
              <a:gd name="connsiteY190" fmla="*/ 166013 h 2407299"/>
              <a:gd name="connsiteX191" fmla="*/ 249035 w 2407299"/>
              <a:gd name="connsiteY191" fmla="*/ 249035 h 2407299"/>
              <a:gd name="connsiteX192" fmla="*/ 332027 w 2407299"/>
              <a:gd name="connsiteY192" fmla="*/ 249035 h 2407299"/>
              <a:gd name="connsiteX193" fmla="*/ 332027 w 2407299"/>
              <a:gd name="connsiteY193" fmla="*/ 166013 h 2407299"/>
              <a:gd name="connsiteX194" fmla="*/ 249035 w 2407299"/>
              <a:gd name="connsiteY194" fmla="*/ 166013 h 2407299"/>
              <a:gd name="connsiteX195" fmla="*/ 332027 w 2407299"/>
              <a:gd name="connsiteY195" fmla="*/ 166013 h 2407299"/>
              <a:gd name="connsiteX196" fmla="*/ 332027 w 2407299"/>
              <a:gd name="connsiteY196" fmla="*/ 249035 h 2407299"/>
              <a:gd name="connsiteX197" fmla="*/ 415048 w 2407299"/>
              <a:gd name="connsiteY197" fmla="*/ 249035 h 2407299"/>
              <a:gd name="connsiteX198" fmla="*/ 415048 w 2407299"/>
              <a:gd name="connsiteY198" fmla="*/ 166013 h 2407299"/>
              <a:gd name="connsiteX199" fmla="*/ 332027 w 2407299"/>
              <a:gd name="connsiteY199" fmla="*/ 166013 h 2407299"/>
              <a:gd name="connsiteX200" fmla="*/ 498070 w 2407299"/>
              <a:gd name="connsiteY200" fmla="*/ 166013 h 2407299"/>
              <a:gd name="connsiteX201" fmla="*/ 498070 w 2407299"/>
              <a:gd name="connsiteY201" fmla="*/ 249035 h 2407299"/>
              <a:gd name="connsiteX202" fmla="*/ 581062 w 2407299"/>
              <a:gd name="connsiteY202" fmla="*/ 249035 h 2407299"/>
              <a:gd name="connsiteX203" fmla="*/ 581062 w 2407299"/>
              <a:gd name="connsiteY203" fmla="*/ 166013 h 2407299"/>
              <a:gd name="connsiteX204" fmla="*/ 498070 w 2407299"/>
              <a:gd name="connsiteY204" fmla="*/ 166013 h 2407299"/>
              <a:gd name="connsiteX205" fmla="*/ 996110 w 2407299"/>
              <a:gd name="connsiteY205" fmla="*/ 166013 h 2407299"/>
              <a:gd name="connsiteX206" fmla="*/ 996110 w 2407299"/>
              <a:gd name="connsiteY206" fmla="*/ 249035 h 2407299"/>
              <a:gd name="connsiteX207" fmla="*/ 1079132 w 2407299"/>
              <a:gd name="connsiteY207" fmla="*/ 249035 h 2407299"/>
              <a:gd name="connsiteX208" fmla="*/ 1079132 w 2407299"/>
              <a:gd name="connsiteY208" fmla="*/ 166013 h 2407299"/>
              <a:gd name="connsiteX209" fmla="*/ 996110 w 2407299"/>
              <a:gd name="connsiteY209" fmla="*/ 166013 h 2407299"/>
              <a:gd name="connsiteX210" fmla="*/ 1328167 w 2407299"/>
              <a:gd name="connsiteY210" fmla="*/ 166013 h 2407299"/>
              <a:gd name="connsiteX211" fmla="*/ 1328167 w 2407299"/>
              <a:gd name="connsiteY211" fmla="*/ 249035 h 2407299"/>
              <a:gd name="connsiteX212" fmla="*/ 1411189 w 2407299"/>
              <a:gd name="connsiteY212" fmla="*/ 249035 h 2407299"/>
              <a:gd name="connsiteX213" fmla="*/ 1411189 w 2407299"/>
              <a:gd name="connsiteY213" fmla="*/ 166013 h 2407299"/>
              <a:gd name="connsiteX214" fmla="*/ 1328167 w 2407299"/>
              <a:gd name="connsiteY214" fmla="*/ 166013 h 2407299"/>
              <a:gd name="connsiteX215" fmla="*/ 1411189 w 2407299"/>
              <a:gd name="connsiteY215" fmla="*/ 166013 h 2407299"/>
              <a:gd name="connsiteX216" fmla="*/ 1411189 w 2407299"/>
              <a:gd name="connsiteY216" fmla="*/ 249035 h 2407299"/>
              <a:gd name="connsiteX217" fmla="*/ 1494180 w 2407299"/>
              <a:gd name="connsiteY217" fmla="*/ 249035 h 2407299"/>
              <a:gd name="connsiteX218" fmla="*/ 1494180 w 2407299"/>
              <a:gd name="connsiteY218" fmla="*/ 166013 h 2407299"/>
              <a:gd name="connsiteX219" fmla="*/ 1411189 w 2407299"/>
              <a:gd name="connsiteY219" fmla="*/ 166013 h 2407299"/>
              <a:gd name="connsiteX220" fmla="*/ 1577202 w 2407299"/>
              <a:gd name="connsiteY220" fmla="*/ 166013 h 2407299"/>
              <a:gd name="connsiteX221" fmla="*/ 1577202 w 2407299"/>
              <a:gd name="connsiteY221" fmla="*/ 249035 h 2407299"/>
              <a:gd name="connsiteX222" fmla="*/ 1660194 w 2407299"/>
              <a:gd name="connsiteY222" fmla="*/ 249035 h 2407299"/>
              <a:gd name="connsiteX223" fmla="*/ 1660194 w 2407299"/>
              <a:gd name="connsiteY223" fmla="*/ 166013 h 2407299"/>
              <a:gd name="connsiteX224" fmla="*/ 1577202 w 2407299"/>
              <a:gd name="connsiteY224" fmla="*/ 166013 h 2407299"/>
              <a:gd name="connsiteX225" fmla="*/ 1660194 w 2407299"/>
              <a:gd name="connsiteY225" fmla="*/ 166013 h 2407299"/>
              <a:gd name="connsiteX226" fmla="*/ 1660194 w 2407299"/>
              <a:gd name="connsiteY226" fmla="*/ 249035 h 2407299"/>
              <a:gd name="connsiteX227" fmla="*/ 1743216 w 2407299"/>
              <a:gd name="connsiteY227" fmla="*/ 249035 h 2407299"/>
              <a:gd name="connsiteX228" fmla="*/ 1743216 w 2407299"/>
              <a:gd name="connsiteY228" fmla="*/ 166013 h 2407299"/>
              <a:gd name="connsiteX229" fmla="*/ 1660194 w 2407299"/>
              <a:gd name="connsiteY229" fmla="*/ 166013 h 2407299"/>
              <a:gd name="connsiteX230" fmla="*/ 1826237 w 2407299"/>
              <a:gd name="connsiteY230" fmla="*/ 166013 h 2407299"/>
              <a:gd name="connsiteX231" fmla="*/ 1826237 w 2407299"/>
              <a:gd name="connsiteY231" fmla="*/ 249035 h 2407299"/>
              <a:gd name="connsiteX232" fmla="*/ 1909229 w 2407299"/>
              <a:gd name="connsiteY232" fmla="*/ 249035 h 2407299"/>
              <a:gd name="connsiteX233" fmla="*/ 1909229 w 2407299"/>
              <a:gd name="connsiteY233" fmla="*/ 166013 h 2407299"/>
              <a:gd name="connsiteX234" fmla="*/ 1826237 w 2407299"/>
              <a:gd name="connsiteY234" fmla="*/ 166013 h 2407299"/>
              <a:gd name="connsiteX235" fmla="*/ 1992251 w 2407299"/>
              <a:gd name="connsiteY235" fmla="*/ 166013 h 2407299"/>
              <a:gd name="connsiteX236" fmla="*/ 1992251 w 2407299"/>
              <a:gd name="connsiteY236" fmla="*/ 249035 h 2407299"/>
              <a:gd name="connsiteX237" fmla="*/ 2075272 w 2407299"/>
              <a:gd name="connsiteY237" fmla="*/ 249035 h 2407299"/>
              <a:gd name="connsiteX238" fmla="*/ 2075272 w 2407299"/>
              <a:gd name="connsiteY238" fmla="*/ 166013 h 2407299"/>
              <a:gd name="connsiteX239" fmla="*/ 1992251 w 2407299"/>
              <a:gd name="connsiteY239" fmla="*/ 166013 h 2407299"/>
              <a:gd name="connsiteX240" fmla="*/ 2075272 w 2407299"/>
              <a:gd name="connsiteY240" fmla="*/ 166013 h 2407299"/>
              <a:gd name="connsiteX241" fmla="*/ 2075272 w 2407299"/>
              <a:gd name="connsiteY241" fmla="*/ 249035 h 2407299"/>
              <a:gd name="connsiteX242" fmla="*/ 2158264 w 2407299"/>
              <a:gd name="connsiteY242" fmla="*/ 249035 h 2407299"/>
              <a:gd name="connsiteX243" fmla="*/ 2158264 w 2407299"/>
              <a:gd name="connsiteY243" fmla="*/ 166013 h 2407299"/>
              <a:gd name="connsiteX244" fmla="*/ 2075272 w 2407299"/>
              <a:gd name="connsiteY244" fmla="*/ 166013 h 2407299"/>
              <a:gd name="connsiteX245" fmla="*/ 2158264 w 2407299"/>
              <a:gd name="connsiteY245" fmla="*/ 166013 h 2407299"/>
              <a:gd name="connsiteX246" fmla="*/ 2158264 w 2407299"/>
              <a:gd name="connsiteY246" fmla="*/ 249035 h 2407299"/>
              <a:gd name="connsiteX247" fmla="*/ 2241286 w 2407299"/>
              <a:gd name="connsiteY247" fmla="*/ 249035 h 2407299"/>
              <a:gd name="connsiteX248" fmla="*/ 2241286 w 2407299"/>
              <a:gd name="connsiteY248" fmla="*/ 166013 h 2407299"/>
              <a:gd name="connsiteX249" fmla="*/ 2158264 w 2407299"/>
              <a:gd name="connsiteY249" fmla="*/ 166013 h 2407299"/>
              <a:gd name="connsiteX250" fmla="*/ 2324277 w 2407299"/>
              <a:gd name="connsiteY250" fmla="*/ 166013 h 2407299"/>
              <a:gd name="connsiteX251" fmla="*/ 2324277 w 2407299"/>
              <a:gd name="connsiteY251" fmla="*/ 249035 h 2407299"/>
              <a:gd name="connsiteX252" fmla="*/ 2407299 w 2407299"/>
              <a:gd name="connsiteY252" fmla="*/ 249035 h 2407299"/>
              <a:gd name="connsiteX253" fmla="*/ 2407299 w 2407299"/>
              <a:gd name="connsiteY253" fmla="*/ 166013 h 2407299"/>
              <a:gd name="connsiteX254" fmla="*/ 2324277 w 2407299"/>
              <a:gd name="connsiteY254" fmla="*/ 166013 h 2407299"/>
              <a:gd name="connsiteX255" fmla="*/ 0 w 2407299"/>
              <a:gd name="connsiteY255" fmla="*/ 249035 h 2407299"/>
              <a:gd name="connsiteX256" fmla="*/ 0 w 2407299"/>
              <a:gd name="connsiteY256" fmla="*/ 332027 h 2407299"/>
              <a:gd name="connsiteX257" fmla="*/ 83022 w 2407299"/>
              <a:gd name="connsiteY257" fmla="*/ 332027 h 2407299"/>
              <a:gd name="connsiteX258" fmla="*/ 83022 w 2407299"/>
              <a:gd name="connsiteY258" fmla="*/ 249035 h 2407299"/>
              <a:gd name="connsiteX259" fmla="*/ 0 w 2407299"/>
              <a:gd name="connsiteY259" fmla="*/ 249035 h 2407299"/>
              <a:gd name="connsiteX260" fmla="*/ 166013 w 2407299"/>
              <a:gd name="connsiteY260" fmla="*/ 249035 h 2407299"/>
              <a:gd name="connsiteX261" fmla="*/ 166013 w 2407299"/>
              <a:gd name="connsiteY261" fmla="*/ 332027 h 2407299"/>
              <a:gd name="connsiteX262" fmla="*/ 249035 w 2407299"/>
              <a:gd name="connsiteY262" fmla="*/ 332027 h 2407299"/>
              <a:gd name="connsiteX263" fmla="*/ 249035 w 2407299"/>
              <a:gd name="connsiteY263" fmla="*/ 249035 h 2407299"/>
              <a:gd name="connsiteX264" fmla="*/ 166013 w 2407299"/>
              <a:gd name="connsiteY264" fmla="*/ 249035 h 2407299"/>
              <a:gd name="connsiteX265" fmla="*/ 249035 w 2407299"/>
              <a:gd name="connsiteY265" fmla="*/ 249035 h 2407299"/>
              <a:gd name="connsiteX266" fmla="*/ 249035 w 2407299"/>
              <a:gd name="connsiteY266" fmla="*/ 332027 h 2407299"/>
              <a:gd name="connsiteX267" fmla="*/ 332027 w 2407299"/>
              <a:gd name="connsiteY267" fmla="*/ 332027 h 2407299"/>
              <a:gd name="connsiteX268" fmla="*/ 332027 w 2407299"/>
              <a:gd name="connsiteY268" fmla="*/ 249035 h 2407299"/>
              <a:gd name="connsiteX269" fmla="*/ 249035 w 2407299"/>
              <a:gd name="connsiteY269" fmla="*/ 249035 h 2407299"/>
              <a:gd name="connsiteX270" fmla="*/ 332027 w 2407299"/>
              <a:gd name="connsiteY270" fmla="*/ 249035 h 2407299"/>
              <a:gd name="connsiteX271" fmla="*/ 332027 w 2407299"/>
              <a:gd name="connsiteY271" fmla="*/ 332027 h 2407299"/>
              <a:gd name="connsiteX272" fmla="*/ 415048 w 2407299"/>
              <a:gd name="connsiteY272" fmla="*/ 332027 h 2407299"/>
              <a:gd name="connsiteX273" fmla="*/ 415048 w 2407299"/>
              <a:gd name="connsiteY273" fmla="*/ 249035 h 2407299"/>
              <a:gd name="connsiteX274" fmla="*/ 332027 w 2407299"/>
              <a:gd name="connsiteY274" fmla="*/ 249035 h 2407299"/>
              <a:gd name="connsiteX275" fmla="*/ 498070 w 2407299"/>
              <a:gd name="connsiteY275" fmla="*/ 249035 h 2407299"/>
              <a:gd name="connsiteX276" fmla="*/ 498070 w 2407299"/>
              <a:gd name="connsiteY276" fmla="*/ 332027 h 2407299"/>
              <a:gd name="connsiteX277" fmla="*/ 581062 w 2407299"/>
              <a:gd name="connsiteY277" fmla="*/ 332027 h 2407299"/>
              <a:gd name="connsiteX278" fmla="*/ 581062 w 2407299"/>
              <a:gd name="connsiteY278" fmla="*/ 249035 h 2407299"/>
              <a:gd name="connsiteX279" fmla="*/ 498070 w 2407299"/>
              <a:gd name="connsiteY279" fmla="*/ 249035 h 2407299"/>
              <a:gd name="connsiteX280" fmla="*/ 664084 w 2407299"/>
              <a:gd name="connsiteY280" fmla="*/ 249035 h 2407299"/>
              <a:gd name="connsiteX281" fmla="*/ 664084 w 2407299"/>
              <a:gd name="connsiteY281" fmla="*/ 332027 h 2407299"/>
              <a:gd name="connsiteX282" fmla="*/ 747105 w 2407299"/>
              <a:gd name="connsiteY282" fmla="*/ 332027 h 2407299"/>
              <a:gd name="connsiteX283" fmla="*/ 747105 w 2407299"/>
              <a:gd name="connsiteY283" fmla="*/ 249035 h 2407299"/>
              <a:gd name="connsiteX284" fmla="*/ 664084 w 2407299"/>
              <a:gd name="connsiteY284" fmla="*/ 249035 h 2407299"/>
              <a:gd name="connsiteX285" fmla="*/ 830097 w 2407299"/>
              <a:gd name="connsiteY285" fmla="*/ 249035 h 2407299"/>
              <a:gd name="connsiteX286" fmla="*/ 830097 w 2407299"/>
              <a:gd name="connsiteY286" fmla="*/ 332027 h 2407299"/>
              <a:gd name="connsiteX287" fmla="*/ 913119 w 2407299"/>
              <a:gd name="connsiteY287" fmla="*/ 332027 h 2407299"/>
              <a:gd name="connsiteX288" fmla="*/ 913119 w 2407299"/>
              <a:gd name="connsiteY288" fmla="*/ 249035 h 2407299"/>
              <a:gd name="connsiteX289" fmla="*/ 830097 w 2407299"/>
              <a:gd name="connsiteY289" fmla="*/ 249035 h 2407299"/>
              <a:gd name="connsiteX290" fmla="*/ 913119 w 2407299"/>
              <a:gd name="connsiteY290" fmla="*/ 249035 h 2407299"/>
              <a:gd name="connsiteX291" fmla="*/ 913119 w 2407299"/>
              <a:gd name="connsiteY291" fmla="*/ 332027 h 2407299"/>
              <a:gd name="connsiteX292" fmla="*/ 996110 w 2407299"/>
              <a:gd name="connsiteY292" fmla="*/ 332027 h 2407299"/>
              <a:gd name="connsiteX293" fmla="*/ 996110 w 2407299"/>
              <a:gd name="connsiteY293" fmla="*/ 249035 h 2407299"/>
              <a:gd name="connsiteX294" fmla="*/ 913119 w 2407299"/>
              <a:gd name="connsiteY294" fmla="*/ 249035 h 2407299"/>
              <a:gd name="connsiteX295" fmla="*/ 1079132 w 2407299"/>
              <a:gd name="connsiteY295" fmla="*/ 249035 h 2407299"/>
              <a:gd name="connsiteX296" fmla="*/ 1079132 w 2407299"/>
              <a:gd name="connsiteY296" fmla="*/ 332027 h 2407299"/>
              <a:gd name="connsiteX297" fmla="*/ 1162154 w 2407299"/>
              <a:gd name="connsiteY297" fmla="*/ 332027 h 2407299"/>
              <a:gd name="connsiteX298" fmla="*/ 1162154 w 2407299"/>
              <a:gd name="connsiteY298" fmla="*/ 249035 h 2407299"/>
              <a:gd name="connsiteX299" fmla="*/ 1079132 w 2407299"/>
              <a:gd name="connsiteY299" fmla="*/ 249035 h 2407299"/>
              <a:gd name="connsiteX300" fmla="*/ 1328167 w 2407299"/>
              <a:gd name="connsiteY300" fmla="*/ 249035 h 2407299"/>
              <a:gd name="connsiteX301" fmla="*/ 1328167 w 2407299"/>
              <a:gd name="connsiteY301" fmla="*/ 332027 h 2407299"/>
              <a:gd name="connsiteX302" fmla="*/ 1411189 w 2407299"/>
              <a:gd name="connsiteY302" fmla="*/ 332027 h 2407299"/>
              <a:gd name="connsiteX303" fmla="*/ 1411189 w 2407299"/>
              <a:gd name="connsiteY303" fmla="*/ 249035 h 2407299"/>
              <a:gd name="connsiteX304" fmla="*/ 1328167 w 2407299"/>
              <a:gd name="connsiteY304" fmla="*/ 249035 h 2407299"/>
              <a:gd name="connsiteX305" fmla="*/ 1411189 w 2407299"/>
              <a:gd name="connsiteY305" fmla="*/ 249035 h 2407299"/>
              <a:gd name="connsiteX306" fmla="*/ 1411189 w 2407299"/>
              <a:gd name="connsiteY306" fmla="*/ 332027 h 2407299"/>
              <a:gd name="connsiteX307" fmla="*/ 1494180 w 2407299"/>
              <a:gd name="connsiteY307" fmla="*/ 332027 h 2407299"/>
              <a:gd name="connsiteX308" fmla="*/ 1494180 w 2407299"/>
              <a:gd name="connsiteY308" fmla="*/ 249035 h 2407299"/>
              <a:gd name="connsiteX309" fmla="*/ 1411189 w 2407299"/>
              <a:gd name="connsiteY309" fmla="*/ 249035 h 2407299"/>
              <a:gd name="connsiteX310" fmla="*/ 1494180 w 2407299"/>
              <a:gd name="connsiteY310" fmla="*/ 249035 h 2407299"/>
              <a:gd name="connsiteX311" fmla="*/ 1494180 w 2407299"/>
              <a:gd name="connsiteY311" fmla="*/ 332027 h 2407299"/>
              <a:gd name="connsiteX312" fmla="*/ 1577202 w 2407299"/>
              <a:gd name="connsiteY312" fmla="*/ 332027 h 2407299"/>
              <a:gd name="connsiteX313" fmla="*/ 1577202 w 2407299"/>
              <a:gd name="connsiteY313" fmla="*/ 249035 h 2407299"/>
              <a:gd name="connsiteX314" fmla="*/ 1494180 w 2407299"/>
              <a:gd name="connsiteY314" fmla="*/ 249035 h 2407299"/>
              <a:gd name="connsiteX315" fmla="*/ 1577202 w 2407299"/>
              <a:gd name="connsiteY315" fmla="*/ 249035 h 2407299"/>
              <a:gd name="connsiteX316" fmla="*/ 1577202 w 2407299"/>
              <a:gd name="connsiteY316" fmla="*/ 332027 h 2407299"/>
              <a:gd name="connsiteX317" fmla="*/ 1660194 w 2407299"/>
              <a:gd name="connsiteY317" fmla="*/ 332027 h 2407299"/>
              <a:gd name="connsiteX318" fmla="*/ 1660194 w 2407299"/>
              <a:gd name="connsiteY318" fmla="*/ 249035 h 2407299"/>
              <a:gd name="connsiteX319" fmla="*/ 1577202 w 2407299"/>
              <a:gd name="connsiteY319" fmla="*/ 249035 h 2407299"/>
              <a:gd name="connsiteX320" fmla="*/ 1826237 w 2407299"/>
              <a:gd name="connsiteY320" fmla="*/ 249035 h 2407299"/>
              <a:gd name="connsiteX321" fmla="*/ 1826237 w 2407299"/>
              <a:gd name="connsiteY321" fmla="*/ 332027 h 2407299"/>
              <a:gd name="connsiteX322" fmla="*/ 1909229 w 2407299"/>
              <a:gd name="connsiteY322" fmla="*/ 332027 h 2407299"/>
              <a:gd name="connsiteX323" fmla="*/ 1909229 w 2407299"/>
              <a:gd name="connsiteY323" fmla="*/ 249035 h 2407299"/>
              <a:gd name="connsiteX324" fmla="*/ 1826237 w 2407299"/>
              <a:gd name="connsiteY324" fmla="*/ 249035 h 2407299"/>
              <a:gd name="connsiteX325" fmla="*/ 1992251 w 2407299"/>
              <a:gd name="connsiteY325" fmla="*/ 249035 h 2407299"/>
              <a:gd name="connsiteX326" fmla="*/ 1992251 w 2407299"/>
              <a:gd name="connsiteY326" fmla="*/ 332027 h 2407299"/>
              <a:gd name="connsiteX327" fmla="*/ 2075272 w 2407299"/>
              <a:gd name="connsiteY327" fmla="*/ 332027 h 2407299"/>
              <a:gd name="connsiteX328" fmla="*/ 2075272 w 2407299"/>
              <a:gd name="connsiteY328" fmla="*/ 249035 h 2407299"/>
              <a:gd name="connsiteX329" fmla="*/ 1992251 w 2407299"/>
              <a:gd name="connsiteY329" fmla="*/ 249035 h 2407299"/>
              <a:gd name="connsiteX330" fmla="*/ 2075272 w 2407299"/>
              <a:gd name="connsiteY330" fmla="*/ 249035 h 2407299"/>
              <a:gd name="connsiteX331" fmla="*/ 2075272 w 2407299"/>
              <a:gd name="connsiteY331" fmla="*/ 332027 h 2407299"/>
              <a:gd name="connsiteX332" fmla="*/ 2158264 w 2407299"/>
              <a:gd name="connsiteY332" fmla="*/ 332027 h 2407299"/>
              <a:gd name="connsiteX333" fmla="*/ 2158264 w 2407299"/>
              <a:gd name="connsiteY333" fmla="*/ 249035 h 2407299"/>
              <a:gd name="connsiteX334" fmla="*/ 2075272 w 2407299"/>
              <a:gd name="connsiteY334" fmla="*/ 249035 h 2407299"/>
              <a:gd name="connsiteX335" fmla="*/ 2158264 w 2407299"/>
              <a:gd name="connsiteY335" fmla="*/ 249035 h 2407299"/>
              <a:gd name="connsiteX336" fmla="*/ 2158264 w 2407299"/>
              <a:gd name="connsiteY336" fmla="*/ 332027 h 2407299"/>
              <a:gd name="connsiteX337" fmla="*/ 2241286 w 2407299"/>
              <a:gd name="connsiteY337" fmla="*/ 332027 h 2407299"/>
              <a:gd name="connsiteX338" fmla="*/ 2241286 w 2407299"/>
              <a:gd name="connsiteY338" fmla="*/ 249035 h 2407299"/>
              <a:gd name="connsiteX339" fmla="*/ 2158264 w 2407299"/>
              <a:gd name="connsiteY339" fmla="*/ 249035 h 2407299"/>
              <a:gd name="connsiteX340" fmla="*/ 2324277 w 2407299"/>
              <a:gd name="connsiteY340" fmla="*/ 249035 h 2407299"/>
              <a:gd name="connsiteX341" fmla="*/ 2324277 w 2407299"/>
              <a:gd name="connsiteY341" fmla="*/ 332027 h 2407299"/>
              <a:gd name="connsiteX342" fmla="*/ 2407299 w 2407299"/>
              <a:gd name="connsiteY342" fmla="*/ 332027 h 2407299"/>
              <a:gd name="connsiteX343" fmla="*/ 2407299 w 2407299"/>
              <a:gd name="connsiteY343" fmla="*/ 249035 h 2407299"/>
              <a:gd name="connsiteX344" fmla="*/ 2324277 w 2407299"/>
              <a:gd name="connsiteY344" fmla="*/ 249035 h 2407299"/>
              <a:gd name="connsiteX345" fmla="*/ 0 w 2407299"/>
              <a:gd name="connsiteY345" fmla="*/ 332027 h 2407299"/>
              <a:gd name="connsiteX346" fmla="*/ 0 w 2407299"/>
              <a:gd name="connsiteY346" fmla="*/ 415048 h 2407299"/>
              <a:gd name="connsiteX347" fmla="*/ 83022 w 2407299"/>
              <a:gd name="connsiteY347" fmla="*/ 415048 h 2407299"/>
              <a:gd name="connsiteX348" fmla="*/ 83022 w 2407299"/>
              <a:gd name="connsiteY348" fmla="*/ 332027 h 2407299"/>
              <a:gd name="connsiteX349" fmla="*/ 0 w 2407299"/>
              <a:gd name="connsiteY349" fmla="*/ 332027 h 2407299"/>
              <a:gd name="connsiteX350" fmla="*/ 166013 w 2407299"/>
              <a:gd name="connsiteY350" fmla="*/ 332027 h 2407299"/>
              <a:gd name="connsiteX351" fmla="*/ 166013 w 2407299"/>
              <a:gd name="connsiteY351" fmla="*/ 415048 h 2407299"/>
              <a:gd name="connsiteX352" fmla="*/ 249035 w 2407299"/>
              <a:gd name="connsiteY352" fmla="*/ 415048 h 2407299"/>
              <a:gd name="connsiteX353" fmla="*/ 249035 w 2407299"/>
              <a:gd name="connsiteY353" fmla="*/ 332027 h 2407299"/>
              <a:gd name="connsiteX354" fmla="*/ 166013 w 2407299"/>
              <a:gd name="connsiteY354" fmla="*/ 332027 h 2407299"/>
              <a:gd name="connsiteX355" fmla="*/ 249035 w 2407299"/>
              <a:gd name="connsiteY355" fmla="*/ 332027 h 2407299"/>
              <a:gd name="connsiteX356" fmla="*/ 249035 w 2407299"/>
              <a:gd name="connsiteY356" fmla="*/ 415048 h 2407299"/>
              <a:gd name="connsiteX357" fmla="*/ 332027 w 2407299"/>
              <a:gd name="connsiteY357" fmla="*/ 415048 h 2407299"/>
              <a:gd name="connsiteX358" fmla="*/ 332027 w 2407299"/>
              <a:gd name="connsiteY358" fmla="*/ 332027 h 2407299"/>
              <a:gd name="connsiteX359" fmla="*/ 249035 w 2407299"/>
              <a:gd name="connsiteY359" fmla="*/ 332027 h 2407299"/>
              <a:gd name="connsiteX360" fmla="*/ 332027 w 2407299"/>
              <a:gd name="connsiteY360" fmla="*/ 332027 h 2407299"/>
              <a:gd name="connsiteX361" fmla="*/ 332027 w 2407299"/>
              <a:gd name="connsiteY361" fmla="*/ 415048 h 2407299"/>
              <a:gd name="connsiteX362" fmla="*/ 415048 w 2407299"/>
              <a:gd name="connsiteY362" fmla="*/ 415048 h 2407299"/>
              <a:gd name="connsiteX363" fmla="*/ 415048 w 2407299"/>
              <a:gd name="connsiteY363" fmla="*/ 332027 h 2407299"/>
              <a:gd name="connsiteX364" fmla="*/ 332027 w 2407299"/>
              <a:gd name="connsiteY364" fmla="*/ 332027 h 2407299"/>
              <a:gd name="connsiteX365" fmla="*/ 498070 w 2407299"/>
              <a:gd name="connsiteY365" fmla="*/ 332027 h 2407299"/>
              <a:gd name="connsiteX366" fmla="*/ 498070 w 2407299"/>
              <a:gd name="connsiteY366" fmla="*/ 415048 h 2407299"/>
              <a:gd name="connsiteX367" fmla="*/ 581062 w 2407299"/>
              <a:gd name="connsiteY367" fmla="*/ 415048 h 2407299"/>
              <a:gd name="connsiteX368" fmla="*/ 581062 w 2407299"/>
              <a:gd name="connsiteY368" fmla="*/ 332027 h 2407299"/>
              <a:gd name="connsiteX369" fmla="*/ 498070 w 2407299"/>
              <a:gd name="connsiteY369" fmla="*/ 332027 h 2407299"/>
              <a:gd name="connsiteX370" fmla="*/ 664084 w 2407299"/>
              <a:gd name="connsiteY370" fmla="*/ 332027 h 2407299"/>
              <a:gd name="connsiteX371" fmla="*/ 664084 w 2407299"/>
              <a:gd name="connsiteY371" fmla="*/ 415048 h 2407299"/>
              <a:gd name="connsiteX372" fmla="*/ 747105 w 2407299"/>
              <a:gd name="connsiteY372" fmla="*/ 415048 h 2407299"/>
              <a:gd name="connsiteX373" fmla="*/ 747105 w 2407299"/>
              <a:gd name="connsiteY373" fmla="*/ 332027 h 2407299"/>
              <a:gd name="connsiteX374" fmla="*/ 664084 w 2407299"/>
              <a:gd name="connsiteY374" fmla="*/ 332027 h 2407299"/>
              <a:gd name="connsiteX375" fmla="*/ 747105 w 2407299"/>
              <a:gd name="connsiteY375" fmla="*/ 332027 h 2407299"/>
              <a:gd name="connsiteX376" fmla="*/ 747105 w 2407299"/>
              <a:gd name="connsiteY376" fmla="*/ 415048 h 2407299"/>
              <a:gd name="connsiteX377" fmla="*/ 830097 w 2407299"/>
              <a:gd name="connsiteY377" fmla="*/ 415048 h 2407299"/>
              <a:gd name="connsiteX378" fmla="*/ 830097 w 2407299"/>
              <a:gd name="connsiteY378" fmla="*/ 332027 h 2407299"/>
              <a:gd name="connsiteX379" fmla="*/ 747105 w 2407299"/>
              <a:gd name="connsiteY379" fmla="*/ 332027 h 2407299"/>
              <a:gd name="connsiteX380" fmla="*/ 913119 w 2407299"/>
              <a:gd name="connsiteY380" fmla="*/ 332027 h 2407299"/>
              <a:gd name="connsiteX381" fmla="*/ 913119 w 2407299"/>
              <a:gd name="connsiteY381" fmla="*/ 415048 h 2407299"/>
              <a:gd name="connsiteX382" fmla="*/ 996110 w 2407299"/>
              <a:gd name="connsiteY382" fmla="*/ 415048 h 2407299"/>
              <a:gd name="connsiteX383" fmla="*/ 996110 w 2407299"/>
              <a:gd name="connsiteY383" fmla="*/ 332027 h 2407299"/>
              <a:gd name="connsiteX384" fmla="*/ 913119 w 2407299"/>
              <a:gd name="connsiteY384" fmla="*/ 332027 h 2407299"/>
              <a:gd name="connsiteX385" fmla="*/ 996110 w 2407299"/>
              <a:gd name="connsiteY385" fmla="*/ 332027 h 2407299"/>
              <a:gd name="connsiteX386" fmla="*/ 996110 w 2407299"/>
              <a:gd name="connsiteY386" fmla="*/ 415048 h 2407299"/>
              <a:gd name="connsiteX387" fmla="*/ 1079132 w 2407299"/>
              <a:gd name="connsiteY387" fmla="*/ 415048 h 2407299"/>
              <a:gd name="connsiteX388" fmla="*/ 1079132 w 2407299"/>
              <a:gd name="connsiteY388" fmla="*/ 332027 h 2407299"/>
              <a:gd name="connsiteX389" fmla="*/ 996110 w 2407299"/>
              <a:gd name="connsiteY389" fmla="*/ 332027 h 2407299"/>
              <a:gd name="connsiteX390" fmla="*/ 1162154 w 2407299"/>
              <a:gd name="connsiteY390" fmla="*/ 332027 h 2407299"/>
              <a:gd name="connsiteX391" fmla="*/ 1162154 w 2407299"/>
              <a:gd name="connsiteY391" fmla="*/ 415048 h 2407299"/>
              <a:gd name="connsiteX392" fmla="*/ 1245145 w 2407299"/>
              <a:gd name="connsiteY392" fmla="*/ 415048 h 2407299"/>
              <a:gd name="connsiteX393" fmla="*/ 1245145 w 2407299"/>
              <a:gd name="connsiteY393" fmla="*/ 332027 h 2407299"/>
              <a:gd name="connsiteX394" fmla="*/ 1162154 w 2407299"/>
              <a:gd name="connsiteY394" fmla="*/ 332027 h 2407299"/>
              <a:gd name="connsiteX395" fmla="*/ 1245145 w 2407299"/>
              <a:gd name="connsiteY395" fmla="*/ 332027 h 2407299"/>
              <a:gd name="connsiteX396" fmla="*/ 1245145 w 2407299"/>
              <a:gd name="connsiteY396" fmla="*/ 415048 h 2407299"/>
              <a:gd name="connsiteX397" fmla="*/ 1328167 w 2407299"/>
              <a:gd name="connsiteY397" fmla="*/ 415048 h 2407299"/>
              <a:gd name="connsiteX398" fmla="*/ 1328167 w 2407299"/>
              <a:gd name="connsiteY398" fmla="*/ 332027 h 2407299"/>
              <a:gd name="connsiteX399" fmla="*/ 1245145 w 2407299"/>
              <a:gd name="connsiteY399" fmla="*/ 332027 h 2407299"/>
              <a:gd name="connsiteX400" fmla="*/ 1411189 w 2407299"/>
              <a:gd name="connsiteY400" fmla="*/ 332027 h 2407299"/>
              <a:gd name="connsiteX401" fmla="*/ 1411189 w 2407299"/>
              <a:gd name="connsiteY401" fmla="*/ 415048 h 2407299"/>
              <a:gd name="connsiteX402" fmla="*/ 1494180 w 2407299"/>
              <a:gd name="connsiteY402" fmla="*/ 415048 h 2407299"/>
              <a:gd name="connsiteX403" fmla="*/ 1494180 w 2407299"/>
              <a:gd name="connsiteY403" fmla="*/ 332027 h 2407299"/>
              <a:gd name="connsiteX404" fmla="*/ 1411189 w 2407299"/>
              <a:gd name="connsiteY404" fmla="*/ 332027 h 2407299"/>
              <a:gd name="connsiteX405" fmla="*/ 1826237 w 2407299"/>
              <a:gd name="connsiteY405" fmla="*/ 332027 h 2407299"/>
              <a:gd name="connsiteX406" fmla="*/ 1826237 w 2407299"/>
              <a:gd name="connsiteY406" fmla="*/ 415048 h 2407299"/>
              <a:gd name="connsiteX407" fmla="*/ 1909229 w 2407299"/>
              <a:gd name="connsiteY407" fmla="*/ 415048 h 2407299"/>
              <a:gd name="connsiteX408" fmla="*/ 1909229 w 2407299"/>
              <a:gd name="connsiteY408" fmla="*/ 332027 h 2407299"/>
              <a:gd name="connsiteX409" fmla="*/ 1826237 w 2407299"/>
              <a:gd name="connsiteY409" fmla="*/ 332027 h 2407299"/>
              <a:gd name="connsiteX410" fmla="*/ 1992251 w 2407299"/>
              <a:gd name="connsiteY410" fmla="*/ 332027 h 2407299"/>
              <a:gd name="connsiteX411" fmla="*/ 1992251 w 2407299"/>
              <a:gd name="connsiteY411" fmla="*/ 415048 h 2407299"/>
              <a:gd name="connsiteX412" fmla="*/ 2075272 w 2407299"/>
              <a:gd name="connsiteY412" fmla="*/ 415048 h 2407299"/>
              <a:gd name="connsiteX413" fmla="*/ 2075272 w 2407299"/>
              <a:gd name="connsiteY413" fmla="*/ 332027 h 2407299"/>
              <a:gd name="connsiteX414" fmla="*/ 1992251 w 2407299"/>
              <a:gd name="connsiteY414" fmla="*/ 332027 h 2407299"/>
              <a:gd name="connsiteX415" fmla="*/ 2075272 w 2407299"/>
              <a:gd name="connsiteY415" fmla="*/ 332027 h 2407299"/>
              <a:gd name="connsiteX416" fmla="*/ 2075272 w 2407299"/>
              <a:gd name="connsiteY416" fmla="*/ 415048 h 2407299"/>
              <a:gd name="connsiteX417" fmla="*/ 2158264 w 2407299"/>
              <a:gd name="connsiteY417" fmla="*/ 415048 h 2407299"/>
              <a:gd name="connsiteX418" fmla="*/ 2158264 w 2407299"/>
              <a:gd name="connsiteY418" fmla="*/ 332027 h 2407299"/>
              <a:gd name="connsiteX419" fmla="*/ 2075272 w 2407299"/>
              <a:gd name="connsiteY419" fmla="*/ 332027 h 2407299"/>
              <a:gd name="connsiteX420" fmla="*/ 2158264 w 2407299"/>
              <a:gd name="connsiteY420" fmla="*/ 332027 h 2407299"/>
              <a:gd name="connsiteX421" fmla="*/ 2158264 w 2407299"/>
              <a:gd name="connsiteY421" fmla="*/ 415048 h 2407299"/>
              <a:gd name="connsiteX422" fmla="*/ 2241286 w 2407299"/>
              <a:gd name="connsiteY422" fmla="*/ 415048 h 2407299"/>
              <a:gd name="connsiteX423" fmla="*/ 2241286 w 2407299"/>
              <a:gd name="connsiteY423" fmla="*/ 332027 h 2407299"/>
              <a:gd name="connsiteX424" fmla="*/ 2158264 w 2407299"/>
              <a:gd name="connsiteY424" fmla="*/ 332027 h 2407299"/>
              <a:gd name="connsiteX425" fmla="*/ 2324277 w 2407299"/>
              <a:gd name="connsiteY425" fmla="*/ 332027 h 2407299"/>
              <a:gd name="connsiteX426" fmla="*/ 2324277 w 2407299"/>
              <a:gd name="connsiteY426" fmla="*/ 415048 h 2407299"/>
              <a:gd name="connsiteX427" fmla="*/ 2407299 w 2407299"/>
              <a:gd name="connsiteY427" fmla="*/ 415048 h 2407299"/>
              <a:gd name="connsiteX428" fmla="*/ 2407299 w 2407299"/>
              <a:gd name="connsiteY428" fmla="*/ 332027 h 2407299"/>
              <a:gd name="connsiteX429" fmla="*/ 2324277 w 2407299"/>
              <a:gd name="connsiteY429" fmla="*/ 332027 h 2407299"/>
              <a:gd name="connsiteX430" fmla="*/ 0 w 2407299"/>
              <a:gd name="connsiteY430" fmla="*/ 415048 h 2407299"/>
              <a:gd name="connsiteX431" fmla="*/ 0 w 2407299"/>
              <a:gd name="connsiteY431" fmla="*/ 498070 h 2407299"/>
              <a:gd name="connsiteX432" fmla="*/ 83022 w 2407299"/>
              <a:gd name="connsiteY432" fmla="*/ 498070 h 2407299"/>
              <a:gd name="connsiteX433" fmla="*/ 83022 w 2407299"/>
              <a:gd name="connsiteY433" fmla="*/ 415048 h 2407299"/>
              <a:gd name="connsiteX434" fmla="*/ 0 w 2407299"/>
              <a:gd name="connsiteY434" fmla="*/ 415048 h 2407299"/>
              <a:gd name="connsiteX435" fmla="*/ 498070 w 2407299"/>
              <a:gd name="connsiteY435" fmla="*/ 415048 h 2407299"/>
              <a:gd name="connsiteX436" fmla="*/ 498070 w 2407299"/>
              <a:gd name="connsiteY436" fmla="*/ 498070 h 2407299"/>
              <a:gd name="connsiteX437" fmla="*/ 581062 w 2407299"/>
              <a:gd name="connsiteY437" fmla="*/ 498070 h 2407299"/>
              <a:gd name="connsiteX438" fmla="*/ 581062 w 2407299"/>
              <a:gd name="connsiteY438" fmla="*/ 415048 h 2407299"/>
              <a:gd name="connsiteX439" fmla="*/ 498070 w 2407299"/>
              <a:gd name="connsiteY439" fmla="*/ 415048 h 2407299"/>
              <a:gd name="connsiteX440" fmla="*/ 664084 w 2407299"/>
              <a:gd name="connsiteY440" fmla="*/ 415048 h 2407299"/>
              <a:gd name="connsiteX441" fmla="*/ 664084 w 2407299"/>
              <a:gd name="connsiteY441" fmla="*/ 498070 h 2407299"/>
              <a:gd name="connsiteX442" fmla="*/ 747105 w 2407299"/>
              <a:gd name="connsiteY442" fmla="*/ 498070 h 2407299"/>
              <a:gd name="connsiteX443" fmla="*/ 747105 w 2407299"/>
              <a:gd name="connsiteY443" fmla="*/ 415048 h 2407299"/>
              <a:gd name="connsiteX444" fmla="*/ 664084 w 2407299"/>
              <a:gd name="connsiteY444" fmla="*/ 415048 h 2407299"/>
              <a:gd name="connsiteX445" fmla="*/ 830097 w 2407299"/>
              <a:gd name="connsiteY445" fmla="*/ 415048 h 2407299"/>
              <a:gd name="connsiteX446" fmla="*/ 830097 w 2407299"/>
              <a:gd name="connsiteY446" fmla="*/ 498070 h 2407299"/>
              <a:gd name="connsiteX447" fmla="*/ 913119 w 2407299"/>
              <a:gd name="connsiteY447" fmla="*/ 498070 h 2407299"/>
              <a:gd name="connsiteX448" fmla="*/ 913119 w 2407299"/>
              <a:gd name="connsiteY448" fmla="*/ 415048 h 2407299"/>
              <a:gd name="connsiteX449" fmla="*/ 830097 w 2407299"/>
              <a:gd name="connsiteY449" fmla="*/ 415048 h 2407299"/>
              <a:gd name="connsiteX450" fmla="*/ 1079132 w 2407299"/>
              <a:gd name="connsiteY450" fmla="*/ 415048 h 2407299"/>
              <a:gd name="connsiteX451" fmla="*/ 1079132 w 2407299"/>
              <a:gd name="connsiteY451" fmla="*/ 498070 h 2407299"/>
              <a:gd name="connsiteX452" fmla="*/ 1162154 w 2407299"/>
              <a:gd name="connsiteY452" fmla="*/ 498070 h 2407299"/>
              <a:gd name="connsiteX453" fmla="*/ 1162154 w 2407299"/>
              <a:gd name="connsiteY453" fmla="*/ 415048 h 2407299"/>
              <a:gd name="connsiteX454" fmla="*/ 1079132 w 2407299"/>
              <a:gd name="connsiteY454" fmla="*/ 415048 h 2407299"/>
              <a:gd name="connsiteX455" fmla="*/ 1162154 w 2407299"/>
              <a:gd name="connsiteY455" fmla="*/ 415048 h 2407299"/>
              <a:gd name="connsiteX456" fmla="*/ 1162154 w 2407299"/>
              <a:gd name="connsiteY456" fmla="*/ 498070 h 2407299"/>
              <a:gd name="connsiteX457" fmla="*/ 1245145 w 2407299"/>
              <a:gd name="connsiteY457" fmla="*/ 498070 h 2407299"/>
              <a:gd name="connsiteX458" fmla="*/ 1245145 w 2407299"/>
              <a:gd name="connsiteY458" fmla="*/ 415048 h 2407299"/>
              <a:gd name="connsiteX459" fmla="*/ 1162154 w 2407299"/>
              <a:gd name="connsiteY459" fmla="*/ 415048 h 2407299"/>
              <a:gd name="connsiteX460" fmla="*/ 1411189 w 2407299"/>
              <a:gd name="connsiteY460" fmla="*/ 415048 h 2407299"/>
              <a:gd name="connsiteX461" fmla="*/ 1411189 w 2407299"/>
              <a:gd name="connsiteY461" fmla="*/ 498070 h 2407299"/>
              <a:gd name="connsiteX462" fmla="*/ 1494180 w 2407299"/>
              <a:gd name="connsiteY462" fmla="*/ 498070 h 2407299"/>
              <a:gd name="connsiteX463" fmla="*/ 1494180 w 2407299"/>
              <a:gd name="connsiteY463" fmla="*/ 415048 h 2407299"/>
              <a:gd name="connsiteX464" fmla="*/ 1411189 w 2407299"/>
              <a:gd name="connsiteY464" fmla="*/ 415048 h 2407299"/>
              <a:gd name="connsiteX465" fmla="*/ 1577202 w 2407299"/>
              <a:gd name="connsiteY465" fmla="*/ 415048 h 2407299"/>
              <a:gd name="connsiteX466" fmla="*/ 1577202 w 2407299"/>
              <a:gd name="connsiteY466" fmla="*/ 498070 h 2407299"/>
              <a:gd name="connsiteX467" fmla="*/ 1660194 w 2407299"/>
              <a:gd name="connsiteY467" fmla="*/ 498070 h 2407299"/>
              <a:gd name="connsiteX468" fmla="*/ 1660194 w 2407299"/>
              <a:gd name="connsiteY468" fmla="*/ 415048 h 2407299"/>
              <a:gd name="connsiteX469" fmla="*/ 1577202 w 2407299"/>
              <a:gd name="connsiteY469" fmla="*/ 415048 h 2407299"/>
              <a:gd name="connsiteX470" fmla="*/ 1660194 w 2407299"/>
              <a:gd name="connsiteY470" fmla="*/ 415048 h 2407299"/>
              <a:gd name="connsiteX471" fmla="*/ 1660194 w 2407299"/>
              <a:gd name="connsiteY471" fmla="*/ 498070 h 2407299"/>
              <a:gd name="connsiteX472" fmla="*/ 1743216 w 2407299"/>
              <a:gd name="connsiteY472" fmla="*/ 498070 h 2407299"/>
              <a:gd name="connsiteX473" fmla="*/ 1743216 w 2407299"/>
              <a:gd name="connsiteY473" fmla="*/ 415048 h 2407299"/>
              <a:gd name="connsiteX474" fmla="*/ 1660194 w 2407299"/>
              <a:gd name="connsiteY474" fmla="*/ 415048 h 2407299"/>
              <a:gd name="connsiteX475" fmla="*/ 1826237 w 2407299"/>
              <a:gd name="connsiteY475" fmla="*/ 415048 h 2407299"/>
              <a:gd name="connsiteX476" fmla="*/ 1826237 w 2407299"/>
              <a:gd name="connsiteY476" fmla="*/ 498070 h 2407299"/>
              <a:gd name="connsiteX477" fmla="*/ 1909229 w 2407299"/>
              <a:gd name="connsiteY477" fmla="*/ 498070 h 2407299"/>
              <a:gd name="connsiteX478" fmla="*/ 1909229 w 2407299"/>
              <a:gd name="connsiteY478" fmla="*/ 415048 h 2407299"/>
              <a:gd name="connsiteX479" fmla="*/ 1826237 w 2407299"/>
              <a:gd name="connsiteY479" fmla="*/ 415048 h 2407299"/>
              <a:gd name="connsiteX480" fmla="*/ 2324277 w 2407299"/>
              <a:gd name="connsiteY480" fmla="*/ 415048 h 2407299"/>
              <a:gd name="connsiteX481" fmla="*/ 2324277 w 2407299"/>
              <a:gd name="connsiteY481" fmla="*/ 498070 h 2407299"/>
              <a:gd name="connsiteX482" fmla="*/ 2407299 w 2407299"/>
              <a:gd name="connsiteY482" fmla="*/ 498070 h 2407299"/>
              <a:gd name="connsiteX483" fmla="*/ 2407299 w 2407299"/>
              <a:gd name="connsiteY483" fmla="*/ 415048 h 2407299"/>
              <a:gd name="connsiteX484" fmla="*/ 2324277 w 2407299"/>
              <a:gd name="connsiteY484" fmla="*/ 415048 h 2407299"/>
              <a:gd name="connsiteX485" fmla="*/ 0 w 2407299"/>
              <a:gd name="connsiteY485" fmla="*/ 498070 h 2407299"/>
              <a:gd name="connsiteX486" fmla="*/ 0 w 2407299"/>
              <a:gd name="connsiteY486" fmla="*/ 581062 h 2407299"/>
              <a:gd name="connsiteX487" fmla="*/ 83022 w 2407299"/>
              <a:gd name="connsiteY487" fmla="*/ 581062 h 2407299"/>
              <a:gd name="connsiteX488" fmla="*/ 83022 w 2407299"/>
              <a:gd name="connsiteY488" fmla="*/ 498070 h 2407299"/>
              <a:gd name="connsiteX489" fmla="*/ 0 w 2407299"/>
              <a:gd name="connsiteY489" fmla="*/ 498070 h 2407299"/>
              <a:gd name="connsiteX490" fmla="*/ 83022 w 2407299"/>
              <a:gd name="connsiteY490" fmla="*/ 498070 h 2407299"/>
              <a:gd name="connsiteX491" fmla="*/ 83022 w 2407299"/>
              <a:gd name="connsiteY491" fmla="*/ 581062 h 2407299"/>
              <a:gd name="connsiteX492" fmla="*/ 166013 w 2407299"/>
              <a:gd name="connsiteY492" fmla="*/ 581062 h 2407299"/>
              <a:gd name="connsiteX493" fmla="*/ 166013 w 2407299"/>
              <a:gd name="connsiteY493" fmla="*/ 498070 h 2407299"/>
              <a:gd name="connsiteX494" fmla="*/ 83022 w 2407299"/>
              <a:gd name="connsiteY494" fmla="*/ 498070 h 2407299"/>
              <a:gd name="connsiteX495" fmla="*/ 166013 w 2407299"/>
              <a:gd name="connsiteY495" fmla="*/ 498070 h 2407299"/>
              <a:gd name="connsiteX496" fmla="*/ 166013 w 2407299"/>
              <a:gd name="connsiteY496" fmla="*/ 581062 h 2407299"/>
              <a:gd name="connsiteX497" fmla="*/ 249035 w 2407299"/>
              <a:gd name="connsiteY497" fmla="*/ 581062 h 2407299"/>
              <a:gd name="connsiteX498" fmla="*/ 249035 w 2407299"/>
              <a:gd name="connsiteY498" fmla="*/ 498070 h 2407299"/>
              <a:gd name="connsiteX499" fmla="*/ 166013 w 2407299"/>
              <a:gd name="connsiteY499" fmla="*/ 498070 h 2407299"/>
              <a:gd name="connsiteX500" fmla="*/ 249035 w 2407299"/>
              <a:gd name="connsiteY500" fmla="*/ 498070 h 2407299"/>
              <a:gd name="connsiteX501" fmla="*/ 249035 w 2407299"/>
              <a:gd name="connsiteY501" fmla="*/ 581062 h 2407299"/>
              <a:gd name="connsiteX502" fmla="*/ 332027 w 2407299"/>
              <a:gd name="connsiteY502" fmla="*/ 581062 h 2407299"/>
              <a:gd name="connsiteX503" fmla="*/ 332027 w 2407299"/>
              <a:gd name="connsiteY503" fmla="*/ 498070 h 2407299"/>
              <a:gd name="connsiteX504" fmla="*/ 249035 w 2407299"/>
              <a:gd name="connsiteY504" fmla="*/ 498070 h 2407299"/>
              <a:gd name="connsiteX505" fmla="*/ 332027 w 2407299"/>
              <a:gd name="connsiteY505" fmla="*/ 498070 h 2407299"/>
              <a:gd name="connsiteX506" fmla="*/ 332027 w 2407299"/>
              <a:gd name="connsiteY506" fmla="*/ 581062 h 2407299"/>
              <a:gd name="connsiteX507" fmla="*/ 415048 w 2407299"/>
              <a:gd name="connsiteY507" fmla="*/ 581062 h 2407299"/>
              <a:gd name="connsiteX508" fmla="*/ 415048 w 2407299"/>
              <a:gd name="connsiteY508" fmla="*/ 498070 h 2407299"/>
              <a:gd name="connsiteX509" fmla="*/ 332027 w 2407299"/>
              <a:gd name="connsiteY509" fmla="*/ 498070 h 2407299"/>
              <a:gd name="connsiteX510" fmla="*/ 415048 w 2407299"/>
              <a:gd name="connsiteY510" fmla="*/ 498070 h 2407299"/>
              <a:gd name="connsiteX511" fmla="*/ 415048 w 2407299"/>
              <a:gd name="connsiteY511" fmla="*/ 581062 h 2407299"/>
              <a:gd name="connsiteX512" fmla="*/ 498070 w 2407299"/>
              <a:gd name="connsiteY512" fmla="*/ 581062 h 2407299"/>
              <a:gd name="connsiteX513" fmla="*/ 498070 w 2407299"/>
              <a:gd name="connsiteY513" fmla="*/ 498070 h 2407299"/>
              <a:gd name="connsiteX514" fmla="*/ 415048 w 2407299"/>
              <a:gd name="connsiteY514" fmla="*/ 498070 h 2407299"/>
              <a:gd name="connsiteX515" fmla="*/ 498070 w 2407299"/>
              <a:gd name="connsiteY515" fmla="*/ 498070 h 2407299"/>
              <a:gd name="connsiteX516" fmla="*/ 498070 w 2407299"/>
              <a:gd name="connsiteY516" fmla="*/ 581062 h 2407299"/>
              <a:gd name="connsiteX517" fmla="*/ 581062 w 2407299"/>
              <a:gd name="connsiteY517" fmla="*/ 581062 h 2407299"/>
              <a:gd name="connsiteX518" fmla="*/ 581062 w 2407299"/>
              <a:gd name="connsiteY518" fmla="*/ 498070 h 2407299"/>
              <a:gd name="connsiteX519" fmla="*/ 498070 w 2407299"/>
              <a:gd name="connsiteY519" fmla="*/ 498070 h 2407299"/>
              <a:gd name="connsiteX520" fmla="*/ 664084 w 2407299"/>
              <a:gd name="connsiteY520" fmla="*/ 498070 h 2407299"/>
              <a:gd name="connsiteX521" fmla="*/ 664084 w 2407299"/>
              <a:gd name="connsiteY521" fmla="*/ 581062 h 2407299"/>
              <a:gd name="connsiteX522" fmla="*/ 747105 w 2407299"/>
              <a:gd name="connsiteY522" fmla="*/ 581062 h 2407299"/>
              <a:gd name="connsiteX523" fmla="*/ 747105 w 2407299"/>
              <a:gd name="connsiteY523" fmla="*/ 498070 h 2407299"/>
              <a:gd name="connsiteX524" fmla="*/ 664084 w 2407299"/>
              <a:gd name="connsiteY524" fmla="*/ 498070 h 2407299"/>
              <a:gd name="connsiteX525" fmla="*/ 830097 w 2407299"/>
              <a:gd name="connsiteY525" fmla="*/ 498070 h 2407299"/>
              <a:gd name="connsiteX526" fmla="*/ 830097 w 2407299"/>
              <a:gd name="connsiteY526" fmla="*/ 581062 h 2407299"/>
              <a:gd name="connsiteX527" fmla="*/ 913119 w 2407299"/>
              <a:gd name="connsiteY527" fmla="*/ 581062 h 2407299"/>
              <a:gd name="connsiteX528" fmla="*/ 913119 w 2407299"/>
              <a:gd name="connsiteY528" fmla="*/ 498070 h 2407299"/>
              <a:gd name="connsiteX529" fmla="*/ 830097 w 2407299"/>
              <a:gd name="connsiteY529" fmla="*/ 498070 h 2407299"/>
              <a:gd name="connsiteX530" fmla="*/ 996110 w 2407299"/>
              <a:gd name="connsiteY530" fmla="*/ 498070 h 2407299"/>
              <a:gd name="connsiteX531" fmla="*/ 996110 w 2407299"/>
              <a:gd name="connsiteY531" fmla="*/ 581062 h 2407299"/>
              <a:gd name="connsiteX532" fmla="*/ 1079132 w 2407299"/>
              <a:gd name="connsiteY532" fmla="*/ 581062 h 2407299"/>
              <a:gd name="connsiteX533" fmla="*/ 1079132 w 2407299"/>
              <a:gd name="connsiteY533" fmla="*/ 498070 h 2407299"/>
              <a:gd name="connsiteX534" fmla="*/ 996110 w 2407299"/>
              <a:gd name="connsiteY534" fmla="*/ 498070 h 2407299"/>
              <a:gd name="connsiteX535" fmla="*/ 1162154 w 2407299"/>
              <a:gd name="connsiteY535" fmla="*/ 498070 h 2407299"/>
              <a:gd name="connsiteX536" fmla="*/ 1162154 w 2407299"/>
              <a:gd name="connsiteY536" fmla="*/ 581062 h 2407299"/>
              <a:gd name="connsiteX537" fmla="*/ 1245145 w 2407299"/>
              <a:gd name="connsiteY537" fmla="*/ 581062 h 2407299"/>
              <a:gd name="connsiteX538" fmla="*/ 1245145 w 2407299"/>
              <a:gd name="connsiteY538" fmla="*/ 498070 h 2407299"/>
              <a:gd name="connsiteX539" fmla="*/ 1162154 w 2407299"/>
              <a:gd name="connsiteY539" fmla="*/ 498070 h 2407299"/>
              <a:gd name="connsiteX540" fmla="*/ 1328167 w 2407299"/>
              <a:gd name="connsiteY540" fmla="*/ 498070 h 2407299"/>
              <a:gd name="connsiteX541" fmla="*/ 1328167 w 2407299"/>
              <a:gd name="connsiteY541" fmla="*/ 581062 h 2407299"/>
              <a:gd name="connsiteX542" fmla="*/ 1411189 w 2407299"/>
              <a:gd name="connsiteY542" fmla="*/ 581062 h 2407299"/>
              <a:gd name="connsiteX543" fmla="*/ 1411189 w 2407299"/>
              <a:gd name="connsiteY543" fmla="*/ 498070 h 2407299"/>
              <a:gd name="connsiteX544" fmla="*/ 1328167 w 2407299"/>
              <a:gd name="connsiteY544" fmla="*/ 498070 h 2407299"/>
              <a:gd name="connsiteX545" fmla="*/ 1494180 w 2407299"/>
              <a:gd name="connsiteY545" fmla="*/ 498070 h 2407299"/>
              <a:gd name="connsiteX546" fmla="*/ 1494180 w 2407299"/>
              <a:gd name="connsiteY546" fmla="*/ 581062 h 2407299"/>
              <a:gd name="connsiteX547" fmla="*/ 1577202 w 2407299"/>
              <a:gd name="connsiteY547" fmla="*/ 581062 h 2407299"/>
              <a:gd name="connsiteX548" fmla="*/ 1577202 w 2407299"/>
              <a:gd name="connsiteY548" fmla="*/ 498070 h 2407299"/>
              <a:gd name="connsiteX549" fmla="*/ 1494180 w 2407299"/>
              <a:gd name="connsiteY549" fmla="*/ 498070 h 2407299"/>
              <a:gd name="connsiteX550" fmla="*/ 1660194 w 2407299"/>
              <a:gd name="connsiteY550" fmla="*/ 498070 h 2407299"/>
              <a:gd name="connsiteX551" fmla="*/ 1660194 w 2407299"/>
              <a:gd name="connsiteY551" fmla="*/ 581062 h 2407299"/>
              <a:gd name="connsiteX552" fmla="*/ 1743216 w 2407299"/>
              <a:gd name="connsiteY552" fmla="*/ 581062 h 2407299"/>
              <a:gd name="connsiteX553" fmla="*/ 1743216 w 2407299"/>
              <a:gd name="connsiteY553" fmla="*/ 498070 h 2407299"/>
              <a:gd name="connsiteX554" fmla="*/ 1660194 w 2407299"/>
              <a:gd name="connsiteY554" fmla="*/ 498070 h 2407299"/>
              <a:gd name="connsiteX555" fmla="*/ 1826237 w 2407299"/>
              <a:gd name="connsiteY555" fmla="*/ 498070 h 2407299"/>
              <a:gd name="connsiteX556" fmla="*/ 1826237 w 2407299"/>
              <a:gd name="connsiteY556" fmla="*/ 581062 h 2407299"/>
              <a:gd name="connsiteX557" fmla="*/ 1909229 w 2407299"/>
              <a:gd name="connsiteY557" fmla="*/ 581062 h 2407299"/>
              <a:gd name="connsiteX558" fmla="*/ 1909229 w 2407299"/>
              <a:gd name="connsiteY558" fmla="*/ 498070 h 2407299"/>
              <a:gd name="connsiteX559" fmla="*/ 1826237 w 2407299"/>
              <a:gd name="connsiteY559" fmla="*/ 498070 h 2407299"/>
              <a:gd name="connsiteX560" fmla="*/ 1909229 w 2407299"/>
              <a:gd name="connsiteY560" fmla="*/ 498070 h 2407299"/>
              <a:gd name="connsiteX561" fmla="*/ 1909229 w 2407299"/>
              <a:gd name="connsiteY561" fmla="*/ 581062 h 2407299"/>
              <a:gd name="connsiteX562" fmla="*/ 1992251 w 2407299"/>
              <a:gd name="connsiteY562" fmla="*/ 581062 h 2407299"/>
              <a:gd name="connsiteX563" fmla="*/ 1992251 w 2407299"/>
              <a:gd name="connsiteY563" fmla="*/ 498070 h 2407299"/>
              <a:gd name="connsiteX564" fmla="*/ 1909229 w 2407299"/>
              <a:gd name="connsiteY564" fmla="*/ 498070 h 2407299"/>
              <a:gd name="connsiteX565" fmla="*/ 1992251 w 2407299"/>
              <a:gd name="connsiteY565" fmla="*/ 498070 h 2407299"/>
              <a:gd name="connsiteX566" fmla="*/ 1992251 w 2407299"/>
              <a:gd name="connsiteY566" fmla="*/ 581062 h 2407299"/>
              <a:gd name="connsiteX567" fmla="*/ 2075272 w 2407299"/>
              <a:gd name="connsiteY567" fmla="*/ 581062 h 2407299"/>
              <a:gd name="connsiteX568" fmla="*/ 2075272 w 2407299"/>
              <a:gd name="connsiteY568" fmla="*/ 498070 h 2407299"/>
              <a:gd name="connsiteX569" fmla="*/ 1992251 w 2407299"/>
              <a:gd name="connsiteY569" fmla="*/ 498070 h 2407299"/>
              <a:gd name="connsiteX570" fmla="*/ 2075272 w 2407299"/>
              <a:gd name="connsiteY570" fmla="*/ 498070 h 2407299"/>
              <a:gd name="connsiteX571" fmla="*/ 2075272 w 2407299"/>
              <a:gd name="connsiteY571" fmla="*/ 581062 h 2407299"/>
              <a:gd name="connsiteX572" fmla="*/ 2158264 w 2407299"/>
              <a:gd name="connsiteY572" fmla="*/ 581062 h 2407299"/>
              <a:gd name="connsiteX573" fmla="*/ 2158264 w 2407299"/>
              <a:gd name="connsiteY573" fmla="*/ 498070 h 2407299"/>
              <a:gd name="connsiteX574" fmla="*/ 2075272 w 2407299"/>
              <a:gd name="connsiteY574" fmla="*/ 498070 h 2407299"/>
              <a:gd name="connsiteX575" fmla="*/ 2158264 w 2407299"/>
              <a:gd name="connsiteY575" fmla="*/ 498070 h 2407299"/>
              <a:gd name="connsiteX576" fmla="*/ 2158264 w 2407299"/>
              <a:gd name="connsiteY576" fmla="*/ 581062 h 2407299"/>
              <a:gd name="connsiteX577" fmla="*/ 2241286 w 2407299"/>
              <a:gd name="connsiteY577" fmla="*/ 581062 h 2407299"/>
              <a:gd name="connsiteX578" fmla="*/ 2241286 w 2407299"/>
              <a:gd name="connsiteY578" fmla="*/ 498070 h 2407299"/>
              <a:gd name="connsiteX579" fmla="*/ 2158264 w 2407299"/>
              <a:gd name="connsiteY579" fmla="*/ 498070 h 2407299"/>
              <a:gd name="connsiteX580" fmla="*/ 2241286 w 2407299"/>
              <a:gd name="connsiteY580" fmla="*/ 498070 h 2407299"/>
              <a:gd name="connsiteX581" fmla="*/ 2241286 w 2407299"/>
              <a:gd name="connsiteY581" fmla="*/ 581062 h 2407299"/>
              <a:gd name="connsiteX582" fmla="*/ 2324277 w 2407299"/>
              <a:gd name="connsiteY582" fmla="*/ 581062 h 2407299"/>
              <a:gd name="connsiteX583" fmla="*/ 2324277 w 2407299"/>
              <a:gd name="connsiteY583" fmla="*/ 498070 h 2407299"/>
              <a:gd name="connsiteX584" fmla="*/ 2241286 w 2407299"/>
              <a:gd name="connsiteY584" fmla="*/ 498070 h 2407299"/>
              <a:gd name="connsiteX585" fmla="*/ 2324277 w 2407299"/>
              <a:gd name="connsiteY585" fmla="*/ 498070 h 2407299"/>
              <a:gd name="connsiteX586" fmla="*/ 2324277 w 2407299"/>
              <a:gd name="connsiteY586" fmla="*/ 581062 h 2407299"/>
              <a:gd name="connsiteX587" fmla="*/ 2407299 w 2407299"/>
              <a:gd name="connsiteY587" fmla="*/ 581062 h 2407299"/>
              <a:gd name="connsiteX588" fmla="*/ 2407299 w 2407299"/>
              <a:gd name="connsiteY588" fmla="*/ 498070 h 2407299"/>
              <a:gd name="connsiteX589" fmla="*/ 2324277 w 2407299"/>
              <a:gd name="connsiteY589" fmla="*/ 498070 h 2407299"/>
              <a:gd name="connsiteX590" fmla="*/ 664084 w 2407299"/>
              <a:gd name="connsiteY590" fmla="*/ 581062 h 2407299"/>
              <a:gd name="connsiteX591" fmla="*/ 664084 w 2407299"/>
              <a:gd name="connsiteY591" fmla="*/ 664084 h 2407299"/>
              <a:gd name="connsiteX592" fmla="*/ 747105 w 2407299"/>
              <a:gd name="connsiteY592" fmla="*/ 664084 h 2407299"/>
              <a:gd name="connsiteX593" fmla="*/ 747105 w 2407299"/>
              <a:gd name="connsiteY593" fmla="*/ 581062 h 2407299"/>
              <a:gd name="connsiteX594" fmla="*/ 664084 w 2407299"/>
              <a:gd name="connsiteY594" fmla="*/ 581062 h 2407299"/>
              <a:gd name="connsiteX595" fmla="*/ 747105 w 2407299"/>
              <a:gd name="connsiteY595" fmla="*/ 581062 h 2407299"/>
              <a:gd name="connsiteX596" fmla="*/ 747105 w 2407299"/>
              <a:gd name="connsiteY596" fmla="*/ 664084 h 2407299"/>
              <a:gd name="connsiteX597" fmla="*/ 830097 w 2407299"/>
              <a:gd name="connsiteY597" fmla="*/ 664084 h 2407299"/>
              <a:gd name="connsiteX598" fmla="*/ 830097 w 2407299"/>
              <a:gd name="connsiteY598" fmla="*/ 581062 h 2407299"/>
              <a:gd name="connsiteX599" fmla="*/ 747105 w 2407299"/>
              <a:gd name="connsiteY599" fmla="*/ 581062 h 2407299"/>
              <a:gd name="connsiteX600" fmla="*/ 913119 w 2407299"/>
              <a:gd name="connsiteY600" fmla="*/ 581062 h 2407299"/>
              <a:gd name="connsiteX601" fmla="*/ 913119 w 2407299"/>
              <a:gd name="connsiteY601" fmla="*/ 664084 h 2407299"/>
              <a:gd name="connsiteX602" fmla="*/ 996110 w 2407299"/>
              <a:gd name="connsiteY602" fmla="*/ 664084 h 2407299"/>
              <a:gd name="connsiteX603" fmla="*/ 996110 w 2407299"/>
              <a:gd name="connsiteY603" fmla="*/ 581062 h 2407299"/>
              <a:gd name="connsiteX604" fmla="*/ 913119 w 2407299"/>
              <a:gd name="connsiteY604" fmla="*/ 581062 h 2407299"/>
              <a:gd name="connsiteX605" fmla="*/ 1245145 w 2407299"/>
              <a:gd name="connsiteY605" fmla="*/ 581062 h 2407299"/>
              <a:gd name="connsiteX606" fmla="*/ 1245145 w 2407299"/>
              <a:gd name="connsiteY606" fmla="*/ 664084 h 2407299"/>
              <a:gd name="connsiteX607" fmla="*/ 1328167 w 2407299"/>
              <a:gd name="connsiteY607" fmla="*/ 664084 h 2407299"/>
              <a:gd name="connsiteX608" fmla="*/ 1328167 w 2407299"/>
              <a:gd name="connsiteY608" fmla="*/ 581062 h 2407299"/>
              <a:gd name="connsiteX609" fmla="*/ 1245145 w 2407299"/>
              <a:gd name="connsiteY609" fmla="*/ 581062 h 2407299"/>
              <a:gd name="connsiteX610" fmla="*/ 1328167 w 2407299"/>
              <a:gd name="connsiteY610" fmla="*/ 581062 h 2407299"/>
              <a:gd name="connsiteX611" fmla="*/ 1328167 w 2407299"/>
              <a:gd name="connsiteY611" fmla="*/ 664084 h 2407299"/>
              <a:gd name="connsiteX612" fmla="*/ 1411189 w 2407299"/>
              <a:gd name="connsiteY612" fmla="*/ 664084 h 2407299"/>
              <a:gd name="connsiteX613" fmla="*/ 1411189 w 2407299"/>
              <a:gd name="connsiteY613" fmla="*/ 581062 h 2407299"/>
              <a:gd name="connsiteX614" fmla="*/ 1328167 w 2407299"/>
              <a:gd name="connsiteY614" fmla="*/ 581062 h 2407299"/>
              <a:gd name="connsiteX615" fmla="*/ 1411189 w 2407299"/>
              <a:gd name="connsiteY615" fmla="*/ 581062 h 2407299"/>
              <a:gd name="connsiteX616" fmla="*/ 1411189 w 2407299"/>
              <a:gd name="connsiteY616" fmla="*/ 664084 h 2407299"/>
              <a:gd name="connsiteX617" fmla="*/ 1494180 w 2407299"/>
              <a:gd name="connsiteY617" fmla="*/ 664084 h 2407299"/>
              <a:gd name="connsiteX618" fmla="*/ 1494180 w 2407299"/>
              <a:gd name="connsiteY618" fmla="*/ 581062 h 2407299"/>
              <a:gd name="connsiteX619" fmla="*/ 1411189 w 2407299"/>
              <a:gd name="connsiteY619" fmla="*/ 581062 h 2407299"/>
              <a:gd name="connsiteX620" fmla="*/ 1494180 w 2407299"/>
              <a:gd name="connsiteY620" fmla="*/ 581062 h 2407299"/>
              <a:gd name="connsiteX621" fmla="*/ 1494180 w 2407299"/>
              <a:gd name="connsiteY621" fmla="*/ 664084 h 2407299"/>
              <a:gd name="connsiteX622" fmla="*/ 1577202 w 2407299"/>
              <a:gd name="connsiteY622" fmla="*/ 664084 h 2407299"/>
              <a:gd name="connsiteX623" fmla="*/ 1577202 w 2407299"/>
              <a:gd name="connsiteY623" fmla="*/ 581062 h 2407299"/>
              <a:gd name="connsiteX624" fmla="*/ 1494180 w 2407299"/>
              <a:gd name="connsiteY624" fmla="*/ 581062 h 2407299"/>
              <a:gd name="connsiteX625" fmla="*/ 0 w 2407299"/>
              <a:gd name="connsiteY625" fmla="*/ 664084 h 2407299"/>
              <a:gd name="connsiteX626" fmla="*/ 0 w 2407299"/>
              <a:gd name="connsiteY626" fmla="*/ 747105 h 2407299"/>
              <a:gd name="connsiteX627" fmla="*/ 83022 w 2407299"/>
              <a:gd name="connsiteY627" fmla="*/ 747105 h 2407299"/>
              <a:gd name="connsiteX628" fmla="*/ 83022 w 2407299"/>
              <a:gd name="connsiteY628" fmla="*/ 664084 h 2407299"/>
              <a:gd name="connsiteX629" fmla="*/ 0 w 2407299"/>
              <a:gd name="connsiteY629" fmla="*/ 664084 h 2407299"/>
              <a:gd name="connsiteX630" fmla="*/ 83022 w 2407299"/>
              <a:gd name="connsiteY630" fmla="*/ 664084 h 2407299"/>
              <a:gd name="connsiteX631" fmla="*/ 83022 w 2407299"/>
              <a:gd name="connsiteY631" fmla="*/ 747105 h 2407299"/>
              <a:gd name="connsiteX632" fmla="*/ 166013 w 2407299"/>
              <a:gd name="connsiteY632" fmla="*/ 747105 h 2407299"/>
              <a:gd name="connsiteX633" fmla="*/ 166013 w 2407299"/>
              <a:gd name="connsiteY633" fmla="*/ 664084 h 2407299"/>
              <a:gd name="connsiteX634" fmla="*/ 83022 w 2407299"/>
              <a:gd name="connsiteY634" fmla="*/ 664084 h 2407299"/>
              <a:gd name="connsiteX635" fmla="*/ 166013 w 2407299"/>
              <a:gd name="connsiteY635" fmla="*/ 664084 h 2407299"/>
              <a:gd name="connsiteX636" fmla="*/ 166013 w 2407299"/>
              <a:gd name="connsiteY636" fmla="*/ 747105 h 2407299"/>
              <a:gd name="connsiteX637" fmla="*/ 249035 w 2407299"/>
              <a:gd name="connsiteY637" fmla="*/ 747105 h 2407299"/>
              <a:gd name="connsiteX638" fmla="*/ 249035 w 2407299"/>
              <a:gd name="connsiteY638" fmla="*/ 664084 h 2407299"/>
              <a:gd name="connsiteX639" fmla="*/ 166013 w 2407299"/>
              <a:gd name="connsiteY639" fmla="*/ 664084 h 2407299"/>
              <a:gd name="connsiteX640" fmla="*/ 332027 w 2407299"/>
              <a:gd name="connsiteY640" fmla="*/ 664084 h 2407299"/>
              <a:gd name="connsiteX641" fmla="*/ 332027 w 2407299"/>
              <a:gd name="connsiteY641" fmla="*/ 747105 h 2407299"/>
              <a:gd name="connsiteX642" fmla="*/ 415048 w 2407299"/>
              <a:gd name="connsiteY642" fmla="*/ 747105 h 2407299"/>
              <a:gd name="connsiteX643" fmla="*/ 415048 w 2407299"/>
              <a:gd name="connsiteY643" fmla="*/ 664084 h 2407299"/>
              <a:gd name="connsiteX644" fmla="*/ 332027 w 2407299"/>
              <a:gd name="connsiteY644" fmla="*/ 664084 h 2407299"/>
              <a:gd name="connsiteX645" fmla="*/ 498070 w 2407299"/>
              <a:gd name="connsiteY645" fmla="*/ 664084 h 2407299"/>
              <a:gd name="connsiteX646" fmla="*/ 498070 w 2407299"/>
              <a:gd name="connsiteY646" fmla="*/ 747105 h 2407299"/>
              <a:gd name="connsiteX647" fmla="*/ 581062 w 2407299"/>
              <a:gd name="connsiteY647" fmla="*/ 747105 h 2407299"/>
              <a:gd name="connsiteX648" fmla="*/ 581062 w 2407299"/>
              <a:gd name="connsiteY648" fmla="*/ 664084 h 2407299"/>
              <a:gd name="connsiteX649" fmla="*/ 498070 w 2407299"/>
              <a:gd name="connsiteY649" fmla="*/ 664084 h 2407299"/>
              <a:gd name="connsiteX650" fmla="*/ 664084 w 2407299"/>
              <a:gd name="connsiteY650" fmla="*/ 664084 h 2407299"/>
              <a:gd name="connsiteX651" fmla="*/ 664084 w 2407299"/>
              <a:gd name="connsiteY651" fmla="*/ 747105 h 2407299"/>
              <a:gd name="connsiteX652" fmla="*/ 747105 w 2407299"/>
              <a:gd name="connsiteY652" fmla="*/ 747105 h 2407299"/>
              <a:gd name="connsiteX653" fmla="*/ 747105 w 2407299"/>
              <a:gd name="connsiteY653" fmla="*/ 664084 h 2407299"/>
              <a:gd name="connsiteX654" fmla="*/ 664084 w 2407299"/>
              <a:gd name="connsiteY654" fmla="*/ 664084 h 2407299"/>
              <a:gd name="connsiteX655" fmla="*/ 996110 w 2407299"/>
              <a:gd name="connsiteY655" fmla="*/ 664084 h 2407299"/>
              <a:gd name="connsiteX656" fmla="*/ 996110 w 2407299"/>
              <a:gd name="connsiteY656" fmla="*/ 747105 h 2407299"/>
              <a:gd name="connsiteX657" fmla="*/ 1079132 w 2407299"/>
              <a:gd name="connsiteY657" fmla="*/ 747105 h 2407299"/>
              <a:gd name="connsiteX658" fmla="*/ 1079132 w 2407299"/>
              <a:gd name="connsiteY658" fmla="*/ 664084 h 2407299"/>
              <a:gd name="connsiteX659" fmla="*/ 996110 w 2407299"/>
              <a:gd name="connsiteY659" fmla="*/ 664084 h 2407299"/>
              <a:gd name="connsiteX660" fmla="*/ 1245145 w 2407299"/>
              <a:gd name="connsiteY660" fmla="*/ 664084 h 2407299"/>
              <a:gd name="connsiteX661" fmla="*/ 1245145 w 2407299"/>
              <a:gd name="connsiteY661" fmla="*/ 747105 h 2407299"/>
              <a:gd name="connsiteX662" fmla="*/ 1328167 w 2407299"/>
              <a:gd name="connsiteY662" fmla="*/ 747105 h 2407299"/>
              <a:gd name="connsiteX663" fmla="*/ 1328167 w 2407299"/>
              <a:gd name="connsiteY663" fmla="*/ 664084 h 2407299"/>
              <a:gd name="connsiteX664" fmla="*/ 1245145 w 2407299"/>
              <a:gd name="connsiteY664" fmla="*/ 664084 h 2407299"/>
              <a:gd name="connsiteX665" fmla="*/ 1494180 w 2407299"/>
              <a:gd name="connsiteY665" fmla="*/ 664084 h 2407299"/>
              <a:gd name="connsiteX666" fmla="*/ 1494180 w 2407299"/>
              <a:gd name="connsiteY666" fmla="*/ 747105 h 2407299"/>
              <a:gd name="connsiteX667" fmla="*/ 1577202 w 2407299"/>
              <a:gd name="connsiteY667" fmla="*/ 747105 h 2407299"/>
              <a:gd name="connsiteX668" fmla="*/ 1577202 w 2407299"/>
              <a:gd name="connsiteY668" fmla="*/ 664084 h 2407299"/>
              <a:gd name="connsiteX669" fmla="*/ 1494180 w 2407299"/>
              <a:gd name="connsiteY669" fmla="*/ 664084 h 2407299"/>
              <a:gd name="connsiteX670" fmla="*/ 1743216 w 2407299"/>
              <a:gd name="connsiteY670" fmla="*/ 664084 h 2407299"/>
              <a:gd name="connsiteX671" fmla="*/ 1743216 w 2407299"/>
              <a:gd name="connsiteY671" fmla="*/ 747105 h 2407299"/>
              <a:gd name="connsiteX672" fmla="*/ 1826237 w 2407299"/>
              <a:gd name="connsiteY672" fmla="*/ 747105 h 2407299"/>
              <a:gd name="connsiteX673" fmla="*/ 1826237 w 2407299"/>
              <a:gd name="connsiteY673" fmla="*/ 664084 h 2407299"/>
              <a:gd name="connsiteX674" fmla="*/ 1743216 w 2407299"/>
              <a:gd name="connsiteY674" fmla="*/ 664084 h 2407299"/>
              <a:gd name="connsiteX675" fmla="*/ 1826237 w 2407299"/>
              <a:gd name="connsiteY675" fmla="*/ 664084 h 2407299"/>
              <a:gd name="connsiteX676" fmla="*/ 1826237 w 2407299"/>
              <a:gd name="connsiteY676" fmla="*/ 747105 h 2407299"/>
              <a:gd name="connsiteX677" fmla="*/ 1909229 w 2407299"/>
              <a:gd name="connsiteY677" fmla="*/ 747105 h 2407299"/>
              <a:gd name="connsiteX678" fmla="*/ 1909229 w 2407299"/>
              <a:gd name="connsiteY678" fmla="*/ 664084 h 2407299"/>
              <a:gd name="connsiteX679" fmla="*/ 1826237 w 2407299"/>
              <a:gd name="connsiteY679" fmla="*/ 664084 h 2407299"/>
              <a:gd name="connsiteX680" fmla="*/ 1909229 w 2407299"/>
              <a:gd name="connsiteY680" fmla="*/ 664084 h 2407299"/>
              <a:gd name="connsiteX681" fmla="*/ 1909229 w 2407299"/>
              <a:gd name="connsiteY681" fmla="*/ 747105 h 2407299"/>
              <a:gd name="connsiteX682" fmla="*/ 1992251 w 2407299"/>
              <a:gd name="connsiteY682" fmla="*/ 747105 h 2407299"/>
              <a:gd name="connsiteX683" fmla="*/ 1992251 w 2407299"/>
              <a:gd name="connsiteY683" fmla="*/ 664084 h 2407299"/>
              <a:gd name="connsiteX684" fmla="*/ 1909229 w 2407299"/>
              <a:gd name="connsiteY684" fmla="*/ 664084 h 2407299"/>
              <a:gd name="connsiteX685" fmla="*/ 1992251 w 2407299"/>
              <a:gd name="connsiteY685" fmla="*/ 664084 h 2407299"/>
              <a:gd name="connsiteX686" fmla="*/ 1992251 w 2407299"/>
              <a:gd name="connsiteY686" fmla="*/ 747105 h 2407299"/>
              <a:gd name="connsiteX687" fmla="*/ 2075272 w 2407299"/>
              <a:gd name="connsiteY687" fmla="*/ 747105 h 2407299"/>
              <a:gd name="connsiteX688" fmla="*/ 2075272 w 2407299"/>
              <a:gd name="connsiteY688" fmla="*/ 664084 h 2407299"/>
              <a:gd name="connsiteX689" fmla="*/ 1992251 w 2407299"/>
              <a:gd name="connsiteY689" fmla="*/ 664084 h 2407299"/>
              <a:gd name="connsiteX690" fmla="*/ 2075272 w 2407299"/>
              <a:gd name="connsiteY690" fmla="*/ 664084 h 2407299"/>
              <a:gd name="connsiteX691" fmla="*/ 2075272 w 2407299"/>
              <a:gd name="connsiteY691" fmla="*/ 747105 h 2407299"/>
              <a:gd name="connsiteX692" fmla="*/ 2158264 w 2407299"/>
              <a:gd name="connsiteY692" fmla="*/ 747105 h 2407299"/>
              <a:gd name="connsiteX693" fmla="*/ 2158264 w 2407299"/>
              <a:gd name="connsiteY693" fmla="*/ 664084 h 2407299"/>
              <a:gd name="connsiteX694" fmla="*/ 2075272 w 2407299"/>
              <a:gd name="connsiteY694" fmla="*/ 664084 h 2407299"/>
              <a:gd name="connsiteX695" fmla="*/ 2324277 w 2407299"/>
              <a:gd name="connsiteY695" fmla="*/ 664084 h 2407299"/>
              <a:gd name="connsiteX696" fmla="*/ 2324277 w 2407299"/>
              <a:gd name="connsiteY696" fmla="*/ 747105 h 2407299"/>
              <a:gd name="connsiteX697" fmla="*/ 2407299 w 2407299"/>
              <a:gd name="connsiteY697" fmla="*/ 747105 h 2407299"/>
              <a:gd name="connsiteX698" fmla="*/ 2407299 w 2407299"/>
              <a:gd name="connsiteY698" fmla="*/ 664084 h 2407299"/>
              <a:gd name="connsiteX699" fmla="*/ 2324277 w 2407299"/>
              <a:gd name="connsiteY699" fmla="*/ 664084 h 2407299"/>
              <a:gd name="connsiteX700" fmla="*/ 83022 w 2407299"/>
              <a:gd name="connsiteY700" fmla="*/ 747105 h 2407299"/>
              <a:gd name="connsiteX701" fmla="*/ 83022 w 2407299"/>
              <a:gd name="connsiteY701" fmla="*/ 830097 h 2407299"/>
              <a:gd name="connsiteX702" fmla="*/ 166013 w 2407299"/>
              <a:gd name="connsiteY702" fmla="*/ 830097 h 2407299"/>
              <a:gd name="connsiteX703" fmla="*/ 166013 w 2407299"/>
              <a:gd name="connsiteY703" fmla="*/ 747105 h 2407299"/>
              <a:gd name="connsiteX704" fmla="*/ 83022 w 2407299"/>
              <a:gd name="connsiteY704" fmla="*/ 747105 h 2407299"/>
              <a:gd name="connsiteX705" fmla="*/ 249035 w 2407299"/>
              <a:gd name="connsiteY705" fmla="*/ 747105 h 2407299"/>
              <a:gd name="connsiteX706" fmla="*/ 249035 w 2407299"/>
              <a:gd name="connsiteY706" fmla="*/ 830097 h 2407299"/>
              <a:gd name="connsiteX707" fmla="*/ 332027 w 2407299"/>
              <a:gd name="connsiteY707" fmla="*/ 830097 h 2407299"/>
              <a:gd name="connsiteX708" fmla="*/ 332027 w 2407299"/>
              <a:gd name="connsiteY708" fmla="*/ 747105 h 2407299"/>
              <a:gd name="connsiteX709" fmla="*/ 249035 w 2407299"/>
              <a:gd name="connsiteY709" fmla="*/ 747105 h 2407299"/>
              <a:gd name="connsiteX710" fmla="*/ 415048 w 2407299"/>
              <a:gd name="connsiteY710" fmla="*/ 747105 h 2407299"/>
              <a:gd name="connsiteX711" fmla="*/ 415048 w 2407299"/>
              <a:gd name="connsiteY711" fmla="*/ 830097 h 2407299"/>
              <a:gd name="connsiteX712" fmla="*/ 498070 w 2407299"/>
              <a:gd name="connsiteY712" fmla="*/ 830097 h 2407299"/>
              <a:gd name="connsiteX713" fmla="*/ 498070 w 2407299"/>
              <a:gd name="connsiteY713" fmla="*/ 747105 h 2407299"/>
              <a:gd name="connsiteX714" fmla="*/ 415048 w 2407299"/>
              <a:gd name="connsiteY714" fmla="*/ 747105 h 2407299"/>
              <a:gd name="connsiteX715" fmla="*/ 664084 w 2407299"/>
              <a:gd name="connsiteY715" fmla="*/ 747105 h 2407299"/>
              <a:gd name="connsiteX716" fmla="*/ 664084 w 2407299"/>
              <a:gd name="connsiteY716" fmla="*/ 830097 h 2407299"/>
              <a:gd name="connsiteX717" fmla="*/ 747105 w 2407299"/>
              <a:gd name="connsiteY717" fmla="*/ 830097 h 2407299"/>
              <a:gd name="connsiteX718" fmla="*/ 747105 w 2407299"/>
              <a:gd name="connsiteY718" fmla="*/ 747105 h 2407299"/>
              <a:gd name="connsiteX719" fmla="*/ 664084 w 2407299"/>
              <a:gd name="connsiteY719" fmla="*/ 747105 h 2407299"/>
              <a:gd name="connsiteX720" fmla="*/ 747105 w 2407299"/>
              <a:gd name="connsiteY720" fmla="*/ 747105 h 2407299"/>
              <a:gd name="connsiteX721" fmla="*/ 747105 w 2407299"/>
              <a:gd name="connsiteY721" fmla="*/ 830097 h 2407299"/>
              <a:gd name="connsiteX722" fmla="*/ 830097 w 2407299"/>
              <a:gd name="connsiteY722" fmla="*/ 830097 h 2407299"/>
              <a:gd name="connsiteX723" fmla="*/ 830097 w 2407299"/>
              <a:gd name="connsiteY723" fmla="*/ 747105 h 2407299"/>
              <a:gd name="connsiteX724" fmla="*/ 747105 w 2407299"/>
              <a:gd name="connsiteY724" fmla="*/ 747105 h 2407299"/>
              <a:gd name="connsiteX725" fmla="*/ 913119 w 2407299"/>
              <a:gd name="connsiteY725" fmla="*/ 747105 h 2407299"/>
              <a:gd name="connsiteX726" fmla="*/ 913119 w 2407299"/>
              <a:gd name="connsiteY726" fmla="*/ 830097 h 2407299"/>
              <a:gd name="connsiteX727" fmla="*/ 996110 w 2407299"/>
              <a:gd name="connsiteY727" fmla="*/ 830097 h 2407299"/>
              <a:gd name="connsiteX728" fmla="*/ 996110 w 2407299"/>
              <a:gd name="connsiteY728" fmla="*/ 747105 h 2407299"/>
              <a:gd name="connsiteX729" fmla="*/ 913119 w 2407299"/>
              <a:gd name="connsiteY729" fmla="*/ 747105 h 2407299"/>
              <a:gd name="connsiteX730" fmla="*/ 1494180 w 2407299"/>
              <a:gd name="connsiteY730" fmla="*/ 747105 h 2407299"/>
              <a:gd name="connsiteX731" fmla="*/ 1494180 w 2407299"/>
              <a:gd name="connsiteY731" fmla="*/ 830097 h 2407299"/>
              <a:gd name="connsiteX732" fmla="*/ 1577202 w 2407299"/>
              <a:gd name="connsiteY732" fmla="*/ 830097 h 2407299"/>
              <a:gd name="connsiteX733" fmla="*/ 1577202 w 2407299"/>
              <a:gd name="connsiteY733" fmla="*/ 747105 h 2407299"/>
              <a:gd name="connsiteX734" fmla="*/ 1494180 w 2407299"/>
              <a:gd name="connsiteY734" fmla="*/ 747105 h 2407299"/>
              <a:gd name="connsiteX735" fmla="*/ 1577202 w 2407299"/>
              <a:gd name="connsiteY735" fmla="*/ 747105 h 2407299"/>
              <a:gd name="connsiteX736" fmla="*/ 1577202 w 2407299"/>
              <a:gd name="connsiteY736" fmla="*/ 830097 h 2407299"/>
              <a:gd name="connsiteX737" fmla="*/ 1660194 w 2407299"/>
              <a:gd name="connsiteY737" fmla="*/ 830097 h 2407299"/>
              <a:gd name="connsiteX738" fmla="*/ 1660194 w 2407299"/>
              <a:gd name="connsiteY738" fmla="*/ 747105 h 2407299"/>
              <a:gd name="connsiteX739" fmla="*/ 1577202 w 2407299"/>
              <a:gd name="connsiteY739" fmla="*/ 747105 h 2407299"/>
              <a:gd name="connsiteX740" fmla="*/ 1743216 w 2407299"/>
              <a:gd name="connsiteY740" fmla="*/ 747105 h 2407299"/>
              <a:gd name="connsiteX741" fmla="*/ 1743216 w 2407299"/>
              <a:gd name="connsiteY741" fmla="*/ 830097 h 2407299"/>
              <a:gd name="connsiteX742" fmla="*/ 1826237 w 2407299"/>
              <a:gd name="connsiteY742" fmla="*/ 830097 h 2407299"/>
              <a:gd name="connsiteX743" fmla="*/ 1826237 w 2407299"/>
              <a:gd name="connsiteY743" fmla="*/ 747105 h 2407299"/>
              <a:gd name="connsiteX744" fmla="*/ 1743216 w 2407299"/>
              <a:gd name="connsiteY744" fmla="*/ 747105 h 2407299"/>
              <a:gd name="connsiteX745" fmla="*/ 1826237 w 2407299"/>
              <a:gd name="connsiteY745" fmla="*/ 747105 h 2407299"/>
              <a:gd name="connsiteX746" fmla="*/ 1826237 w 2407299"/>
              <a:gd name="connsiteY746" fmla="*/ 830097 h 2407299"/>
              <a:gd name="connsiteX747" fmla="*/ 1909229 w 2407299"/>
              <a:gd name="connsiteY747" fmla="*/ 830097 h 2407299"/>
              <a:gd name="connsiteX748" fmla="*/ 1909229 w 2407299"/>
              <a:gd name="connsiteY748" fmla="*/ 747105 h 2407299"/>
              <a:gd name="connsiteX749" fmla="*/ 1826237 w 2407299"/>
              <a:gd name="connsiteY749" fmla="*/ 747105 h 2407299"/>
              <a:gd name="connsiteX750" fmla="*/ 1909229 w 2407299"/>
              <a:gd name="connsiteY750" fmla="*/ 747105 h 2407299"/>
              <a:gd name="connsiteX751" fmla="*/ 1909229 w 2407299"/>
              <a:gd name="connsiteY751" fmla="*/ 830097 h 2407299"/>
              <a:gd name="connsiteX752" fmla="*/ 1992251 w 2407299"/>
              <a:gd name="connsiteY752" fmla="*/ 830097 h 2407299"/>
              <a:gd name="connsiteX753" fmla="*/ 1992251 w 2407299"/>
              <a:gd name="connsiteY753" fmla="*/ 747105 h 2407299"/>
              <a:gd name="connsiteX754" fmla="*/ 1909229 w 2407299"/>
              <a:gd name="connsiteY754" fmla="*/ 747105 h 2407299"/>
              <a:gd name="connsiteX755" fmla="*/ 2158264 w 2407299"/>
              <a:gd name="connsiteY755" fmla="*/ 747105 h 2407299"/>
              <a:gd name="connsiteX756" fmla="*/ 2158264 w 2407299"/>
              <a:gd name="connsiteY756" fmla="*/ 830097 h 2407299"/>
              <a:gd name="connsiteX757" fmla="*/ 2241286 w 2407299"/>
              <a:gd name="connsiteY757" fmla="*/ 830097 h 2407299"/>
              <a:gd name="connsiteX758" fmla="*/ 2241286 w 2407299"/>
              <a:gd name="connsiteY758" fmla="*/ 747105 h 2407299"/>
              <a:gd name="connsiteX759" fmla="*/ 2158264 w 2407299"/>
              <a:gd name="connsiteY759" fmla="*/ 747105 h 2407299"/>
              <a:gd name="connsiteX760" fmla="*/ 2241286 w 2407299"/>
              <a:gd name="connsiteY760" fmla="*/ 747105 h 2407299"/>
              <a:gd name="connsiteX761" fmla="*/ 2241286 w 2407299"/>
              <a:gd name="connsiteY761" fmla="*/ 830097 h 2407299"/>
              <a:gd name="connsiteX762" fmla="*/ 2324277 w 2407299"/>
              <a:gd name="connsiteY762" fmla="*/ 830097 h 2407299"/>
              <a:gd name="connsiteX763" fmla="*/ 2324277 w 2407299"/>
              <a:gd name="connsiteY763" fmla="*/ 747105 h 2407299"/>
              <a:gd name="connsiteX764" fmla="*/ 2241286 w 2407299"/>
              <a:gd name="connsiteY764" fmla="*/ 747105 h 2407299"/>
              <a:gd name="connsiteX765" fmla="*/ 83022 w 2407299"/>
              <a:gd name="connsiteY765" fmla="*/ 830097 h 2407299"/>
              <a:gd name="connsiteX766" fmla="*/ 83022 w 2407299"/>
              <a:gd name="connsiteY766" fmla="*/ 913119 h 2407299"/>
              <a:gd name="connsiteX767" fmla="*/ 166013 w 2407299"/>
              <a:gd name="connsiteY767" fmla="*/ 913119 h 2407299"/>
              <a:gd name="connsiteX768" fmla="*/ 166013 w 2407299"/>
              <a:gd name="connsiteY768" fmla="*/ 830097 h 2407299"/>
              <a:gd name="connsiteX769" fmla="*/ 83022 w 2407299"/>
              <a:gd name="connsiteY769" fmla="*/ 830097 h 2407299"/>
              <a:gd name="connsiteX770" fmla="*/ 166013 w 2407299"/>
              <a:gd name="connsiteY770" fmla="*/ 830097 h 2407299"/>
              <a:gd name="connsiteX771" fmla="*/ 166013 w 2407299"/>
              <a:gd name="connsiteY771" fmla="*/ 913119 h 2407299"/>
              <a:gd name="connsiteX772" fmla="*/ 249035 w 2407299"/>
              <a:gd name="connsiteY772" fmla="*/ 913119 h 2407299"/>
              <a:gd name="connsiteX773" fmla="*/ 249035 w 2407299"/>
              <a:gd name="connsiteY773" fmla="*/ 830097 h 2407299"/>
              <a:gd name="connsiteX774" fmla="*/ 166013 w 2407299"/>
              <a:gd name="connsiteY774" fmla="*/ 830097 h 2407299"/>
              <a:gd name="connsiteX775" fmla="*/ 249035 w 2407299"/>
              <a:gd name="connsiteY775" fmla="*/ 830097 h 2407299"/>
              <a:gd name="connsiteX776" fmla="*/ 249035 w 2407299"/>
              <a:gd name="connsiteY776" fmla="*/ 913119 h 2407299"/>
              <a:gd name="connsiteX777" fmla="*/ 332027 w 2407299"/>
              <a:gd name="connsiteY777" fmla="*/ 913119 h 2407299"/>
              <a:gd name="connsiteX778" fmla="*/ 332027 w 2407299"/>
              <a:gd name="connsiteY778" fmla="*/ 830097 h 2407299"/>
              <a:gd name="connsiteX779" fmla="*/ 249035 w 2407299"/>
              <a:gd name="connsiteY779" fmla="*/ 830097 h 2407299"/>
              <a:gd name="connsiteX780" fmla="*/ 332027 w 2407299"/>
              <a:gd name="connsiteY780" fmla="*/ 830097 h 2407299"/>
              <a:gd name="connsiteX781" fmla="*/ 332027 w 2407299"/>
              <a:gd name="connsiteY781" fmla="*/ 913119 h 2407299"/>
              <a:gd name="connsiteX782" fmla="*/ 415048 w 2407299"/>
              <a:gd name="connsiteY782" fmla="*/ 913119 h 2407299"/>
              <a:gd name="connsiteX783" fmla="*/ 415048 w 2407299"/>
              <a:gd name="connsiteY783" fmla="*/ 830097 h 2407299"/>
              <a:gd name="connsiteX784" fmla="*/ 332027 w 2407299"/>
              <a:gd name="connsiteY784" fmla="*/ 830097 h 2407299"/>
              <a:gd name="connsiteX785" fmla="*/ 498070 w 2407299"/>
              <a:gd name="connsiteY785" fmla="*/ 830097 h 2407299"/>
              <a:gd name="connsiteX786" fmla="*/ 498070 w 2407299"/>
              <a:gd name="connsiteY786" fmla="*/ 913119 h 2407299"/>
              <a:gd name="connsiteX787" fmla="*/ 581062 w 2407299"/>
              <a:gd name="connsiteY787" fmla="*/ 913119 h 2407299"/>
              <a:gd name="connsiteX788" fmla="*/ 581062 w 2407299"/>
              <a:gd name="connsiteY788" fmla="*/ 830097 h 2407299"/>
              <a:gd name="connsiteX789" fmla="*/ 498070 w 2407299"/>
              <a:gd name="connsiteY789" fmla="*/ 830097 h 2407299"/>
              <a:gd name="connsiteX790" fmla="*/ 747105 w 2407299"/>
              <a:gd name="connsiteY790" fmla="*/ 830097 h 2407299"/>
              <a:gd name="connsiteX791" fmla="*/ 747105 w 2407299"/>
              <a:gd name="connsiteY791" fmla="*/ 913119 h 2407299"/>
              <a:gd name="connsiteX792" fmla="*/ 830097 w 2407299"/>
              <a:gd name="connsiteY792" fmla="*/ 913119 h 2407299"/>
              <a:gd name="connsiteX793" fmla="*/ 830097 w 2407299"/>
              <a:gd name="connsiteY793" fmla="*/ 830097 h 2407299"/>
              <a:gd name="connsiteX794" fmla="*/ 747105 w 2407299"/>
              <a:gd name="connsiteY794" fmla="*/ 830097 h 2407299"/>
              <a:gd name="connsiteX795" fmla="*/ 830097 w 2407299"/>
              <a:gd name="connsiteY795" fmla="*/ 830097 h 2407299"/>
              <a:gd name="connsiteX796" fmla="*/ 830097 w 2407299"/>
              <a:gd name="connsiteY796" fmla="*/ 913119 h 2407299"/>
              <a:gd name="connsiteX797" fmla="*/ 913119 w 2407299"/>
              <a:gd name="connsiteY797" fmla="*/ 913119 h 2407299"/>
              <a:gd name="connsiteX798" fmla="*/ 913119 w 2407299"/>
              <a:gd name="connsiteY798" fmla="*/ 830097 h 2407299"/>
              <a:gd name="connsiteX799" fmla="*/ 830097 w 2407299"/>
              <a:gd name="connsiteY799" fmla="*/ 830097 h 2407299"/>
              <a:gd name="connsiteX800" fmla="*/ 996110 w 2407299"/>
              <a:gd name="connsiteY800" fmla="*/ 830097 h 2407299"/>
              <a:gd name="connsiteX801" fmla="*/ 996110 w 2407299"/>
              <a:gd name="connsiteY801" fmla="*/ 913119 h 2407299"/>
              <a:gd name="connsiteX802" fmla="*/ 1079132 w 2407299"/>
              <a:gd name="connsiteY802" fmla="*/ 913119 h 2407299"/>
              <a:gd name="connsiteX803" fmla="*/ 1079132 w 2407299"/>
              <a:gd name="connsiteY803" fmla="*/ 830097 h 2407299"/>
              <a:gd name="connsiteX804" fmla="*/ 996110 w 2407299"/>
              <a:gd name="connsiteY804" fmla="*/ 830097 h 2407299"/>
              <a:gd name="connsiteX805" fmla="*/ 1162154 w 2407299"/>
              <a:gd name="connsiteY805" fmla="*/ 830097 h 2407299"/>
              <a:gd name="connsiteX806" fmla="*/ 1162154 w 2407299"/>
              <a:gd name="connsiteY806" fmla="*/ 913119 h 2407299"/>
              <a:gd name="connsiteX807" fmla="*/ 1245145 w 2407299"/>
              <a:gd name="connsiteY807" fmla="*/ 913119 h 2407299"/>
              <a:gd name="connsiteX808" fmla="*/ 1245145 w 2407299"/>
              <a:gd name="connsiteY808" fmla="*/ 830097 h 2407299"/>
              <a:gd name="connsiteX809" fmla="*/ 1162154 w 2407299"/>
              <a:gd name="connsiteY809" fmla="*/ 830097 h 2407299"/>
              <a:gd name="connsiteX810" fmla="*/ 1245145 w 2407299"/>
              <a:gd name="connsiteY810" fmla="*/ 830097 h 2407299"/>
              <a:gd name="connsiteX811" fmla="*/ 1245145 w 2407299"/>
              <a:gd name="connsiteY811" fmla="*/ 913119 h 2407299"/>
              <a:gd name="connsiteX812" fmla="*/ 1328167 w 2407299"/>
              <a:gd name="connsiteY812" fmla="*/ 913119 h 2407299"/>
              <a:gd name="connsiteX813" fmla="*/ 1328167 w 2407299"/>
              <a:gd name="connsiteY813" fmla="*/ 830097 h 2407299"/>
              <a:gd name="connsiteX814" fmla="*/ 1245145 w 2407299"/>
              <a:gd name="connsiteY814" fmla="*/ 830097 h 2407299"/>
              <a:gd name="connsiteX815" fmla="*/ 1494180 w 2407299"/>
              <a:gd name="connsiteY815" fmla="*/ 830097 h 2407299"/>
              <a:gd name="connsiteX816" fmla="*/ 1494180 w 2407299"/>
              <a:gd name="connsiteY816" fmla="*/ 913119 h 2407299"/>
              <a:gd name="connsiteX817" fmla="*/ 1577202 w 2407299"/>
              <a:gd name="connsiteY817" fmla="*/ 913119 h 2407299"/>
              <a:gd name="connsiteX818" fmla="*/ 1577202 w 2407299"/>
              <a:gd name="connsiteY818" fmla="*/ 830097 h 2407299"/>
              <a:gd name="connsiteX819" fmla="*/ 1494180 w 2407299"/>
              <a:gd name="connsiteY819" fmla="*/ 830097 h 2407299"/>
              <a:gd name="connsiteX820" fmla="*/ 1577202 w 2407299"/>
              <a:gd name="connsiteY820" fmla="*/ 830097 h 2407299"/>
              <a:gd name="connsiteX821" fmla="*/ 1577202 w 2407299"/>
              <a:gd name="connsiteY821" fmla="*/ 913119 h 2407299"/>
              <a:gd name="connsiteX822" fmla="*/ 1660194 w 2407299"/>
              <a:gd name="connsiteY822" fmla="*/ 913119 h 2407299"/>
              <a:gd name="connsiteX823" fmla="*/ 1660194 w 2407299"/>
              <a:gd name="connsiteY823" fmla="*/ 830097 h 2407299"/>
              <a:gd name="connsiteX824" fmla="*/ 1577202 w 2407299"/>
              <a:gd name="connsiteY824" fmla="*/ 830097 h 2407299"/>
              <a:gd name="connsiteX825" fmla="*/ 1743216 w 2407299"/>
              <a:gd name="connsiteY825" fmla="*/ 830097 h 2407299"/>
              <a:gd name="connsiteX826" fmla="*/ 1743216 w 2407299"/>
              <a:gd name="connsiteY826" fmla="*/ 913119 h 2407299"/>
              <a:gd name="connsiteX827" fmla="*/ 1826237 w 2407299"/>
              <a:gd name="connsiteY827" fmla="*/ 913119 h 2407299"/>
              <a:gd name="connsiteX828" fmla="*/ 1826237 w 2407299"/>
              <a:gd name="connsiteY828" fmla="*/ 830097 h 2407299"/>
              <a:gd name="connsiteX829" fmla="*/ 1743216 w 2407299"/>
              <a:gd name="connsiteY829" fmla="*/ 830097 h 2407299"/>
              <a:gd name="connsiteX830" fmla="*/ 1826237 w 2407299"/>
              <a:gd name="connsiteY830" fmla="*/ 830097 h 2407299"/>
              <a:gd name="connsiteX831" fmla="*/ 1826237 w 2407299"/>
              <a:gd name="connsiteY831" fmla="*/ 913119 h 2407299"/>
              <a:gd name="connsiteX832" fmla="*/ 1909229 w 2407299"/>
              <a:gd name="connsiteY832" fmla="*/ 913119 h 2407299"/>
              <a:gd name="connsiteX833" fmla="*/ 1909229 w 2407299"/>
              <a:gd name="connsiteY833" fmla="*/ 830097 h 2407299"/>
              <a:gd name="connsiteX834" fmla="*/ 1826237 w 2407299"/>
              <a:gd name="connsiteY834" fmla="*/ 830097 h 2407299"/>
              <a:gd name="connsiteX835" fmla="*/ 1992251 w 2407299"/>
              <a:gd name="connsiteY835" fmla="*/ 830097 h 2407299"/>
              <a:gd name="connsiteX836" fmla="*/ 1992251 w 2407299"/>
              <a:gd name="connsiteY836" fmla="*/ 913119 h 2407299"/>
              <a:gd name="connsiteX837" fmla="*/ 2075272 w 2407299"/>
              <a:gd name="connsiteY837" fmla="*/ 913119 h 2407299"/>
              <a:gd name="connsiteX838" fmla="*/ 2075272 w 2407299"/>
              <a:gd name="connsiteY838" fmla="*/ 830097 h 2407299"/>
              <a:gd name="connsiteX839" fmla="*/ 1992251 w 2407299"/>
              <a:gd name="connsiteY839" fmla="*/ 830097 h 2407299"/>
              <a:gd name="connsiteX840" fmla="*/ 2075272 w 2407299"/>
              <a:gd name="connsiteY840" fmla="*/ 830097 h 2407299"/>
              <a:gd name="connsiteX841" fmla="*/ 2075272 w 2407299"/>
              <a:gd name="connsiteY841" fmla="*/ 913119 h 2407299"/>
              <a:gd name="connsiteX842" fmla="*/ 2158264 w 2407299"/>
              <a:gd name="connsiteY842" fmla="*/ 913119 h 2407299"/>
              <a:gd name="connsiteX843" fmla="*/ 2158264 w 2407299"/>
              <a:gd name="connsiteY843" fmla="*/ 830097 h 2407299"/>
              <a:gd name="connsiteX844" fmla="*/ 2075272 w 2407299"/>
              <a:gd name="connsiteY844" fmla="*/ 830097 h 2407299"/>
              <a:gd name="connsiteX845" fmla="*/ 2158264 w 2407299"/>
              <a:gd name="connsiteY845" fmla="*/ 830097 h 2407299"/>
              <a:gd name="connsiteX846" fmla="*/ 2158264 w 2407299"/>
              <a:gd name="connsiteY846" fmla="*/ 913119 h 2407299"/>
              <a:gd name="connsiteX847" fmla="*/ 2241286 w 2407299"/>
              <a:gd name="connsiteY847" fmla="*/ 913119 h 2407299"/>
              <a:gd name="connsiteX848" fmla="*/ 2241286 w 2407299"/>
              <a:gd name="connsiteY848" fmla="*/ 830097 h 2407299"/>
              <a:gd name="connsiteX849" fmla="*/ 2158264 w 2407299"/>
              <a:gd name="connsiteY849" fmla="*/ 830097 h 2407299"/>
              <a:gd name="connsiteX850" fmla="*/ 2241286 w 2407299"/>
              <a:gd name="connsiteY850" fmla="*/ 830097 h 2407299"/>
              <a:gd name="connsiteX851" fmla="*/ 2241286 w 2407299"/>
              <a:gd name="connsiteY851" fmla="*/ 913119 h 2407299"/>
              <a:gd name="connsiteX852" fmla="*/ 2324277 w 2407299"/>
              <a:gd name="connsiteY852" fmla="*/ 913119 h 2407299"/>
              <a:gd name="connsiteX853" fmla="*/ 2324277 w 2407299"/>
              <a:gd name="connsiteY853" fmla="*/ 830097 h 2407299"/>
              <a:gd name="connsiteX854" fmla="*/ 2241286 w 2407299"/>
              <a:gd name="connsiteY854" fmla="*/ 830097 h 2407299"/>
              <a:gd name="connsiteX855" fmla="*/ 249035 w 2407299"/>
              <a:gd name="connsiteY855" fmla="*/ 913119 h 2407299"/>
              <a:gd name="connsiteX856" fmla="*/ 249035 w 2407299"/>
              <a:gd name="connsiteY856" fmla="*/ 996110 h 2407299"/>
              <a:gd name="connsiteX857" fmla="*/ 332027 w 2407299"/>
              <a:gd name="connsiteY857" fmla="*/ 996110 h 2407299"/>
              <a:gd name="connsiteX858" fmla="*/ 332027 w 2407299"/>
              <a:gd name="connsiteY858" fmla="*/ 913119 h 2407299"/>
              <a:gd name="connsiteX859" fmla="*/ 249035 w 2407299"/>
              <a:gd name="connsiteY859" fmla="*/ 913119 h 2407299"/>
              <a:gd name="connsiteX860" fmla="*/ 415048 w 2407299"/>
              <a:gd name="connsiteY860" fmla="*/ 913119 h 2407299"/>
              <a:gd name="connsiteX861" fmla="*/ 415048 w 2407299"/>
              <a:gd name="connsiteY861" fmla="*/ 996110 h 2407299"/>
              <a:gd name="connsiteX862" fmla="*/ 498070 w 2407299"/>
              <a:gd name="connsiteY862" fmla="*/ 996110 h 2407299"/>
              <a:gd name="connsiteX863" fmla="*/ 498070 w 2407299"/>
              <a:gd name="connsiteY863" fmla="*/ 913119 h 2407299"/>
              <a:gd name="connsiteX864" fmla="*/ 415048 w 2407299"/>
              <a:gd name="connsiteY864" fmla="*/ 913119 h 2407299"/>
              <a:gd name="connsiteX865" fmla="*/ 830097 w 2407299"/>
              <a:gd name="connsiteY865" fmla="*/ 913119 h 2407299"/>
              <a:gd name="connsiteX866" fmla="*/ 830097 w 2407299"/>
              <a:gd name="connsiteY866" fmla="*/ 996110 h 2407299"/>
              <a:gd name="connsiteX867" fmla="*/ 913119 w 2407299"/>
              <a:gd name="connsiteY867" fmla="*/ 996110 h 2407299"/>
              <a:gd name="connsiteX868" fmla="*/ 913119 w 2407299"/>
              <a:gd name="connsiteY868" fmla="*/ 913119 h 2407299"/>
              <a:gd name="connsiteX869" fmla="*/ 830097 w 2407299"/>
              <a:gd name="connsiteY869" fmla="*/ 913119 h 2407299"/>
              <a:gd name="connsiteX870" fmla="*/ 913119 w 2407299"/>
              <a:gd name="connsiteY870" fmla="*/ 913119 h 2407299"/>
              <a:gd name="connsiteX871" fmla="*/ 913119 w 2407299"/>
              <a:gd name="connsiteY871" fmla="*/ 996110 h 2407299"/>
              <a:gd name="connsiteX872" fmla="*/ 996110 w 2407299"/>
              <a:gd name="connsiteY872" fmla="*/ 996110 h 2407299"/>
              <a:gd name="connsiteX873" fmla="*/ 996110 w 2407299"/>
              <a:gd name="connsiteY873" fmla="*/ 913119 h 2407299"/>
              <a:gd name="connsiteX874" fmla="*/ 913119 w 2407299"/>
              <a:gd name="connsiteY874" fmla="*/ 913119 h 2407299"/>
              <a:gd name="connsiteX875" fmla="*/ 1079132 w 2407299"/>
              <a:gd name="connsiteY875" fmla="*/ 913119 h 2407299"/>
              <a:gd name="connsiteX876" fmla="*/ 1079132 w 2407299"/>
              <a:gd name="connsiteY876" fmla="*/ 996110 h 2407299"/>
              <a:gd name="connsiteX877" fmla="*/ 1162154 w 2407299"/>
              <a:gd name="connsiteY877" fmla="*/ 996110 h 2407299"/>
              <a:gd name="connsiteX878" fmla="*/ 1162154 w 2407299"/>
              <a:gd name="connsiteY878" fmla="*/ 913119 h 2407299"/>
              <a:gd name="connsiteX879" fmla="*/ 1079132 w 2407299"/>
              <a:gd name="connsiteY879" fmla="*/ 913119 h 2407299"/>
              <a:gd name="connsiteX880" fmla="*/ 1162154 w 2407299"/>
              <a:gd name="connsiteY880" fmla="*/ 913119 h 2407299"/>
              <a:gd name="connsiteX881" fmla="*/ 1162154 w 2407299"/>
              <a:gd name="connsiteY881" fmla="*/ 996110 h 2407299"/>
              <a:gd name="connsiteX882" fmla="*/ 1245145 w 2407299"/>
              <a:gd name="connsiteY882" fmla="*/ 996110 h 2407299"/>
              <a:gd name="connsiteX883" fmla="*/ 1245145 w 2407299"/>
              <a:gd name="connsiteY883" fmla="*/ 913119 h 2407299"/>
              <a:gd name="connsiteX884" fmla="*/ 1162154 w 2407299"/>
              <a:gd name="connsiteY884" fmla="*/ 913119 h 2407299"/>
              <a:gd name="connsiteX885" fmla="*/ 1494180 w 2407299"/>
              <a:gd name="connsiteY885" fmla="*/ 913119 h 2407299"/>
              <a:gd name="connsiteX886" fmla="*/ 1494180 w 2407299"/>
              <a:gd name="connsiteY886" fmla="*/ 996110 h 2407299"/>
              <a:gd name="connsiteX887" fmla="*/ 1577202 w 2407299"/>
              <a:gd name="connsiteY887" fmla="*/ 996110 h 2407299"/>
              <a:gd name="connsiteX888" fmla="*/ 1577202 w 2407299"/>
              <a:gd name="connsiteY888" fmla="*/ 913119 h 2407299"/>
              <a:gd name="connsiteX889" fmla="*/ 1494180 w 2407299"/>
              <a:gd name="connsiteY889" fmla="*/ 913119 h 2407299"/>
              <a:gd name="connsiteX890" fmla="*/ 1743216 w 2407299"/>
              <a:gd name="connsiteY890" fmla="*/ 913119 h 2407299"/>
              <a:gd name="connsiteX891" fmla="*/ 1743216 w 2407299"/>
              <a:gd name="connsiteY891" fmla="*/ 996110 h 2407299"/>
              <a:gd name="connsiteX892" fmla="*/ 1826237 w 2407299"/>
              <a:gd name="connsiteY892" fmla="*/ 996110 h 2407299"/>
              <a:gd name="connsiteX893" fmla="*/ 1826237 w 2407299"/>
              <a:gd name="connsiteY893" fmla="*/ 913119 h 2407299"/>
              <a:gd name="connsiteX894" fmla="*/ 1743216 w 2407299"/>
              <a:gd name="connsiteY894" fmla="*/ 913119 h 2407299"/>
              <a:gd name="connsiteX895" fmla="*/ 1826237 w 2407299"/>
              <a:gd name="connsiteY895" fmla="*/ 913119 h 2407299"/>
              <a:gd name="connsiteX896" fmla="*/ 1826237 w 2407299"/>
              <a:gd name="connsiteY896" fmla="*/ 996110 h 2407299"/>
              <a:gd name="connsiteX897" fmla="*/ 1909229 w 2407299"/>
              <a:gd name="connsiteY897" fmla="*/ 996110 h 2407299"/>
              <a:gd name="connsiteX898" fmla="*/ 1909229 w 2407299"/>
              <a:gd name="connsiteY898" fmla="*/ 913119 h 2407299"/>
              <a:gd name="connsiteX899" fmla="*/ 1826237 w 2407299"/>
              <a:gd name="connsiteY899" fmla="*/ 913119 h 2407299"/>
              <a:gd name="connsiteX900" fmla="*/ 1909229 w 2407299"/>
              <a:gd name="connsiteY900" fmla="*/ 913119 h 2407299"/>
              <a:gd name="connsiteX901" fmla="*/ 1909229 w 2407299"/>
              <a:gd name="connsiteY901" fmla="*/ 996110 h 2407299"/>
              <a:gd name="connsiteX902" fmla="*/ 1992251 w 2407299"/>
              <a:gd name="connsiteY902" fmla="*/ 996110 h 2407299"/>
              <a:gd name="connsiteX903" fmla="*/ 1992251 w 2407299"/>
              <a:gd name="connsiteY903" fmla="*/ 913119 h 2407299"/>
              <a:gd name="connsiteX904" fmla="*/ 1909229 w 2407299"/>
              <a:gd name="connsiteY904" fmla="*/ 913119 h 2407299"/>
              <a:gd name="connsiteX905" fmla="*/ 1992251 w 2407299"/>
              <a:gd name="connsiteY905" fmla="*/ 913119 h 2407299"/>
              <a:gd name="connsiteX906" fmla="*/ 1992251 w 2407299"/>
              <a:gd name="connsiteY906" fmla="*/ 996110 h 2407299"/>
              <a:gd name="connsiteX907" fmla="*/ 2075272 w 2407299"/>
              <a:gd name="connsiteY907" fmla="*/ 996110 h 2407299"/>
              <a:gd name="connsiteX908" fmla="*/ 2075272 w 2407299"/>
              <a:gd name="connsiteY908" fmla="*/ 913119 h 2407299"/>
              <a:gd name="connsiteX909" fmla="*/ 1992251 w 2407299"/>
              <a:gd name="connsiteY909" fmla="*/ 913119 h 2407299"/>
              <a:gd name="connsiteX910" fmla="*/ 2075272 w 2407299"/>
              <a:gd name="connsiteY910" fmla="*/ 913119 h 2407299"/>
              <a:gd name="connsiteX911" fmla="*/ 2075272 w 2407299"/>
              <a:gd name="connsiteY911" fmla="*/ 996110 h 2407299"/>
              <a:gd name="connsiteX912" fmla="*/ 2158264 w 2407299"/>
              <a:gd name="connsiteY912" fmla="*/ 996110 h 2407299"/>
              <a:gd name="connsiteX913" fmla="*/ 2158264 w 2407299"/>
              <a:gd name="connsiteY913" fmla="*/ 913119 h 2407299"/>
              <a:gd name="connsiteX914" fmla="*/ 2075272 w 2407299"/>
              <a:gd name="connsiteY914" fmla="*/ 913119 h 2407299"/>
              <a:gd name="connsiteX915" fmla="*/ 2241286 w 2407299"/>
              <a:gd name="connsiteY915" fmla="*/ 913119 h 2407299"/>
              <a:gd name="connsiteX916" fmla="*/ 2241286 w 2407299"/>
              <a:gd name="connsiteY916" fmla="*/ 996110 h 2407299"/>
              <a:gd name="connsiteX917" fmla="*/ 2324277 w 2407299"/>
              <a:gd name="connsiteY917" fmla="*/ 996110 h 2407299"/>
              <a:gd name="connsiteX918" fmla="*/ 2324277 w 2407299"/>
              <a:gd name="connsiteY918" fmla="*/ 913119 h 2407299"/>
              <a:gd name="connsiteX919" fmla="*/ 2241286 w 2407299"/>
              <a:gd name="connsiteY919" fmla="*/ 913119 h 2407299"/>
              <a:gd name="connsiteX920" fmla="*/ 0 w 2407299"/>
              <a:gd name="connsiteY920" fmla="*/ 996110 h 2407299"/>
              <a:gd name="connsiteX921" fmla="*/ 0 w 2407299"/>
              <a:gd name="connsiteY921" fmla="*/ 1079132 h 2407299"/>
              <a:gd name="connsiteX922" fmla="*/ 83022 w 2407299"/>
              <a:gd name="connsiteY922" fmla="*/ 1079132 h 2407299"/>
              <a:gd name="connsiteX923" fmla="*/ 83022 w 2407299"/>
              <a:gd name="connsiteY923" fmla="*/ 996110 h 2407299"/>
              <a:gd name="connsiteX924" fmla="*/ 0 w 2407299"/>
              <a:gd name="connsiteY924" fmla="*/ 996110 h 2407299"/>
              <a:gd name="connsiteX925" fmla="*/ 83022 w 2407299"/>
              <a:gd name="connsiteY925" fmla="*/ 996110 h 2407299"/>
              <a:gd name="connsiteX926" fmla="*/ 83022 w 2407299"/>
              <a:gd name="connsiteY926" fmla="*/ 1079132 h 2407299"/>
              <a:gd name="connsiteX927" fmla="*/ 166013 w 2407299"/>
              <a:gd name="connsiteY927" fmla="*/ 1079132 h 2407299"/>
              <a:gd name="connsiteX928" fmla="*/ 166013 w 2407299"/>
              <a:gd name="connsiteY928" fmla="*/ 996110 h 2407299"/>
              <a:gd name="connsiteX929" fmla="*/ 83022 w 2407299"/>
              <a:gd name="connsiteY929" fmla="*/ 996110 h 2407299"/>
              <a:gd name="connsiteX930" fmla="*/ 166013 w 2407299"/>
              <a:gd name="connsiteY930" fmla="*/ 996110 h 2407299"/>
              <a:gd name="connsiteX931" fmla="*/ 166013 w 2407299"/>
              <a:gd name="connsiteY931" fmla="*/ 1079132 h 2407299"/>
              <a:gd name="connsiteX932" fmla="*/ 249035 w 2407299"/>
              <a:gd name="connsiteY932" fmla="*/ 1079132 h 2407299"/>
              <a:gd name="connsiteX933" fmla="*/ 249035 w 2407299"/>
              <a:gd name="connsiteY933" fmla="*/ 996110 h 2407299"/>
              <a:gd name="connsiteX934" fmla="*/ 166013 w 2407299"/>
              <a:gd name="connsiteY934" fmla="*/ 996110 h 2407299"/>
              <a:gd name="connsiteX935" fmla="*/ 249035 w 2407299"/>
              <a:gd name="connsiteY935" fmla="*/ 996110 h 2407299"/>
              <a:gd name="connsiteX936" fmla="*/ 249035 w 2407299"/>
              <a:gd name="connsiteY936" fmla="*/ 1079132 h 2407299"/>
              <a:gd name="connsiteX937" fmla="*/ 332027 w 2407299"/>
              <a:gd name="connsiteY937" fmla="*/ 1079132 h 2407299"/>
              <a:gd name="connsiteX938" fmla="*/ 332027 w 2407299"/>
              <a:gd name="connsiteY938" fmla="*/ 996110 h 2407299"/>
              <a:gd name="connsiteX939" fmla="*/ 249035 w 2407299"/>
              <a:gd name="connsiteY939" fmla="*/ 996110 h 2407299"/>
              <a:gd name="connsiteX940" fmla="*/ 415048 w 2407299"/>
              <a:gd name="connsiteY940" fmla="*/ 996110 h 2407299"/>
              <a:gd name="connsiteX941" fmla="*/ 415048 w 2407299"/>
              <a:gd name="connsiteY941" fmla="*/ 1079132 h 2407299"/>
              <a:gd name="connsiteX942" fmla="*/ 498070 w 2407299"/>
              <a:gd name="connsiteY942" fmla="*/ 1079132 h 2407299"/>
              <a:gd name="connsiteX943" fmla="*/ 498070 w 2407299"/>
              <a:gd name="connsiteY943" fmla="*/ 996110 h 2407299"/>
              <a:gd name="connsiteX944" fmla="*/ 415048 w 2407299"/>
              <a:gd name="connsiteY944" fmla="*/ 996110 h 2407299"/>
              <a:gd name="connsiteX945" fmla="*/ 498070 w 2407299"/>
              <a:gd name="connsiteY945" fmla="*/ 996110 h 2407299"/>
              <a:gd name="connsiteX946" fmla="*/ 498070 w 2407299"/>
              <a:gd name="connsiteY946" fmla="*/ 1079132 h 2407299"/>
              <a:gd name="connsiteX947" fmla="*/ 581062 w 2407299"/>
              <a:gd name="connsiteY947" fmla="*/ 1079132 h 2407299"/>
              <a:gd name="connsiteX948" fmla="*/ 581062 w 2407299"/>
              <a:gd name="connsiteY948" fmla="*/ 996110 h 2407299"/>
              <a:gd name="connsiteX949" fmla="*/ 498070 w 2407299"/>
              <a:gd name="connsiteY949" fmla="*/ 996110 h 2407299"/>
              <a:gd name="connsiteX950" fmla="*/ 581062 w 2407299"/>
              <a:gd name="connsiteY950" fmla="*/ 996110 h 2407299"/>
              <a:gd name="connsiteX951" fmla="*/ 581062 w 2407299"/>
              <a:gd name="connsiteY951" fmla="*/ 1079132 h 2407299"/>
              <a:gd name="connsiteX952" fmla="*/ 664084 w 2407299"/>
              <a:gd name="connsiteY952" fmla="*/ 1079132 h 2407299"/>
              <a:gd name="connsiteX953" fmla="*/ 664084 w 2407299"/>
              <a:gd name="connsiteY953" fmla="*/ 996110 h 2407299"/>
              <a:gd name="connsiteX954" fmla="*/ 581062 w 2407299"/>
              <a:gd name="connsiteY954" fmla="*/ 996110 h 2407299"/>
              <a:gd name="connsiteX955" fmla="*/ 664084 w 2407299"/>
              <a:gd name="connsiteY955" fmla="*/ 996110 h 2407299"/>
              <a:gd name="connsiteX956" fmla="*/ 664084 w 2407299"/>
              <a:gd name="connsiteY956" fmla="*/ 1079132 h 2407299"/>
              <a:gd name="connsiteX957" fmla="*/ 747105 w 2407299"/>
              <a:gd name="connsiteY957" fmla="*/ 1079132 h 2407299"/>
              <a:gd name="connsiteX958" fmla="*/ 747105 w 2407299"/>
              <a:gd name="connsiteY958" fmla="*/ 996110 h 2407299"/>
              <a:gd name="connsiteX959" fmla="*/ 664084 w 2407299"/>
              <a:gd name="connsiteY959" fmla="*/ 996110 h 2407299"/>
              <a:gd name="connsiteX960" fmla="*/ 913119 w 2407299"/>
              <a:gd name="connsiteY960" fmla="*/ 996110 h 2407299"/>
              <a:gd name="connsiteX961" fmla="*/ 913119 w 2407299"/>
              <a:gd name="connsiteY961" fmla="*/ 1079132 h 2407299"/>
              <a:gd name="connsiteX962" fmla="*/ 996110 w 2407299"/>
              <a:gd name="connsiteY962" fmla="*/ 1079132 h 2407299"/>
              <a:gd name="connsiteX963" fmla="*/ 996110 w 2407299"/>
              <a:gd name="connsiteY963" fmla="*/ 996110 h 2407299"/>
              <a:gd name="connsiteX964" fmla="*/ 913119 w 2407299"/>
              <a:gd name="connsiteY964" fmla="*/ 996110 h 2407299"/>
              <a:gd name="connsiteX965" fmla="*/ 1328167 w 2407299"/>
              <a:gd name="connsiteY965" fmla="*/ 996110 h 2407299"/>
              <a:gd name="connsiteX966" fmla="*/ 1328167 w 2407299"/>
              <a:gd name="connsiteY966" fmla="*/ 1079132 h 2407299"/>
              <a:gd name="connsiteX967" fmla="*/ 1411189 w 2407299"/>
              <a:gd name="connsiteY967" fmla="*/ 1079132 h 2407299"/>
              <a:gd name="connsiteX968" fmla="*/ 1411189 w 2407299"/>
              <a:gd name="connsiteY968" fmla="*/ 996110 h 2407299"/>
              <a:gd name="connsiteX969" fmla="*/ 1328167 w 2407299"/>
              <a:gd name="connsiteY969" fmla="*/ 996110 h 2407299"/>
              <a:gd name="connsiteX970" fmla="*/ 1577202 w 2407299"/>
              <a:gd name="connsiteY970" fmla="*/ 996110 h 2407299"/>
              <a:gd name="connsiteX971" fmla="*/ 1577202 w 2407299"/>
              <a:gd name="connsiteY971" fmla="*/ 1079132 h 2407299"/>
              <a:gd name="connsiteX972" fmla="*/ 1660194 w 2407299"/>
              <a:gd name="connsiteY972" fmla="*/ 1079132 h 2407299"/>
              <a:gd name="connsiteX973" fmla="*/ 1660194 w 2407299"/>
              <a:gd name="connsiteY973" fmla="*/ 996110 h 2407299"/>
              <a:gd name="connsiteX974" fmla="*/ 1577202 w 2407299"/>
              <a:gd name="connsiteY974" fmla="*/ 996110 h 2407299"/>
              <a:gd name="connsiteX975" fmla="*/ 1826237 w 2407299"/>
              <a:gd name="connsiteY975" fmla="*/ 996110 h 2407299"/>
              <a:gd name="connsiteX976" fmla="*/ 1826237 w 2407299"/>
              <a:gd name="connsiteY976" fmla="*/ 1079132 h 2407299"/>
              <a:gd name="connsiteX977" fmla="*/ 1909229 w 2407299"/>
              <a:gd name="connsiteY977" fmla="*/ 1079132 h 2407299"/>
              <a:gd name="connsiteX978" fmla="*/ 1909229 w 2407299"/>
              <a:gd name="connsiteY978" fmla="*/ 996110 h 2407299"/>
              <a:gd name="connsiteX979" fmla="*/ 1826237 w 2407299"/>
              <a:gd name="connsiteY979" fmla="*/ 996110 h 2407299"/>
              <a:gd name="connsiteX980" fmla="*/ 2158264 w 2407299"/>
              <a:gd name="connsiteY980" fmla="*/ 996110 h 2407299"/>
              <a:gd name="connsiteX981" fmla="*/ 2158264 w 2407299"/>
              <a:gd name="connsiteY981" fmla="*/ 1079132 h 2407299"/>
              <a:gd name="connsiteX982" fmla="*/ 2241286 w 2407299"/>
              <a:gd name="connsiteY982" fmla="*/ 1079132 h 2407299"/>
              <a:gd name="connsiteX983" fmla="*/ 2241286 w 2407299"/>
              <a:gd name="connsiteY983" fmla="*/ 996110 h 2407299"/>
              <a:gd name="connsiteX984" fmla="*/ 2158264 w 2407299"/>
              <a:gd name="connsiteY984" fmla="*/ 996110 h 2407299"/>
              <a:gd name="connsiteX985" fmla="*/ 2241286 w 2407299"/>
              <a:gd name="connsiteY985" fmla="*/ 996110 h 2407299"/>
              <a:gd name="connsiteX986" fmla="*/ 2241286 w 2407299"/>
              <a:gd name="connsiteY986" fmla="*/ 1079132 h 2407299"/>
              <a:gd name="connsiteX987" fmla="*/ 2324277 w 2407299"/>
              <a:gd name="connsiteY987" fmla="*/ 1079132 h 2407299"/>
              <a:gd name="connsiteX988" fmla="*/ 2324277 w 2407299"/>
              <a:gd name="connsiteY988" fmla="*/ 996110 h 2407299"/>
              <a:gd name="connsiteX989" fmla="*/ 2241286 w 2407299"/>
              <a:gd name="connsiteY989" fmla="*/ 996110 h 2407299"/>
              <a:gd name="connsiteX990" fmla="*/ 2324277 w 2407299"/>
              <a:gd name="connsiteY990" fmla="*/ 996110 h 2407299"/>
              <a:gd name="connsiteX991" fmla="*/ 2324277 w 2407299"/>
              <a:gd name="connsiteY991" fmla="*/ 1079132 h 2407299"/>
              <a:gd name="connsiteX992" fmla="*/ 2407299 w 2407299"/>
              <a:gd name="connsiteY992" fmla="*/ 1079132 h 2407299"/>
              <a:gd name="connsiteX993" fmla="*/ 2407299 w 2407299"/>
              <a:gd name="connsiteY993" fmla="*/ 996110 h 2407299"/>
              <a:gd name="connsiteX994" fmla="*/ 2324277 w 2407299"/>
              <a:gd name="connsiteY994" fmla="*/ 996110 h 2407299"/>
              <a:gd name="connsiteX995" fmla="*/ 581062 w 2407299"/>
              <a:gd name="connsiteY995" fmla="*/ 1079132 h 2407299"/>
              <a:gd name="connsiteX996" fmla="*/ 581062 w 2407299"/>
              <a:gd name="connsiteY996" fmla="*/ 1162154 h 2407299"/>
              <a:gd name="connsiteX997" fmla="*/ 664084 w 2407299"/>
              <a:gd name="connsiteY997" fmla="*/ 1162154 h 2407299"/>
              <a:gd name="connsiteX998" fmla="*/ 664084 w 2407299"/>
              <a:gd name="connsiteY998" fmla="*/ 1079132 h 2407299"/>
              <a:gd name="connsiteX999" fmla="*/ 581062 w 2407299"/>
              <a:gd name="connsiteY999" fmla="*/ 1079132 h 2407299"/>
              <a:gd name="connsiteX1000" fmla="*/ 664084 w 2407299"/>
              <a:gd name="connsiteY1000" fmla="*/ 1079132 h 2407299"/>
              <a:gd name="connsiteX1001" fmla="*/ 664084 w 2407299"/>
              <a:gd name="connsiteY1001" fmla="*/ 1162154 h 2407299"/>
              <a:gd name="connsiteX1002" fmla="*/ 747105 w 2407299"/>
              <a:gd name="connsiteY1002" fmla="*/ 1162154 h 2407299"/>
              <a:gd name="connsiteX1003" fmla="*/ 747105 w 2407299"/>
              <a:gd name="connsiteY1003" fmla="*/ 1079132 h 2407299"/>
              <a:gd name="connsiteX1004" fmla="*/ 664084 w 2407299"/>
              <a:gd name="connsiteY1004" fmla="*/ 1079132 h 2407299"/>
              <a:gd name="connsiteX1005" fmla="*/ 747105 w 2407299"/>
              <a:gd name="connsiteY1005" fmla="*/ 1079132 h 2407299"/>
              <a:gd name="connsiteX1006" fmla="*/ 747105 w 2407299"/>
              <a:gd name="connsiteY1006" fmla="*/ 1162154 h 2407299"/>
              <a:gd name="connsiteX1007" fmla="*/ 830097 w 2407299"/>
              <a:gd name="connsiteY1007" fmla="*/ 1162154 h 2407299"/>
              <a:gd name="connsiteX1008" fmla="*/ 830097 w 2407299"/>
              <a:gd name="connsiteY1008" fmla="*/ 1079132 h 2407299"/>
              <a:gd name="connsiteX1009" fmla="*/ 747105 w 2407299"/>
              <a:gd name="connsiteY1009" fmla="*/ 1079132 h 2407299"/>
              <a:gd name="connsiteX1010" fmla="*/ 830097 w 2407299"/>
              <a:gd name="connsiteY1010" fmla="*/ 1079132 h 2407299"/>
              <a:gd name="connsiteX1011" fmla="*/ 830097 w 2407299"/>
              <a:gd name="connsiteY1011" fmla="*/ 1162154 h 2407299"/>
              <a:gd name="connsiteX1012" fmla="*/ 913119 w 2407299"/>
              <a:gd name="connsiteY1012" fmla="*/ 1162154 h 2407299"/>
              <a:gd name="connsiteX1013" fmla="*/ 913119 w 2407299"/>
              <a:gd name="connsiteY1013" fmla="*/ 1079132 h 2407299"/>
              <a:gd name="connsiteX1014" fmla="*/ 830097 w 2407299"/>
              <a:gd name="connsiteY1014" fmla="*/ 1079132 h 2407299"/>
              <a:gd name="connsiteX1015" fmla="*/ 913119 w 2407299"/>
              <a:gd name="connsiteY1015" fmla="*/ 1079132 h 2407299"/>
              <a:gd name="connsiteX1016" fmla="*/ 913119 w 2407299"/>
              <a:gd name="connsiteY1016" fmla="*/ 1162154 h 2407299"/>
              <a:gd name="connsiteX1017" fmla="*/ 996110 w 2407299"/>
              <a:gd name="connsiteY1017" fmla="*/ 1162154 h 2407299"/>
              <a:gd name="connsiteX1018" fmla="*/ 996110 w 2407299"/>
              <a:gd name="connsiteY1018" fmla="*/ 1079132 h 2407299"/>
              <a:gd name="connsiteX1019" fmla="*/ 913119 w 2407299"/>
              <a:gd name="connsiteY1019" fmla="*/ 1079132 h 2407299"/>
              <a:gd name="connsiteX1020" fmla="*/ 996110 w 2407299"/>
              <a:gd name="connsiteY1020" fmla="*/ 1079132 h 2407299"/>
              <a:gd name="connsiteX1021" fmla="*/ 996110 w 2407299"/>
              <a:gd name="connsiteY1021" fmla="*/ 1162154 h 2407299"/>
              <a:gd name="connsiteX1022" fmla="*/ 1079132 w 2407299"/>
              <a:gd name="connsiteY1022" fmla="*/ 1162154 h 2407299"/>
              <a:gd name="connsiteX1023" fmla="*/ 1079132 w 2407299"/>
              <a:gd name="connsiteY1023" fmla="*/ 1079132 h 2407299"/>
              <a:gd name="connsiteX1024" fmla="*/ 996110 w 2407299"/>
              <a:gd name="connsiteY1024" fmla="*/ 1079132 h 2407299"/>
              <a:gd name="connsiteX1025" fmla="*/ 1079132 w 2407299"/>
              <a:gd name="connsiteY1025" fmla="*/ 1079132 h 2407299"/>
              <a:gd name="connsiteX1026" fmla="*/ 1079132 w 2407299"/>
              <a:gd name="connsiteY1026" fmla="*/ 1162154 h 2407299"/>
              <a:gd name="connsiteX1027" fmla="*/ 1162154 w 2407299"/>
              <a:gd name="connsiteY1027" fmla="*/ 1162154 h 2407299"/>
              <a:gd name="connsiteX1028" fmla="*/ 1162154 w 2407299"/>
              <a:gd name="connsiteY1028" fmla="*/ 1079132 h 2407299"/>
              <a:gd name="connsiteX1029" fmla="*/ 1079132 w 2407299"/>
              <a:gd name="connsiteY1029" fmla="*/ 1079132 h 2407299"/>
              <a:gd name="connsiteX1030" fmla="*/ 1162154 w 2407299"/>
              <a:gd name="connsiteY1030" fmla="*/ 1079132 h 2407299"/>
              <a:gd name="connsiteX1031" fmla="*/ 1162154 w 2407299"/>
              <a:gd name="connsiteY1031" fmla="*/ 1162154 h 2407299"/>
              <a:gd name="connsiteX1032" fmla="*/ 1245145 w 2407299"/>
              <a:gd name="connsiteY1032" fmla="*/ 1162154 h 2407299"/>
              <a:gd name="connsiteX1033" fmla="*/ 1245145 w 2407299"/>
              <a:gd name="connsiteY1033" fmla="*/ 1079132 h 2407299"/>
              <a:gd name="connsiteX1034" fmla="*/ 1162154 w 2407299"/>
              <a:gd name="connsiteY1034" fmla="*/ 1079132 h 2407299"/>
              <a:gd name="connsiteX1035" fmla="*/ 1411189 w 2407299"/>
              <a:gd name="connsiteY1035" fmla="*/ 1079132 h 2407299"/>
              <a:gd name="connsiteX1036" fmla="*/ 1411189 w 2407299"/>
              <a:gd name="connsiteY1036" fmla="*/ 1162154 h 2407299"/>
              <a:gd name="connsiteX1037" fmla="*/ 1494180 w 2407299"/>
              <a:gd name="connsiteY1037" fmla="*/ 1162154 h 2407299"/>
              <a:gd name="connsiteX1038" fmla="*/ 1494180 w 2407299"/>
              <a:gd name="connsiteY1038" fmla="*/ 1079132 h 2407299"/>
              <a:gd name="connsiteX1039" fmla="*/ 1411189 w 2407299"/>
              <a:gd name="connsiteY1039" fmla="*/ 1079132 h 2407299"/>
              <a:gd name="connsiteX1040" fmla="*/ 1660194 w 2407299"/>
              <a:gd name="connsiteY1040" fmla="*/ 1079132 h 2407299"/>
              <a:gd name="connsiteX1041" fmla="*/ 1660194 w 2407299"/>
              <a:gd name="connsiteY1041" fmla="*/ 1162154 h 2407299"/>
              <a:gd name="connsiteX1042" fmla="*/ 1743216 w 2407299"/>
              <a:gd name="connsiteY1042" fmla="*/ 1162154 h 2407299"/>
              <a:gd name="connsiteX1043" fmla="*/ 1743216 w 2407299"/>
              <a:gd name="connsiteY1043" fmla="*/ 1079132 h 2407299"/>
              <a:gd name="connsiteX1044" fmla="*/ 1660194 w 2407299"/>
              <a:gd name="connsiteY1044" fmla="*/ 1079132 h 2407299"/>
              <a:gd name="connsiteX1045" fmla="*/ 1992251 w 2407299"/>
              <a:gd name="connsiteY1045" fmla="*/ 1079132 h 2407299"/>
              <a:gd name="connsiteX1046" fmla="*/ 1992251 w 2407299"/>
              <a:gd name="connsiteY1046" fmla="*/ 1162154 h 2407299"/>
              <a:gd name="connsiteX1047" fmla="*/ 2075272 w 2407299"/>
              <a:gd name="connsiteY1047" fmla="*/ 1162154 h 2407299"/>
              <a:gd name="connsiteX1048" fmla="*/ 2075272 w 2407299"/>
              <a:gd name="connsiteY1048" fmla="*/ 1079132 h 2407299"/>
              <a:gd name="connsiteX1049" fmla="*/ 1992251 w 2407299"/>
              <a:gd name="connsiteY1049" fmla="*/ 1079132 h 2407299"/>
              <a:gd name="connsiteX1050" fmla="*/ 2158264 w 2407299"/>
              <a:gd name="connsiteY1050" fmla="*/ 1079132 h 2407299"/>
              <a:gd name="connsiteX1051" fmla="*/ 2158264 w 2407299"/>
              <a:gd name="connsiteY1051" fmla="*/ 1162154 h 2407299"/>
              <a:gd name="connsiteX1052" fmla="*/ 2241286 w 2407299"/>
              <a:gd name="connsiteY1052" fmla="*/ 1162154 h 2407299"/>
              <a:gd name="connsiteX1053" fmla="*/ 2241286 w 2407299"/>
              <a:gd name="connsiteY1053" fmla="*/ 1079132 h 2407299"/>
              <a:gd name="connsiteX1054" fmla="*/ 2158264 w 2407299"/>
              <a:gd name="connsiteY1054" fmla="*/ 1079132 h 2407299"/>
              <a:gd name="connsiteX1055" fmla="*/ 2241286 w 2407299"/>
              <a:gd name="connsiteY1055" fmla="*/ 1079132 h 2407299"/>
              <a:gd name="connsiteX1056" fmla="*/ 2241286 w 2407299"/>
              <a:gd name="connsiteY1056" fmla="*/ 1162154 h 2407299"/>
              <a:gd name="connsiteX1057" fmla="*/ 2324277 w 2407299"/>
              <a:gd name="connsiteY1057" fmla="*/ 1162154 h 2407299"/>
              <a:gd name="connsiteX1058" fmla="*/ 2324277 w 2407299"/>
              <a:gd name="connsiteY1058" fmla="*/ 1079132 h 2407299"/>
              <a:gd name="connsiteX1059" fmla="*/ 2241286 w 2407299"/>
              <a:gd name="connsiteY1059" fmla="*/ 1079132 h 2407299"/>
              <a:gd name="connsiteX1060" fmla="*/ 2324277 w 2407299"/>
              <a:gd name="connsiteY1060" fmla="*/ 1079132 h 2407299"/>
              <a:gd name="connsiteX1061" fmla="*/ 2324277 w 2407299"/>
              <a:gd name="connsiteY1061" fmla="*/ 1162154 h 2407299"/>
              <a:gd name="connsiteX1062" fmla="*/ 2407299 w 2407299"/>
              <a:gd name="connsiteY1062" fmla="*/ 1162154 h 2407299"/>
              <a:gd name="connsiteX1063" fmla="*/ 2407299 w 2407299"/>
              <a:gd name="connsiteY1063" fmla="*/ 1079132 h 2407299"/>
              <a:gd name="connsiteX1064" fmla="*/ 2324277 w 2407299"/>
              <a:gd name="connsiteY1064" fmla="*/ 1079132 h 2407299"/>
              <a:gd name="connsiteX1065" fmla="*/ 332027 w 2407299"/>
              <a:gd name="connsiteY1065" fmla="*/ 1162154 h 2407299"/>
              <a:gd name="connsiteX1066" fmla="*/ 332027 w 2407299"/>
              <a:gd name="connsiteY1066" fmla="*/ 1245145 h 2407299"/>
              <a:gd name="connsiteX1067" fmla="*/ 415048 w 2407299"/>
              <a:gd name="connsiteY1067" fmla="*/ 1245145 h 2407299"/>
              <a:gd name="connsiteX1068" fmla="*/ 415048 w 2407299"/>
              <a:gd name="connsiteY1068" fmla="*/ 1162154 h 2407299"/>
              <a:gd name="connsiteX1069" fmla="*/ 332027 w 2407299"/>
              <a:gd name="connsiteY1069" fmla="*/ 1162154 h 2407299"/>
              <a:gd name="connsiteX1070" fmla="*/ 498070 w 2407299"/>
              <a:gd name="connsiteY1070" fmla="*/ 1162154 h 2407299"/>
              <a:gd name="connsiteX1071" fmla="*/ 498070 w 2407299"/>
              <a:gd name="connsiteY1071" fmla="*/ 1245145 h 2407299"/>
              <a:gd name="connsiteX1072" fmla="*/ 581062 w 2407299"/>
              <a:gd name="connsiteY1072" fmla="*/ 1245145 h 2407299"/>
              <a:gd name="connsiteX1073" fmla="*/ 581062 w 2407299"/>
              <a:gd name="connsiteY1073" fmla="*/ 1162154 h 2407299"/>
              <a:gd name="connsiteX1074" fmla="*/ 498070 w 2407299"/>
              <a:gd name="connsiteY1074" fmla="*/ 1162154 h 2407299"/>
              <a:gd name="connsiteX1075" fmla="*/ 1079132 w 2407299"/>
              <a:gd name="connsiteY1075" fmla="*/ 1162154 h 2407299"/>
              <a:gd name="connsiteX1076" fmla="*/ 1079132 w 2407299"/>
              <a:gd name="connsiteY1076" fmla="*/ 1245145 h 2407299"/>
              <a:gd name="connsiteX1077" fmla="*/ 1162154 w 2407299"/>
              <a:gd name="connsiteY1077" fmla="*/ 1245145 h 2407299"/>
              <a:gd name="connsiteX1078" fmla="*/ 1162154 w 2407299"/>
              <a:gd name="connsiteY1078" fmla="*/ 1162154 h 2407299"/>
              <a:gd name="connsiteX1079" fmla="*/ 1079132 w 2407299"/>
              <a:gd name="connsiteY1079" fmla="*/ 1162154 h 2407299"/>
              <a:gd name="connsiteX1080" fmla="*/ 1328167 w 2407299"/>
              <a:gd name="connsiteY1080" fmla="*/ 1162154 h 2407299"/>
              <a:gd name="connsiteX1081" fmla="*/ 1328167 w 2407299"/>
              <a:gd name="connsiteY1081" fmla="*/ 1245145 h 2407299"/>
              <a:gd name="connsiteX1082" fmla="*/ 1411189 w 2407299"/>
              <a:gd name="connsiteY1082" fmla="*/ 1245145 h 2407299"/>
              <a:gd name="connsiteX1083" fmla="*/ 1411189 w 2407299"/>
              <a:gd name="connsiteY1083" fmla="*/ 1162154 h 2407299"/>
              <a:gd name="connsiteX1084" fmla="*/ 1328167 w 2407299"/>
              <a:gd name="connsiteY1084" fmla="*/ 1162154 h 2407299"/>
              <a:gd name="connsiteX1085" fmla="*/ 1411189 w 2407299"/>
              <a:gd name="connsiteY1085" fmla="*/ 1162154 h 2407299"/>
              <a:gd name="connsiteX1086" fmla="*/ 1411189 w 2407299"/>
              <a:gd name="connsiteY1086" fmla="*/ 1245145 h 2407299"/>
              <a:gd name="connsiteX1087" fmla="*/ 1494180 w 2407299"/>
              <a:gd name="connsiteY1087" fmla="*/ 1245145 h 2407299"/>
              <a:gd name="connsiteX1088" fmla="*/ 1494180 w 2407299"/>
              <a:gd name="connsiteY1088" fmla="*/ 1162154 h 2407299"/>
              <a:gd name="connsiteX1089" fmla="*/ 1411189 w 2407299"/>
              <a:gd name="connsiteY1089" fmla="*/ 1162154 h 2407299"/>
              <a:gd name="connsiteX1090" fmla="*/ 1577202 w 2407299"/>
              <a:gd name="connsiteY1090" fmla="*/ 1162154 h 2407299"/>
              <a:gd name="connsiteX1091" fmla="*/ 1577202 w 2407299"/>
              <a:gd name="connsiteY1091" fmla="*/ 1245145 h 2407299"/>
              <a:gd name="connsiteX1092" fmla="*/ 1660194 w 2407299"/>
              <a:gd name="connsiteY1092" fmla="*/ 1245145 h 2407299"/>
              <a:gd name="connsiteX1093" fmla="*/ 1660194 w 2407299"/>
              <a:gd name="connsiteY1093" fmla="*/ 1162154 h 2407299"/>
              <a:gd name="connsiteX1094" fmla="*/ 1577202 w 2407299"/>
              <a:gd name="connsiteY1094" fmla="*/ 1162154 h 2407299"/>
              <a:gd name="connsiteX1095" fmla="*/ 1660194 w 2407299"/>
              <a:gd name="connsiteY1095" fmla="*/ 1162154 h 2407299"/>
              <a:gd name="connsiteX1096" fmla="*/ 1660194 w 2407299"/>
              <a:gd name="connsiteY1096" fmla="*/ 1245145 h 2407299"/>
              <a:gd name="connsiteX1097" fmla="*/ 1743216 w 2407299"/>
              <a:gd name="connsiteY1097" fmla="*/ 1245145 h 2407299"/>
              <a:gd name="connsiteX1098" fmla="*/ 1743216 w 2407299"/>
              <a:gd name="connsiteY1098" fmla="*/ 1162154 h 2407299"/>
              <a:gd name="connsiteX1099" fmla="*/ 1660194 w 2407299"/>
              <a:gd name="connsiteY1099" fmla="*/ 1162154 h 2407299"/>
              <a:gd name="connsiteX1100" fmla="*/ 1743216 w 2407299"/>
              <a:gd name="connsiteY1100" fmla="*/ 1162154 h 2407299"/>
              <a:gd name="connsiteX1101" fmla="*/ 1743216 w 2407299"/>
              <a:gd name="connsiteY1101" fmla="*/ 1245145 h 2407299"/>
              <a:gd name="connsiteX1102" fmla="*/ 1826237 w 2407299"/>
              <a:gd name="connsiteY1102" fmla="*/ 1245145 h 2407299"/>
              <a:gd name="connsiteX1103" fmla="*/ 1826237 w 2407299"/>
              <a:gd name="connsiteY1103" fmla="*/ 1162154 h 2407299"/>
              <a:gd name="connsiteX1104" fmla="*/ 1743216 w 2407299"/>
              <a:gd name="connsiteY1104" fmla="*/ 1162154 h 2407299"/>
              <a:gd name="connsiteX1105" fmla="*/ 1826237 w 2407299"/>
              <a:gd name="connsiteY1105" fmla="*/ 1162154 h 2407299"/>
              <a:gd name="connsiteX1106" fmla="*/ 1826237 w 2407299"/>
              <a:gd name="connsiteY1106" fmla="*/ 1245145 h 2407299"/>
              <a:gd name="connsiteX1107" fmla="*/ 1909229 w 2407299"/>
              <a:gd name="connsiteY1107" fmla="*/ 1245145 h 2407299"/>
              <a:gd name="connsiteX1108" fmla="*/ 1909229 w 2407299"/>
              <a:gd name="connsiteY1108" fmla="*/ 1162154 h 2407299"/>
              <a:gd name="connsiteX1109" fmla="*/ 1826237 w 2407299"/>
              <a:gd name="connsiteY1109" fmla="*/ 1162154 h 2407299"/>
              <a:gd name="connsiteX1110" fmla="*/ 1909229 w 2407299"/>
              <a:gd name="connsiteY1110" fmla="*/ 1162154 h 2407299"/>
              <a:gd name="connsiteX1111" fmla="*/ 1909229 w 2407299"/>
              <a:gd name="connsiteY1111" fmla="*/ 1245145 h 2407299"/>
              <a:gd name="connsiteX1112" fmla="*/ 1992251 w 2407299"/>
              <a:gd name="connsiteY1112" fmla="*/ 1245145 h 2407299"/>
              <a:gd name="connsiteX1113" fmla="*/ 1992251 w 2407299"/>
              <a:gd name="connsiteY1113" fmla="*/ 1162154 h 2407299"/>
              <a:gd name="connsiteX1114" fmla="*/ 1909229 w 2407299"/>
              <a:gd name="connsiteY1114" fmla="*/ 1162154 h 2407299"/>
              <a:gd name="connsiteX1115" fmla="*/ 1992251 w 2407299"/>
              <a:gd name="connsiteY1115" fmla="*/ 1162154 h 2407299"/>
              <a:gd name="connsiteX1116" fmla="*/ 1992251 w 2407299"/>
              <a:gd name="connsiteY1116" fmla="*/ 1245145 h 2407299"/>
              <a:gd name="connsiteX1117" fmla="*/ 2075272 w 2407299"/>
              <a:gd name="connsiteY1117" fmla="*/ 1245145 h 2407299"/>
              <a:gd name="connsiteX1118" fmla="*/ 2075272 w 2407299"/>
              <a:gd name="connsiteY1118" fmla="*/ 1162154 h 2407299"/>
              <a:gd name="connsiteX1119" fmla="*/ 1992251 w 2407299"/>
              <a:gd name="connsiteY1119" fmla="*/ 1162154 h 2407299"/>
              <a:gd name="connsiteX1120" fmla="*/ 2241286 w 2407299"/>
              <a:gd name="connsiteY1120" fmla="*/ 1162154 h 2407299"/>
              <a:gd name="connsiteX1121" fmla="*/ 2241286 w 2407299"/>
              <a:gd name="connsiteY1121" fmla="*/ 1245145 h 2407299"/>
              <a:gd name="connsiteX1122" fmla="*/ 2324277 w 2407299"/>
              <a:gd name="connsiteY1122" fmla="*/ 1245145 h 2407299"/>
              <a:gd name="connsiteX1123" fmla="*/ 2324277 w 2407299"/>
              <a:gd name="connsiteY1123" fmla="*/ 1162154 h 2407299"/>
              <a:gd name="connsiteX1124" fmla="*/ 2241286 w 2407299"/>
              <a:gd name="connsiteY1124" fmla="*/ 1162154 h 2407299"/>
              <a:gd name="connsiteX1125" fmla="*/ 2324277 w 2407299"/>
              <a:gd name="connsiteY1125" fmla="*/ 1162154 h 2407299"/>
              <a:gd name="connsiteX1126" fmla="*/ 2324277 w 2407299"/>
              <a:gd name="connsiteY1126" fmla="*/ 1245145 h 2407299"/>
              <a:gd name="connsiteX1127" fmla="*/ 2407299 w 2407299"/>
              <a:gd name="connsiteY1127" fmla="*/ 1245145 h 2407299"/>
              <a:gd name="connsiteX1128" fmla="*/ 2407299 w 2407299"/>
              <a:gd name="connsiteY1128" fmla="*/ 1162154 h 2407299"/>
              <a:gd name="connsiteX1129" fmla="*/ 2324277 w 2407299"/>
              <a:gd name="connsiteY1129" fmla="*/ 1162154 h 2407299"/>
              <a:gd name="connsiteX1130" fmla="*/ 0 w 2407299"/>
              <a:gd name="connsiteY1130" fmla="*/ 1245145 h 2407299"/>
              <a:gd name="connsiteX1131" fmla="*/ 0 w 2407299"/>
              <a:gd name="connsiteY1131" fmla="*/ 1328167 h 2407299"/>
              <a:gd name="connsiteX1132" fmla="*/ 83022 w 2407299"/>
              <a:gd name="connsiteY1132" fmla="*/ 1328167 h 2407299"/>
              <a:gd name="connsiteX1133" fmla="*/ 83022 w 2407299"/>
              <a:gd name="connsiteY1133" fmla="*/ 1245145 h 2407299"/>
              <a:gd name="connsiteX1134" fmla="*/ 0 w 2407299"/>
              <a:gd name="connsiteY1134" fmla="*/ 1245145 h 2407299"/>
              <a:gd name="connsiteX1135" fmla="*/ 166013 w 2407299"/>
              <a:gd name="connsiteY1135" fmla="*/ 1245145 h 2407299"/>
              <a:gd name="connsiteX1136" fmla="*/ 166013 w 2407299"/>
              <a:gd name="connsiteY1136" fmla="*/ 1328167 h 2407299"/>
              <a:gd name="connsiteX1137" fmla="*/ 249035 w 2407299"/>
              <a:gd name="connsiteY1137" fmla="*/ 1328167 h 2407299"/>
              <a:gd name="connsiteX1138" fmla="*/ 249035 w 2407299"/>
              <a:gd name="connsiteY1138" fmla="*/ 1245145 h 2407299"/>
              <a:gd name="connsiteX1139" fmla="*/ 166013 w 2407299"/>
              <a:gd name="connsiteY1139" fmla="*/ 1245145 h 2407299"/>
              <a:gd name="connsiteX1140" fmla="*/ 332027 w 2407299"/>
              <a:gd name="connsiteY1140" fmla="*/ 1245145 h 2407299"/>
              <a:gd name="connsiteX1141" fmla="*/ 332027 w 2407299"/>
              <a:gd name="connsiteY1141" fmla="*/ 1328167 h 2407299"/>
              <a:gd name="connsiteX1142" fmla="*/ 415048 w 2407299"/>
              <a:gd name="connsiteY1142" fmla="*/ 1328167 h 2407299"/>
              <a:gd name="connsiteX1143" fmla="*/ 415048 w 2407299"/>
              <a:gd name="connsiteY1143" fmla="*/ 1245145 h 2407299"/>
              <a:gd name="connsiteX1144" fmla="*/ 332027 w 2407299"/>
              <a:gd name="connsiteY1144" fmla="*/ 1245145 h 2407299"/>
              <a:gd name="connsiteX1145" fmla="*/ 415048 w 2407299"/>
              <a:gd name="connsiteY1145" fmla="*/ 1245145 h 2407299"/>
              <a:gd name="connsiteX1146" fmla="*/ 415048 w 2407299"/>
              <a:gd name="connsiteY1146" fmla="*/ 1328167 h 2407299"/>
              <a:gd name="connsiteX1147" fmla="*/ 498070 w 2407299"/>
              <a:gd name="connsiteY1147" fmla="*/ 1328167 h 2407299"/>
              <a:gd name="connsiteX1148" fmla="*/ 498070 w 2407299"/>
              <a:gd name="connsiteY1148" fmla="*/ 1245145 h 2407299"/>
              <a:gd name="connsiteX1149" fmla="*/ 415048 w 2407299"/>
              <a:gd name="connsiteY1149" fmla="*/ 1245145 h 2407299"/>
              <a:gd name="connsiteX1150" fmla="*/ 581062 w 2407299"/>
              <a:gd name="connsiteY1150" fmla="*/ 1245145 h 2407299"/>
              <a:gd name="connsiteX1151" fmla="*/ 581062 w 2407299"/>
              <a:gd name="connsiteY1151" fmla="*/ 1328167 h 2407299"/>
              <a:gd name="connsiteX1152" fmla="*/ 664084 w 2407299"/>
              <a:gd name="connsiteY1152" fmla="*/ 1328167 h 2407299"/>
              <a:gd name="connsiteX1153" fmla="*/ 664084 w 2407299"/>
              <a:gd name="connsiteY1153" fmla="*/ 1245145 h 2407299"/>
              <a:gd name="connsiteX1154" fmla="*/ 581062 w 2407299"/>
              <a:gd name="connsiteY1154" fmla="*/ 1245145 h 2407299"/>
              <a:gd name="connsiteX1155" fmla="*/ 830097 w 2407299"/>
              <a:gd name="connsiteY1155" fmla="*/ 1245145 h 2407299"/>
              <a:gd name="connsiteX1156" fmla="*/ 830097 w 2407299"/>
              <a:gd name="connsiteY1156" fmla="*/ 1328167 h 2407299"/>
              <a:gd name="connsiteX1157" fmla="*/ 913119 w 2407299"/>
              <a:gd name="connsiteY1157" fmla="*/ 1328167 h 2407299"/>
              <a:gd name="connsiteX1158" fmla="*/ 913119 w 2407299"/>
              <a:gd name="connsiteY1158" fmla="*/ 1245145 h 2407299"/>
              <a:gd name="connsiteX1159" fmla="*/ 830097 w 2407299"/>
              <a:gd name="connsiteY1159" fmla="*/ 1245145 h 2407299"/>
              <a:gd name="connsiteX1160" fmla="*/ 913119 w 2407299"/>
              <a:gd name="connsiteY1160" fmla="*/ 1245145 h 2407299"/>
              <a:gd name="connsiteX1161" fmla="*/ 913119 w 2407299"/>
              <a:gd name="connsiteY1161" fmla="*/ 1328167 h 2407299"/>
              <a:gd name="connsiteX1162" fmla="*/ 996110 w 2407299"/>
              <a:gd name="connsiteY1162" fmla="*/ 1328167 h 2407299"/>
              <a:gd name="connsiteX1163" fmla="*/ 996110 w 2407299"/>
              <a:gd name="connsiteY1163" fmla="*/ 1245145 h 2407299"/>
              <a:gd name="connsiteX1164" fmla="*/ 913119 w 2407299"/>
              <a:gd name="connsiteY1164" fmla="*/ 1245145 h 2407299"/>
              <a:gd name="connsiteX1165" fmla="*/ 1079132 w 2407299"/>
              <a:gd name="connsiteY1165" fmla="*/ 1245145 h 2407299"/>
              <a:gd name="connsiteX1166" fmla="*/ 1079132 w 2407299"/>
              <a:gd name="connsiteY1166" fmla="*/ 1328167 h 2407299"/>
              <a:gd name="connsiteX1167" fmla="*/ 1162154 w 2407299"/>
              <a:gd name="connsiteY1167" fmla="*/ 1328167 h 2407299"/>
              <a:gd name="connsiteX1168" fmla="*/ 1162154 w 2407299"/>
              <a:gd name="connsiteY1168" fmla="*/ 1245145 h 2407299"/>
              <a:gd name="connsiteX1169" fmla="*/ 1079132 w 2407299"/>
              <a:gd name="connsiteY1169" fmla="*/ 1245145 h 2407299"/>
              <a:gd name="connsiteX1170" fmla="*/ 1162154 w 2407299"/>
              <a:gd name="connsiteY1170" fmla="*/ 1245145 h 2407299"/>
              <a:gd name="connsiteX1171" fmla="*/ 1162154 w 2407299"/>
              <a:gd name="connsiteY1171" fmla="*/ 1328167 h 2407299"/>
              <a:gd name="connsiteX1172" fmla="*/ 1245145 w 2407299"/>
              <a:gd name="connsiteY1172" fmla="*/ 1328167 h 2407299"/>
              <a:gd name="connsiteX1173" fmla="*/ 1245145 w 2407299"/>
              <a:gd name="connsiteY1173" fmla="*/ 1245145 h 2407299"/>
              <a:gd name="connsiteX1174" fmla="*/ 1162154 w 2407299"/>
              <a:gd name="connsiteY1174" fmla="*/ 1245145 h 2407299"/>
              <a:gd name="connsiteX1175" fmla="*/ 1328167 w 2407299"/>
              <a:gd name="connsiteY1175" fmla="*/ 1245145 h 2407299"/>
              <a:gd name="connsiteX1176" fmla="*/ 1328167 w 2407299"/>
              <a:gd name="connsiteY1176" fmla="*/ 1328167 h 2407299"/>
              <a:gd name="connsiteX1177" fmla="*/ 1411189 w 2407299"/>
              <a:gd name="connsiteY1177" fmla="*/ 1328167 h 2407299"/>
              <a:gd name="connsiteX1178" fmla="*/ 1411189 w 2407299"/>
              <a:gd name="connsiteY1178" fmla="*/ 1245145 h 2407299"/>
              <a:gd name="connsiteX1179" fmla="*/ 1328167 w 2407299"/>
              <a:gd name="connsiteY1179" fmla="*/ 1245145 h 2407299"/>
              <a:gd name="connsiteX1180" fmla="*/ 1411189 w 2407299"/>
              <a:gd name="connsiteY1180" fmla="*/ 1245145 h 2407299"/>
              <a:gd name="connsiteX1181" fmla="*/ 1411189 w 2407299"/>
              <a:gd name="connsiteY1181" fmla="*/ 1328167 h 2407299"/>
              <a:gd name="connsiteX1182" fmla="*/ 1494180 w 2407299"/>
              <a:gd name="connsiteY1182" fmla="*/ 1328167 h 2407299"/>
              <a:gd name="connsiteX1183" fmla="*/ 1494180 w 2407299"/>
              <a:gd name="connsiteY1183" fmla="*/ 1245145 h 2407299"/>
              <a:gd name="connsiteX1184" fmla="*/ 1411189 w 2407299"/>
              <a:gd name="connsiteY1184" fmla="*/ 1245145 h 2407299"/>
              <a:gd name="connsiteX1185" fmla="*/ 1494180 w 2407299"/>
              <a:gd name="connsiteY1185" fmla="*/ 1245145 h 2407299"/>
              <a:gd name="connsiteX1186" fmla="*/ 1494180 w 2407299"/>
              <a:gd name="connsiteY1186" fmla="*/ 1328167 h 2407299"/>
              <a:gd name="connsiteX1187" fmla="*/ 1577202 w 2407299"/>
              <a:gd name="connsiteY1187" fmla="*/ 1328167 h 2407299"/>
              <a:gd name="connsiteX1188" fmla="*/ 1577202 w 2407299"/>
              <a:gd name="connsiteY1188" fmla="*/ 1245145 h 2407299"/>
              <a:gd name="connsiteX1189" fmla="*/ 1494180 w 2407299"/>
              <a:gd name="connsiteY1189" fmla="*/ 1245145 h 2407299"/>
              <a:gd name="connsiteX1190" fmla="*/ 1577202 w 2407299"/>
              <a:gd name="connsiteY1190" fmla="*/ 1245145 h 2407299"/>
              <a:gd name="connsiteX1191" fmla="*/ 1577202 w 2407299"/>
              <a:gd name="connsiteY1191" fmla="*/ 1328167 h 2407299"/>
              <a:gd name="connsiteX1192" fmla="*/ 1660194 w 2407299"/>
              <a:gd name="connsiteY1192" fmla="*/ 1328167 h 2407299"/>
              <a:gd name="connsiteX1193" fmla="*/ 1660194 w 2407299"/>
              <a:gd name="connsiteY1193" fmla="*/ 1245145 h 2407299"/>
              <a:gd name="connsiteX1194" fmla="*/ 1577202 w 2407299"/>
              <a:gd name="connsiteY1194" fmla="*/ 1245145 h 2407299"/>
              <a:gd name="connsiteX1195" fmla="*/ 1660194 w 2407299"/>
              <a:gd name="connsiteY1195" fmla="*/ 1245145 h 2407299"/>
              <a:gd name="connsiteX1196" fmla="*/ 1660194 w 2407299"/>
              <a:gd name="connsiteY1196" fmla="*/ 1328167 h 2407299"/>
              <a:gd name="connsiteX1197" fmla="*/ 1743216 w 2407299"/>
              <a:gd name="connsiteY1197" fmla="*/ 1328167 h 2407299"/>
              <a:gd name="connsiteX1198" fmla="*/ 1743216 w 2407299"/>
              <a:gd name="connsiteY1198" fmla="*/ 1245145 h 2407299"/>
              <a:gd name="connsiteX1199" fmla="*/ 1660194 w 2407299"/>
              <a:gd name="connsiteY1199" fmla="*/ 1245145 h 2407299"/>
              <a:gd name="connsiteX1200" fmla="*/ 1743216 w 2407299"/>
              <a:gd name="connsiteY1200" fmla="*/ 1245145 h 2407299"/>
              <a:gd name="connsiteX1201" fmla="*/ 1743216 w 2407299"/>
              <a:gd name="connsiteY1201" fmla="*/ 1328167 h 2407299"/>
              <a:gd name="connsiteX1202" fmla="*/ 1826237 w 2407299"/>
              <a:gd name="connsiteY1202" fmla="*/ 1328167 h 2407299"/>
              <a:gd name="connsiteX1203" fmla="*/ 1826237 w 2407299"/>
              <a:gd name="connsiteY1203" fmla="*/ 1245145 h 2407299"/>
              <a:gd name="connsiteX1204" fmla="*/ 1743216 w 2407299"/>
              <a:gd name="connsiteY1204" fmla="*/ 1245145 h 2407299"/>
              <a:gd name="connsiteX1205" fmla="*/ 1826237 w 2407299"/>
              <a:gd name="connsiteY1205" fmla="*/ 1245145 h 2407299"/>
              <a:gd name="connsiteX1206" fmla="*/ 1826237 w 2407299"/>
              <a:gd name="connsiteY1206" fmla="*/ 1328167 h 2407299"/>
              <a:gd name="connsiteX1207" fmla="*/ 1909229 w 2407299"/>
              <a:gd name="connsiteY1207" fmla="*/ 1328167 h 2407299"/>
              <a:gd name="connsiteX1208" fmla="*/ 1909229 w 2407299"/>
              <a:gd name="connsiteY1208" fmla="*/ 1245145 h 2407299"/>
              <a:gd name="connsiteX1209" fmla="*/ 1826237 w 2407299"/>
              <a:gd name="connsiteY1209" fmla="*/ 1245145 h 2407299"/>
              <a:gd name="connsiteX1210" fmla="*/ 1909229 w 2407299"/>
              <a:gd name="connsiteY1210" fmla="*/ 1245145 h 2407299"/>
              <a:gd name="connsiteX1211" fmla="*/ 1909229 w 2407299"/>
              <a:gd name="connsiteY1211" fmla="*/ 1328167 h 2407299"/>
              <a:gd name="connsiteX1212" fmla="*/ 1992251 w 2407299"/>
              <a:gd name="connsiteY1212" fmla="*/ 1328167 h 2407299"/>
              <a:gd name="connsiteX1213" fmla="*/ 1992251 w 2407299"/>
              <a:gd name="connsiteY1213" fmla="*/ 1245145 h 2407299"/>
              <a:gd name="connsiteX1214" fmla="*/ 1909229 w 2407299"/>
              <a:gd name="connsiteY1214" fmla="*/ 1245145 h 2407299"/>
              <a:gd name="connsiteX1215" fmla="*/ 2075272 w 2407299"/>
              <a:gd name="connsiteY1215" fmla="*/ 1245145 h 2407299"/>
              <a:gd name="connsiteX1216" fmla="*/ 2075272 w 2407299"/>
              <a:gd name="connsiteY1216" fmla="*/ 1328167 h 2407299"/>
              <a:gd name="connsiteX1217" fmla="*/ 2158264 w 2407299"/>
              <a:gd name="connsiteY1217" fmla="*/ 1328167 h 2407299"/>
              <a:gd name="connsiteX1218" fmla="*/ 2158264 w 2407299"/>
              <a:gd name="connsiteY1218" fmla="*/ 1245145 h 2407299"/>
              <a:gd name="connsiteX1219" fmla="*/ 2075272 w 2407299"/>
              <a:gd name="connsiteY1219" fmla="*/ 1245145 h 2407299"/>
              <a:gd name="connsiteX1220" fmla="*/ 2158264 w 2407299"/>
              <a:gd name="connsiteY1220" fmla="*/ 1245145 h 2407299"/>
              <a:gd name="connsiteX1221" fmla="*/ 2158264 w 2407299"/>
              <a:gd name="connsiteY1221" fmla="*/ 1328167 h 2407299"/>
              <a:gd name="connsiteX1222" fmla="*/ 2241286 w 2407299"/>
              <a:gd name="connsiteY1222" fmla="*/ 1328167 h 2407299"/>
              <a:gd name="connsiteX1223" fmla="*/ 2241286 w 2407299"/>
              <a:gd name="connsiteY1223" fmla="*/ 1245145 h 2407299"/>
              <a:gd name="connsiteX1224" fmla="*/ 2158264 w 2407299"/>
              <a:gd name="connsiteY1224" fmla="*/ 1245145 h 2407299"/>
              <a:gd name="connsiteX1225" fmla="*/ 2241286 w 2407299"/>
              <a:gd name="connsiteY1225" fmla="*/ 1245145 h 2407299"/>
              <a:gd name="connsiteX1226" fmla="*/ 2241286 w 2407299"/>
              <a:gd name="connsiteY1226" fmla="*/ 1328167 h 2407299"/>
              <a:gd name="connsiteX1227" fmla="*/ 2324277 w 2407299"/>
              <a:gd name="connsiteY1227" fmla="*/ 1328167 h 2407299"/>
              <a:gd name="connsiteX1228" fmla="*/ 2324277 w 2407299"/>
              <a:gd name="connsiteY1228" fmla="*/ 1245145 h 2407299"/>
              <a:gd name="connsiteX1229" fmla="*/ 2241286 w 2407299"/>
              <a:gd name="connsiteY1229" fmla="*/ 1245145 h 2407299"/>
              <a:gd name="connsiteX1230" fmla="*/ 2324277 w 2407299"/>
              <a:gd name="connsiteY1230" fmla="*/ 1245145 h 2407299"/>
              <a:gd name="connsiteX1231" fmla="*/ 2324277 w 2407299"/>
              <a:gd name="connsiteY1231" fmla="*/ 1328167 h 2407299"/>
              <a:gd name="connsiteX1232" fmla="*/ 2407299 w 2407299"/>
              <a:gd name="connsiteY1232" fmla="*/ 1328167 h 2407299"/>
              <a:gd name="connsiteX1233" fmla="*/ 2407299 w 2407299"/>
              <a:gd name="connsiteY1233" fmla="*/ 1245145 h 2407299"/>
              <a:gd name="connsiteX1234" fmla="*/ 2324277 w 2407299"/>
              <a:gd name="connsiteY1234" fmla="*/ 1245145 h 2407299"/>
              <a:gd name="connsiteX1235" fmla="*/ 0 w 2407299"/>
              <a:gd name="connsiteY1235" fmla="*/ 1328167 h 2407299"/>
              <a:gd name="connsiteX1236" fmla="*/ 0 w 2407299"/>
              <a:gd name="connsiteY1236" fmla="*/ 1411189 h 2407299"/>
              <a:gd name="connsiteX1237" fmla="*/ 83022 w 2407299"/>
              <a:gd name="connsiteY1237" fmla="*/ 1411189 h 2407299"/>
              <a:gd name="connsiteX1238" fmla="*/ 83022 w 2407299"/>
              <a:gd name="connsiteY1238" fmla="*/ 1328167 h 2407299"/>
              <a:gd name="connsiteX1239" fmla="*/ 0 w 2407299"/>
              <a:gd name="connsiteY1239" fmla="*/ 1328167 h 2407299"/>
              <a:gd name="connsiteX1240" fmla="*/ 83022 w 2407299"/>
              <a:gd name="connsiteY1240" fmla="*/ 1328167 h 2407299"/>
              <a:gd name="connsiteX1241" fmla="*/ 83022 w 2407299"/>
              <a:gd name="connsiteY1241" fmla="*/ 1411189 h 2407299"/>
              <a:gd name="connsiteX1242" fmla="*/ 166013 w 2407299"/>
              <a:gd name="connsiteY1242" fmla="*/ 1411189 h 2407299"/>
              <a:gd name="connsiteX1243" fmla="*/ 166013 w 2407299"/>
              <a:gd name="connsiteY1243" fmla="*/ 1328167 h 2407299"/>
              <a:gd name="connsiteX1244" fmla="*/ 83022 w 2407299"/>
              <a:gd name="connsiteY1244" fmla="*/ 1328167 h 2407299"/>
              <a:gd name="connsiteX1245" fmla="*/ 166013 w 2407299"/>
              <a:gd name="connsiteY1245" fmla="*/ 1328167 h 2407299"/>
              <a:gd name="connsiteX1246" fmla="*/ 166013 w 2407299"/>
              <a:gd name="connsiteY1246" fmla="*/ 1411189 h 2407299"/>
              <a:gd name="connsiteX1247" fmla="*/ 249035 w 2407299"/>
              <a:gd name="connsiteY1247" fmla="*/ 1411189 h 2407299"/>
              <a:gd name="connsiteX1248" fmla="*/ 249035 w 2407299"/>
              <a:gd name="connsiteY1248" fmla="*/ 1328167 h 2407299"/>
              <a:gd name="connsiteX1249" fmla="*/ 166013 w 2407299"/>
              <a:gd name="connsiteY1249" fmla="*/ 1328167 h 2407299"/>
              <a:gd name="connsiteX1250" fmla="*/ 249035 w 2407299"/>
              <a:gd name="connsiteY1250" fmla="*/ 1328167 h 2407299"/>
              <a:gd name="connsiteX1251" fmla="*/ 249035 w 2407299"/>
              <a:gd name="connsiteY1251" fmla="*/ 1411189 h 2407299"/>
              <a:gd name="connsiteX1252" fmla="*/ 332027 w 2407299"/>
              <a:gd name="connsiteY1252" fmla="*/ 1411189 h 2407299"/>
              <a:gd name="connsiteX1253" fmla="*/ 332027 w 2407299"/>
              <a:gd name="connsiteY1253" fmla="*/ 1328167 h 2407299"/>
              <a:gd name="connsiteX1254" fmla="*/ 249035 w 2407299"/>
              <a:gd name="connsiteY1254" fmla="*/ 1328167 h 2407299"/>
              <a:gd name="connsiteX1255" fmla="*/ 332027 w 2407299"/>
              <a:gd name="connsiteY1255" fmla="*/ 1328167 h 2407299"/>
              <a:gd name="connsiteX1256" fmla="*/ 332027 w 2407299"/>
              <a:gd name="connsiteY1256" fmla="*/ 1411189 h 2407299"/>
              <a:gd name="connsiteX1257" fmla="*/ 415048 w 2407299"/>
              <a:gd name="connsiteY1257" fmla="*/ 1411189 h 2407299"/>
              <a:gd name="connsiteX1258" fmla="*/ 415048 w 2407299"/>
              <a:gd name="connsiteY1258" fmla="*/ 1328167 h 2407299"/>
              <a:gd name="connsiteX1259" fmla="*/ 332027 w 2407299"/>
              <a:gd name="connsiteY1259" fmla="*/ 1328167 h 2407299"/>
              <a:gd name="connsiteX1260" fmla="*/ 415048 w 2407299"/>
              <a:gd name="connsiteY1260" fmla="*/ 1328167 h 2407299"/>
              <a:gd name="connsiteX1261" fmla="*/ 415048 w 2407299"/>
              <a:gd name="connsiteY1261" fmla="*/ 1411189 h 2407299"/>
              <a:gd name="connsiteX1262" fmla="*/ 498070 w 2407299"/>
              <a:gd name="connsiteY1262" fmla="*/ 1411189 h 2407299"/>
              <a:gd name="connsiteX1263" fmla="*/ 498070 w 2407299"/>
              <a:gd name="connsiteY1263" fmla="*/ 1328167 h 2407299"/>
              <a:gd name="connsiteX1264" fmla="*/ 415048 w 2407299"/>
              <a:gd name="connsiteY1264" fmla="*/ 1328167 h 2407299"/>
              <a:gd name="connsiteX1265" fmla="*/ 498070 w 2407299"/>
              <a:gd name="connsiteY1265" fmla="*/ 1328167 h 2407299"/>
              <a:gd name="connsiteX1266" fmla="*/ 498070 w 2407299"/>
              <a:gd name="connsiteY1266" fmla="*/ 1411189 h 2407299"/>
              <a:gd name="connsiteX1267" fmla="*/ 581062 w 2407299"/>
              <a:gd name="connsiteY1267" fmla="*/ 1411189 h 2407299"/>
              <a:gd name="connsiteX1268" fmla="*/ 581062 w 2407299"/>
              <a:gd name="connsiteY1268" fmla="*/ 1328167 h 2407299"/>
              <a:gd name="connsiteX1269" fmla="*/ 498070 w 2407299"/>
              <a:gd name="connsiteY1269" fmla="*/ 1328167 h 2407299"/>
              <a:gd name="connsiteX1270" fmla="*/ 581062 w 2407299"/>
              <a:gd name="connsiteY1270" fmla="*/ 1328167 h 2407299"/>
              <a:gd name="connsiteX1271" fmla="*/ 581062 w 2407299"/>
              <a:gd name="connsiteY1271" fmla="*/ 1411189 h 2407299"/>
              <a:gd name="connsiteX1272" fmla="*/ 664084 w 2407299"/>
              <a:gd name="connsiteY1272" fmla="*/ 1411189 h 2407299"/>
              <a:gd name="connsiteX1273" fmla="*/ 664084 w 2407299"/>
              <a:gd name="connsiteY1273" fmla="*/ 1328167 h 2407299"/>
              <a:gd name="connsiteX1274" fmla="*/ 581062 w 2407299"/>
              <a:gd name="connsiteY1274" fmla="*/ 1328167 h 2407299"/>
              <a:gd name="connsiteX1275" fmla="*/ 664084 w 2407299"/>
              <a:gd name="connsiteY1275" fmla="*/ 1328167 h 2407299"/>
              <a:gd name="connsiteX1276" fmla="*/ 664084 w 2407299"/>
              <a:gd name="connsiteY1276" fmla="*/ 1411189 h 2407299"/>
              <a:gd name="connsiteX1277" fmla="*/ 747105 w 2407299"/>
              <a:gd name="connsiteY1277" fmla="*/ 1411189 h 2407299"/>
              <a:gd name="connsiteX1278" fmla="*/ 747105 w 2407299"/>
              <a:gd name="connsiteY1278" fmla="*/ 1328167 h 2407299"/>
              <a:gd name="connsiteX1279" fmla="*/ 664084 w 2407299"/>
              <a:gd name="connsiteY1279" fmla="*/ 1328167 h 2407299"/>
              <a:gd name="connsiteX1280" fmla="*/ 747105 w 2407299"/>
              <a:gd name="connsiteY1280" fmla="*/ 1328167 h 2407299"/>
              <a:gd name="connsiteX1281" fmla="*/ 747105 w 2407299"/>
              <a:gd name="connsiteY1281" fmla="*/ 1411189 h 2407299"/>
              <a:gd name="connsiteX1282" fmla="*/ 830097 w 2407299"/>
              <a:gd name="connsiteY1282" fmla="*/ 1411189 h 2407299"/>
              <a:gd name="connsiteX1283" fmla="*/ 830097 w 2407299"/>
              <a:gd name="connsiteY1283" fmla="*/ 1328167 h 2407299"/>
              <a:gd name="connsiteX1284" fmla="*/ 747105 w 2407299"/>
              <a:gd name="connsiteY1284" fmla="*/ 1328167 h 2407299"/>
              <a:gd name="connsiteX1285" fmla="*/ 830097 w 2407299"/>
              <a:gd name="connsiteY1285" fmla="*/ 1328167 h 2407299"/>
              <a:gd name="connsiteX1286" fmla="*/ 830097 w 2407299"/>
              <a:gd name="connsiteY1286" fmla="*/ 1411189 h 2407299"/>
              <a:gd name="connsiteX1287" fmla="*/ 913119 w 2407299"/>
              <a:gd name="connsiteY1287" fmla="*/ 1411189 h 2407299"/>
              <a:gd name="connsiteX1288" fmla="*/ 913119 w 2407299"/>
              <a:gd name="connsiteY1288" fmla="*/ 1328167 h 2407299"/>
              <a:gd name="connsiteX1289" fmla="*/ 830097 w 2407299"/>
              <a:gd name="connsiteY1289" fmla="*/ 1328167 h 2407299"/>
              <a:gd name="connsiteX1290" fmla="*/ 996110 w 2407299"/>
              <a:gd name="connsiteY1290" fmla="*/ 1328167 h 2407299"/>
              <a:gd name="connsiteX1291" fmla="*/ 996110 w 2407299"/>
              <a:gd name="connsiteY1291" fmla="*/ 1411189 h 2407299"/>
              <a:gd name="connsiteX1292" fmla="*/ 1079132 w 2407299"/>
              <a:gd name="connsiteY1292" fmla="*/ 1411189 h 2407299"/>
              <a:gd name="connsiteX1293" fmla="*/ 1079132 w 2407299"/>
              <a:gd name="connsiteY1293" fmla="*/ 1328167 h 2407299"/>
              <a:gd name="connsiteX1294" fmla="*/ 996110 w 2407299"/>
              <a:gd name="connsiteY1294" fmla="*/ 1328167 h 2407299"/>
              <a:gd name="connsiteX1295" fmla="*/ 1494180 w 2407299"/>
              <a:gd name="connsiteY1295" fmla="*/ 1328167 h 2407299"/>
              <a:gd name="connsiteX1296" fmla="*/ 1494180 w 2407299"/>
              <a:gd name="connsiteY1296" fmla="*/ 1411189 h 2407299"/>
              <a:gd name="connsiteX1297" fmla="*/ 1577202 w 2407299"/>
              <a:gd name="connsiteY1297" fmla="*/ 1411189 h 2407299"/>
              <a:gd name="connsiteX1298" fmla="*/ 1577202 w 2407299"/>
              <a:gd name="connsiteY1298" fmla="*/ 1328167 h 2407299"/>
              <a:gd name="connsiteX1299" fmla="*/ 1494180 w 2407299"/>
              <a:gd name="connsiteY1299" fmla="*/ 1328167 h 2407299"/>
              <a:gd name="connsiteX1300" fmla="*/ 1660194 w 2407299"/>
              <a:gd name="connsiteY1300" fmla="*/ 1328167 h 2407299"/>
              <a:gd name="connsiteX1301" fmla="*/ 1660194 w 2407299"/>
              <a:gd name="connsiteY1301" fmla="*/ 1411189 h 2407299"/>
              <a:gd name="connsiteX1302" fmla="*/ 1743216 w 2407299"/>
              <a:gd name="connsiteY1302" fmla="*/ 1411189 h 2407299"/>
              <a:gd name="connsiteX1303" fmla="*/ 1743216 w 2407299"/>
              <a:gd name="connsiteY1303" fmla="*/ 1328167 h 2407299"/>
              <a:gd name="connsiteX1304" fmla="*/ 1660194 w 2407299"/>
              <a:gd name="connsiteY1304" fmla="*/ 1328167 h 2407299"/>
              <a:gd name="connsiteX1305" fmla="*/ 1992251 w 2407299"/>
              <a:gd name="connsiteY1305" fmla="*/ 1328167 h 2407299"/>
              <a:gd name="connsiteX1306" fmla="*/ 1992251 w 2407299"/>
              <a:gd name="connsiteY1306" fmla="*/ 1411189 h 2407299"/>
              <a:gd name="connsiteX1307" fmla="*/ 2075272 w 2407299"/>
              <a:gd name="connsiteY1307" fmla="*/ 1411189 h 2407299"/>
              <a:gd name="connsiteX1308" fmla="*/ 2075272 w 2407299"/>
              <a:gd name="connsiteY1308" fmla="*/ 1328167 h 2407299"/>
              <a:gd name="connsiteX1309" fmla="*/ 1992251 w 2407299"/>
              <a:gd name="connsiteY1309" fmla="*/ 1328167 h 2407299"/>
              <a:gd name="connsiteX1310" fmla="*/ 2241286 w 2407299"/>
              <a:gd name="connsiteY1310" fmla="*/ 1328167 h 2407299"/>
              <a:gd name="connsiteX1311" fmla="*/ 2241286 w 2407299"/>
              <a:gd name="connsiteY1311" fmla="*/ 1411189 h 2407299"/>
              <a:gd name="connsiteX1312" fmla="*/ 2324277 w 2407299"/>
              <a:gd name="connsiteY1312" fmla="*/ 1411189 h 2407299"/>
              <a:gd name="connsiteX1313" fmla="*/ 2324277 w 2407299"/>
              <a:gd name="connsiteY1313" fmla="*/ 1328167 h 2407299"/>
              <a:gd name="connsiteX1314" fmla="*/ 2241286 w 2407299"/>
              <a:gd name="connsiteY1314" fmla="*/ 1328167 h 2407299"/>
              <a:gd name="connsiteX1315" fmla="*/ 2324277 w 2407299"/>
              <a:gd name="connsiteY1315" fmla="*/ 1328167 h 2407299"/>
              <a:gd name="connsiteX1316" fmla="*/ 2324277 w 2407299"/>
              <a:gd name="connsiteY1316" fmla="*/ 1411189 h 2407299"/>
              <a:gd name="connsiteX1317" fmla="*/ 2407299 w 2407299"/>
              <a:gd name="connsiteY1317" fmla="*/ 1411189 h 2407299"/>
              <a:gd name="connsiteX1318" fmla="*/ 2407299 w 2407299"/>
              <a:gd name="connsiteY1318" fmla="*/ 1328167 h 2407299"/>
              <a:gd name="connsiteX1319" fmla="*/ 2324277 w 2407299"/>
              <a:gd name="connsiteY1319" fmla="*/ 1328167 h 2407299"/>
              <a:gd name="connsiteX1320" fmla="*/ 0 w 2407299"/>
              <a:gd name="connsiteY1320" fmla="*/ 1411189 h 2407299"/>
              <a:gd name="connsiteX1321" fmla="*/ 0 w 2407299"/>
              <a:gd name="connsiteY1321" fmla="*/ 1494180 h 2407299"/>
              <a:gd name="connsiteX1322" fmla="*/ 83022 w 2407299"/>
              <a:gd name="connsiteY1322" fmla="*/ 1494180 h 2407299"/>
              <a:gd name="connsiteX1323" fmla="*/ 83022 w 2407299"/>
              <a:gd name="connsiteY1323" fmla="*/ 1411189 h 2407299"/>
              <a:gd name="connsiteX1324" fmla="*/ 0 w 2407299"/>
              <a:gd name="connsiteY1324" fmla="*/ 1411189 h 2407299"/>
              <a:gd name="connsiteX1325" fmla="*/ 83022 w 2407299"/>
              <a:gd name="connsiteY1325" fmla="*/ 1411189 h 2407299"/>
              <a:gd name="connsiteX1326" fmla="*/ 83022 w 2407299"/>
              <a:gd name="connsiteY1326" fmla="*/ 1494180 h 2407299"/>
              <a:gd name="connsiteX1327" fmla="*/ 166013 w 2407299"/>
              <a:gd name="connsiteY1327" fmla="*/ 1494180 h 2407299"/>
              <a:gd name="connsiteX1328" fmla="*/ 166013 w 2407299"/>
              <a:gd name="connsiteY1328" fmla="*/ 1411189 h 2407299"/>
              <a:gd name="connsiteX1329" fmla="*/ 83022 w 2407299"/>
              <a:gd name="connsiteY1329" fmla="*/ 1411189 h 2407299"/>
              <a:gd name="connsiteX1330" fmla="*/ 249035 w 2407299"/>
              <a:gd name="connsiteY1330" fmla="*/ 1411189 h 2407299"/>
              <a:gd name="connsiteX1331" fmla="*/ 249035 w 2407299"/>
              <a:gd name="connsiteY1331" fmla="*/ 1494180 h 2407299"/>
              <a:gd name="connsiteX1332" fmla="*/ 332027 w 2407299"/>
              <a:gd name="connsiteY1332" fmla="*/ 1494180 h 2407299"/>
              <a:gd name="connsiteX1333" fmla="*/ 332027 w 2407299"/>
              <a:gd name="connsiteY1333" fmla="*/ 1411189 h 2407299"/>
              <a:gd name="connsiteX1334" fmla="*/ 249035 w 2407299"/>
              <a:gd name="connsiteY1334" fmla="*/ 1411189 h 2407299"/>
              <a:gd name="connsiteX1335" fmla="*/ 332027 w 2407299"/>
              <a:gd name="connsiteY1335" fmla="*/ 1411189 h 2407299"/>
              <a:gd name="connsiteX1336" fmla="*/ 332027 w 2407299"/>
              <a:gd name="connsiteY1336" fmla="*/ 1494180 h 2407299"/>
              <a:gd name="connsiteX1337" fmla="*/ 415048 w 2407299"/>
              <a:gd name="connsiteY1337" fmla="*/ 1494180 h 2407299"/>
              <a:gd name="connsiteX1338" fmla="*/ 415048 w 2407299"/>
              <a:gd name="connsiteY1338" fmla="*/ 1411189 h 2407299"/>
              <a:gd name="connsiteX1339" fmla="*/ 332027 w 2407299"/>
              <a:gd name="connsiteY1339" fmla="*/ 1411189 h 2407299"/>
              <a:gd name="connsiteX1340" fmla="*/ 664084 w 2407299"/>
              <a:gd name="connsiteY1340" fmla="*/ 1411189 h 2407299"/>
              <a:gd name="connsiteX1341" fmla="*/ 664084 w 2407299"/>
              <a:gd name="connsiteY1341" fmla="*/ 1494180 h 2407299"/>
              <a:gd name="connsiteX1342" fmla="*/ 747105 w 2407299"/>
              <a:gd name="connsiteY1342" fmla="*/ 1494180 h 2407299"/>
              <a:gd name="connsiteX1343" fmla="*/ 747105 w 2407299"/>
              <a:gd name="connsiteY1343" fmla="*/ 1411189 h 2407299"/>
              <a:gd name="connsiteX1344" fmla="*/ 664084 w 2407299"/>
              <a:gd name="connsiteY1344" fmla="*/ 1411189 h 2407299"/>
              <a:gd name="connsiteX1345" fmla="*/ 830097 w 2407299"/>
              <a:gd name="connsiteY1345" fmla="*/ 1411189 h 2407299"/>
              <a:gd name="connsiteX1346" fmla="*/ 830097 w 2407299"/>
              <a:gd name="connsiteY1346" fmla="*/ 1494180 h 2407299"/>
              <a:gd name="connsiteX1347" fmla="*/ 913119 w 2407299"/>
              <a:gd name="connsiteY1347" fmla="*/ 1494180 h 2407299"/>
              <a:gd name="connsiteX1348" fmla="*/ 913119 w 2407299"/>
              <a:gd name="connsiteY1348" fmla="*/ 1411189 h 2407299"/>
              <a:gd name="connsiteX1349" fmla="*/ 830097 w 2407299"/>
              <a:gd name="connsiteY1349" fmla="*/ 1411189 h 2407299"/>
              <a:gd name="connsiteX1350" fmla="*/ 913119 w 2407299"/>
              <a:gd name="connsiteY1350" fmla="*/ 1411189 h 2407299"/>
              <a:gd name="connsiteX1351" fmla="*/ 913119 w 2407299"/>
              <a:gd name="connsiteY1351" fmla="*/ 1494180 h 2407299"/>
              <a:gd name="connsiteX1352" fmla="*/ 996110 w 2407299"/>
              <a:gd name="connsiteY1352" fmla="*/ 1494180 h 2407299"/>
              <a:gd name="connsiteX1353" fmla="*/ 996110 w 2407299"/>
              <a:gd name="connsiteY1353" fmla="*/ 1411189 h 2407299"/>
              <a:gd name="connsiteX1354" fmla="*/ 913119 w 2407299"/>
              <a:gd name="connsiteY1354" fmla="*/ 1411189 h 2407299"/>
              <a:gd name="connsiteX1355" fmla="*/ 1162154 w 2407299"/>
              <a:gd name="connsiteY1355" fmla="*/ 1411189 h 2407299"/>
              <a:gd name="connsiteX1356" fmla="*/ 1162154 w 2407299"/>
              <a:gd name="connsiteY1356" fmla="*/ 1494180 h 2407299"/>
              <a:gd name="connsiteX1357" fmla="*/ 1245145 w 2407299"/>
              <a:gd name="connsiteY1357" fmla="*/ 1494180 h 2407299"/>
              <a:gd name="connsiteX1358" fmla="*/ 1245145 w 2407299"/>
              <a:gd name="connsiteY1358" fmla="*/ 1411189 h 2407299"/>
              <a:gd name="connsiteX1359" fmla="*/ 1162154 w 2407299"/>
              <a:gd name="connsiteY1359" fmla="*/ 1411189 h 2407299"/>
              <a:gd name="connsiteX1360" fmla="*/ 1411189 w 2407299"/>
              <a:gd name="connsiteY1360" fmla="*/ 1411189 h 2407299"/>
              <a:gd name="connsiteX1361" fmla="*/ 1411189 w 2407299"/>
              <a:gd name="connsiteY1361" fmla="*/ 1494180 h 2407299"/>
              <a:gd name="connsiteX1362" fmla="*/ 1494180 w 2407299"/>
              <a:gd name="connsiteY1362" fmla="*/ 1494180 h 2407299"/>
              <a:gd name="connsiteX1363" fmla="*/ 1494180 w 2407299"/>
              <a:gd name="connsiteY1363" fmla="*/ 1411189 h 2407299"/>
              <a:gd name="connsiteX1364" fmla="*/ 1411189 w 2407299"/>
              <a:gd name="connsiteY1364" fmla="*/ 1411189 h 2407299"/>
              <a:gd name="connsiteX1365" fmla="*/ 1660194 w 2407299"/>
              <a:gd name="connsiteY1365" fmla="*/ 1411189 h 2407299"/>
              <a:gd name="connsiteX1366" fmla="*/ 1660194 w 2407299"/>
              <a:gd name="connsiteY1366" fmla="*/ 1494180 h 2407299"/>
              <a:gd name="connsiteX1367" fmla="*/ 1743216 w 2407299"/>
              <a:gd name="connsiteY1367" fmla="*/ 1494180 h 2407299"/>
              <a:gd name="connsiteX1368" fmla="*/ 1743216 w 2407299"/>
              <a:gd name="connsiteY1368" fmla="*/ 1411189 h 2407299"/>
              <a:gd name="connsiteX1369" fmla="*/ 1660194 w 2407299"/>
              <a:gd name="connsiteY1369" fmla="*/ 1411189 h 2407299"/>
              <a:gd name="connsiteX1370" fmla="*/ 1826237 w 2407299"/>
              <a:gd name="connsiteY1370" fmla="*/ 1411189 h 2407299"/>
              <a:gd name="connsiteX1371" fmla="*/ 1826237 w 2407299"/>
              <a:gd name="connsiteY1371" fmla="*/ 1494180 h 2407299"/>
              <a:gd name="connsiteX1372" fmla="*/ 1909229 w 2407299"/>
              <a:gd name="connsiteY1372" fmla="*/ 1494180 h 2407299"/>
              <a:gd name="connsiteX1373" fmla="*/ 1909229 w 2407299"/>
              <a:gd name="connsiteY1373" fmla="*/ 1411189 h 2407299"/>
              <a:gd name="connsiteX1374" fmla="*/ 1826237 w 2407299"/>
              <a:gd name="connsiteY1374" fmla="*/ 1411189 h 2407299"/>
              <a:gd name="connsiteX1375" fmla="*/ 1909229 w 2407299"/>
              <a:gd name="connsiteY1375" fmla="*/ 1411189 h 2407299"/>
              <a:gd name="connsiteX1376" fmla="*/ 1909229 w 2407299"/>
              <a:gd name="connsiteY1376" fmla="*/ 1494180 h 2407299"/>
              <a:gd name="connsiteX1377" fmla="*/ 1992251 w 2407299"/>
              <a:gd name="connsiteY1377" fmla="*/ 1494180 h 2407299"/>
              <a:gd name="connsiteX1378" fmla="*/ 1992251 w 2407299"/>
              <a:gd name="connsiteY1378" fmla="*/ 1411189 h 2407299"/>
              <a:gd name="connsiteX1379" fmla="*/ 1909229 w 2407299"/>
              <a:gd name="connsiteY1379" fmla="*/ 1411189 h 2407299"/>
              <a:gd name="connsiteX1380" fmla="*/ 2075272 w 2407299"/>
              <a:gd name="connsiteY1380" fmla="*/ 1411189 h 2407299"/>
              <a:gd name="connsiteX1381" fmla="*/ 2075272 w 2407299"/>
              <a:gd name="connsiteY1381" fmla="*/ 1494180 h 2407299"/>
              <a:gd name="connsiteX1382" fmla="*/ 2158264 w 2407299"/>
              <a:gd name="connsiteY1382" fmla="*/ 1494180 h 2407299"/>
              <a:gd name="connsiteX1383" fmla="*/ 2158264 w 2407299"/>
              <a:gd name="connsiteY1383" fmla="*/ 1411189 h 2407299"/>
              <a:gd name="connsiteX1384" fmla="*/ 2075272 w 2407299"/>
              <a:gd name="connsiteY1384" fmla="*/ 1411189 h 2407299"/>
              <a:gd name="connsiteX1385" fmla="*/ 0 w 2407299"/>
              <a:gd name="connsiteY1385" fmla="*/ 1494180 h 2407299"/>
              <a:gd name="connsiteX1386" fmla="*/ 0 w 2407299"/>
              <a:gd name="connsiteY1386" fmla="*/ 1577202 h 2407299"/>
              <a:gd name="connsiteX1387" fmla="*/ 83022 w 2407299"/>
              <a:gd name="connsiteY1387" fmla="*/ 1577202 h 2407299"/>
              <a:gd name="connsiteX1388" fmla="*/ 83022 w 2407299"/>
              <a:gd name="connsiteY1388" fmla="*/ 1494180 h 2407299"/>
              <a:gd name="connsiteX1389" fmla="*/ 0 w 2407299"/>
              <a:gd name="connsiteY1389" fmla="*/ 1494180 h 2407299"/>
              <a:gd name="connsiteX1390" fmla="*/ 83022 w 2407299"/>
              <a:gd name="connsiteY1390" fmla="*/ 1494180 h 2407299"/>
              <a:gd name="connsiteX1391" fmla="*/ 83022 w 2407299"/>
              <a:gd name="connsiteY1391" fmla="*/ 1577202 h 2407299"/>
              <a:gd name="connsiteX1392" fmla="*/ 166013 w 2407299"/>
              <a:gd name="connsiteY1392" fmla="*/ 1577202 h 2407299"/>
              <a:gd name="connsiteX1393" fmla="*/ 166013 w 2407299"/>
              <a:gd name="connsiteY1393" fmla="*/ 1494180 h 2407299"/>
              <a:gd name="connsiteX1394" fmla="*/ 83022 w 2407299"/>
              <a:gd name="connsiteY1394" fmla="*/ 1494180 h 2407299"/>
              <a:gd name="connsiteX1395" fmla="*/ 166013 w 2407299"/>
              <a:gd name="connsiteY1395" fmla="*/ 1494180 h 2407299"/>
              <a:gd name="connsiteX1396" fmla="*/ 166013 w 2407299"/>
              <a:gd name="connsiteY1396" fmla="*/ 1577202 h 2407299"/>
              <a:gd name="connsiteX1397" fmla="*/ 249035 w 2407299"/>
              <a:gd name="connsiteY1397" fmla="*/ 1577202 h 2407299"/>
              <a:gd name="connsiteX1398" fmla="*/ 249035 w 2407299"/>
              <a:gd name="connsiteY1398" fmla="*/ 1494180 h 2407299"/>
              <a:gd name="connsiteX1399" fmla="*/ 166013 w 2407299"/>
              <a:gd name="connsiteY1399" fmla="*/ 1494180 h 2407299"/>
              <a:gd name="connsiteX1400" fmla="*/ 415048 w 2407299"/>
              <a:gd name="connsiteY1400" fmla="*/ 1494180 h 2407299"/>
              <a:gd name="connsiteX1401" fmla="*/ 415048 w 2407299"/>
              <a:gd name="connsiteY1401" fmla="*/ 1577202 h 2407299"/>
              <a:gd name="connsiteX1402" fmla="*/ 498070 w 2407299"/>
              <a:gd name="connsiteY1402" fmla="*/ 1577202 h 2407299"/>
              <a:gd name="connsiteX1403" fmla="*/ 498070 w 2407299"/>
              <a:gd name="connsiteY1403" fmla="*/ 1494180 h 2407299"/>
              <a:gd name="connsiteX1404" fmla="*/ 415048 w 2407299"/>
              <a:gd name="connsiteY1404" fmla="*/ 1494180 h 2407299"/>
              <a:gd name="connsiteX1405" fmla="*/ 498070 w 2407299"/>
              <a:gd name="connsiteY1405" fmla="*/ 1494180 h 2407299"/>
              <a:gd name="connsiteX1406" fmla="*/ 498070 w 2407299"/>
              <a:gd name="connsiteY1406" fmla="*/ 1577202 h 2407299"/>
              <a:gd name="connsiteX1407" fmla="*/ 581062 w 2407299"/>
              <a:gd name="connsiteY1407" fmla="*/ 1577202 h 2407299"/>
              <a:gd name="connsiteX1408" fmla="*/ 581062 w 2407299"/>
              <a:gd name="connsiteY1408" fmla="*/ 1494180 h 2407299"/>
              <a:gd name="connsiteX1409" fmla="*/ 498070 w 2407299"/>
              <a:gd name="connsiteY1409" fmla="*/ 1494180 h 2407299"/>
              <a:gd name="connsiteX1410" fmla="*/ 581062 w 2407299"/>
              <a:gd name="connsiteY1410" fmla="*/ 1494180 h 2407299"/>
              <a:gd name="connsiteX1411" fmla="*/ 581062 w 2407299"/>
              <a:gd name="connsiteY1411" fmla="*/ 1577202 h 2407299"/>
              <a:gd name="connsiteX1412" fmla="*/ 664084 w 2407299"/>
              <a:gd name="connsiteY1412" fmla="*/ 1577202 h 2407299"/>
              <a:gd name="connsiteX1413" fmla="*/ 664084 w 2407299"/>
              <a:gd name="connsiteY1413" fmla="*/ 1494180 h 2407299"/>
              <a:gd name="connsiteX1414" fmla="*/ 581062 w 2407299"/>
              <a:gd name="connsiteY1414" fmla="*/ 1494180 h 2407299"/>
              <a:gd name="connsiteX1415" fmla="*/ 1162154 w 2407299"/>
              <a:gd name="connsiteY1415" fmla="*/ 1494180 h 2407299"/>
              <a:gd name="connsiteX1416" fmla="*/ 1162154 w 2407299"/>
              <a:gd name="connsiteY1416" fmla="*/ 1577202 h 2407299"/>
              <a:gd name="connsiteX1417" fmla="*/ 1245145 w 2407299"/>
              <a:gd name="connsiteY1417" fmla="*/ 1577202 h 2407299"/>
              <a:gd name="connsiteX1418" fmla="*/ 1245145 w 2407299"/>
              <a:gd name="connsiteY1418" fmla="*/ 1494180 h 2407299"/>
              <a:gd name="connsiteX1419" fmla="*/ 1162154 w 2407299"/>
              <a:gd name="connsiteY1419" fmla="*/ 1494180 h 2407299"/>
              <a:gd name="connsiteX1420" fmla="*/ 1494180 w 2407299"/>
              <a:gd name="connsiteY1420" fmla="*/ 1494180 h 2407299"/>
              <a:gd name="connsiteX1421" fmla="*/ 1494180 w 2407299"/>
              <a:gd name="connsiteY1421" fmla="*/ 1577202 h 2407299"/>
              <a:gd name="connsiteX1422" fmla="*/ 1577202 w 2407299"/>
              <a:gd name="connsiteY1422" fmla="*/ 1577202 h 2407299"/>
              <a:gd name="connsiteX1423" fmla="*/ 1577202 w 2407299"/>
              <a:gd name="connsiteY1423" fmla="*/ 1494180 h 2407299"/>
              <a:gd name="connsiteX1424" fmla="*/ 1494180 w 2407299"/>
              <a:gd name="connsiteY1424" fmla="*/ 1494180 h 2407299"/>
              <a:gd name="connsiteX1425" fmla="*/ 1743216 w 2407299"/>
              <a:gd name="connsiteY1425" fmla="*/ 1494180 h 2407299"/>
              <a:gd name="connsiteX1426" fmla="*/ 1743216 w 2407299"/>
              <a:gd name="connsiteY1426" fmla="*/ 1577202 h 2407299"/>
              <a:gd name="connsiteX1427" fmla="*/ 1826237 w 2407299"/>
              <a:gd name="connsiteY1427" fmla="*/ 1577202 h 2407299"/>
              <a:gd name="connsiteX1428" fmla="*/ 1826237 w 2407299"/>
              <a:gd name="connsiteY1428" fmla="*/ 1494180 h 2407299"/>
              <a:gd name="connsiteX1429" fmla="*/ 1743216 w 2407299"/>
              <a:gd name="connsiteY1429" fmla="*/ 1494180 h 2407299"/>
              <a:gd name="connsiteX1430" fmla="*/ 2075272 w 2407299"/>
              <a:gd name="connsiteY1430" fmla="*/ 1494180 h 2407299"/>
              <a:gd name="connsiteX1431" fmla="*/ 2075272 w 2407299"/>
              <a:gd name="connsiteY1431" fmla="*/ 1577202 h 2407299"/>
              <a:gd name="connsiteX1432" fmla="*/ 2158264 w 2407299"/>
              <a:gd name="connsiteY1432" fmla="*/ 1577202 h 2407299"/>
              <a:gd name="connsiteX1433" fmla="*/ 2158264 w 2407299"/>
              <a:gd name="connsiteY1433" fmla="*/ 1494180 h 2407299"/>
              <a:gd name="connsiteX1434" fmla="*/ 2075272 w 2407299"/>
              <a:gd name="connsiteY1434" fmla="*/ 1494180 h 2407299"/>
              <a:gd name="connsiteX1435" fmla="*/ 2241286 w 2407299"/>
              <a:gd name="connsiteY1435" fmla="*/ 1494180 h 2407299"/>
              <a:gd name="connsiteX1436" fmla="*/ 2241286 w 2407299"/>
              <a:gd name="connsiteY1436" fmla="*/ 1577202 h 2407299"/>
              <a:gd name="connsiteX1437" fmla="*/ 2324277 w 2407299"/>
              <a:gd name="connsiteY1437" fmla="*/ 1577202 h 2407299"/>
              <a:gd name="connsiteX1438" fmla="*/ 2324277 w 2407299"/>
              <a:gd name="connsiteY1438" fmla="*/ 1494180 h 2407299"/>
              <a:gd name="connsiteX1439" fmla="*/ 2241286 w 2407299"/>
              <a:gd name="connsiteY1439" fmla="*/ 1494180 h 2407299"/>
              <a:gd name="connsiteX1440" fmla="*/ 83022 w 2407299"/>
              <a:gd name="connsiteY1440" fmla="*/ 1577202 h 2407299"/>
              <a:gd name="connsiteX1441" fmla="*/ 83022 w 2407299"/>
              <a:gd name="connsiteY1441" fmla="*/ 1660194 h 2407299"/>
              <a:gd name="connsiteX1442" fmla="*/ 166013 w 2407299"/>
              <a:gd name="connsiteY1442" fmla="*/ 1660194 h 2407299"/>
              <a:gd name="connsiteX1443" fmla="*/ 166013 w 2407299"/>
              <a:gd name="connsiteY1443" fmla="*/ 1577202 h 2407299"/>
              <a:gd name="connsiteX1444" fmla="*/ 83022 w 2407299"/>
              <a:gd name="connsiteY1444" fmla="*/ 1577202 h 2407299"/>
              <a:gd name="connsiteX1445" fmla="*/ 166013 w 2407299"/>
              <a:gd name="connsiteY1445" fmla="*/ 1577202 h 2407299"/>
              <a:gd name="connsiteX1446" fmla="*/ 166013 w 2407299"/>
              <a:gd name="connsiteY1446" fmla="*/ 1660194 h 2407299"/>
              <a:gd name="connsiteX1447" fmla="*/ 249035 w 2407299"/>
              <a:gd name="connsiteY1447" fmla="*/ 1660194 h 2407299"/>
              <a:gd name="connsiteX1448" fmla="*/ 249035 w 2407299"/>
              <a:gd name="connsiteY1448" fmla="*/ 1577202 h 2407299"/>
              <a:gd name="connsiteX1449" fmla="*/ 166013 w 2407299"/>
              <a:gd name="connsiteY1449" fmla="*/ 1577202 h 2407299"/>
              <a:gd name="connsiteX1450" fmla="*/ 249035 w 2407299"/>
              <a:gd name="connsiteY1450" fmla="*/ 1577202 h 2407299"/>
              <a:gd name="connsiteX1451" fmla="*/ 249035 w 2407299"/>
              <a:gd name="connsiteY1451" fmla="*/ 1660194 h 2407299"/>
              <a:gd name="connsiteX1452" fmla="*/ 332027 w 2407299"/>
              <a:gd name="connsiteY1452" fmla="*/ 1660194 h 2407299"/>
              <a:gd name="connsiteX1453" fmla="*/ 332027 w 2407299"/>
              <a:gd name="connsiteY1453" fmla="*/ 1577202 h 2407299"/>
              <a:gd name="connsiteX1454" fmla="*/ 249035 w 2407299"/>
              <a:gd name="connsiteY1454" fmla="*/ 1577202 h 2407299"/>
              <a:gd name="connsiteX1455" fmla="*/ 332027 w 2407299"/>
              <a:gd name="connsiteY1455" fmla="*/ 1577202 h 2407299"/>
              <a:gd name="connsiteX1456" fmla="*/ 332027 w 2407299"/>
              <a:gd name="connsiteY1456" fmla="*/ 1660194 h 2407299"/>
              <a:gd name="connsiteX1457" fmla="*/ 415048 w 2407299"/>
              <a:gd name="connsiteY1457" fmla="*/ 1660194 h 2407299"/>
              <a:gd name="connsiteX1458" fmla="*/ 415048 w 2407299"/>
              <a:gd name="connsiteY1458" fmla="*/ 1577202 h 2407299"/>
              <a:gd name="connsiteX1459" fmla="*/ 332027 w 2407299"/>
              <a:gd name="connsiteY1459" fmla="*/ 1577202 h 2407299"/>
              <a:gd name="connsiteX1460" fmla="*/ 664084 w 2407299"/>
              <a:gd name="connsiteY1460" fmla="*/ 1577202 h 2407299"/>
              <a:gd name="connsiteX1461" fmla="*/ 664084 w 2407299"/>
              <a:gd name="connsiteY1461" fmla="*/ 1660194 h 2407299"/>
              <a:gd name="connsiteX1462" fmla="*/ 747105 w 2407299"/>
              <a:gd name="connsiteY1462" fmla="*/ 1660194 h 2407299"/>
              <a:gd name="connsiteX1463" fmla="*/ 747105 w 2407299"/>
              <a:gd name="connsiteY1463" fmla="*/ 1577202 h 2407299"/>
              <a:gd name="connsiteX1464" fmla="*/ 664084 w 2407299"/>
              <a:gd name="connsiteY1464" fmla="*/ 1577202 h 2407299"/>
              <a:gd name="connsiteX1465" fmla="*/ 747105 w 2407299"/>
              <a:gd name="connsiteY1465" fmla="*/ 1577202 h 2407299"/>
              <a:gd name="connsiteX1466" fmla="*/ 747105 w 2407299"/>
              <a:gd name="connsiteY1466" fmla="*/ 1660194 h 2407299"/>
              <a:gd name="connsiteX1467" fmla="*/ 830097 w 2407299"/>
              <a:gd name="connsiteY1467" fmla="*/ 1660194 h 2407299"/>
              <a:gd name="connsiteX1468" fmla="*/ 830097 w 2407299"/>
              <a:gd name="connsiteY1468" fmla="*/ 1577202 h 2407299"/>
              <a:gd name="connsiteX1469" fmla="*/ 747105 w 2407299"/>
              <a:gd name="connsiteY1469" fmla="*/ 1577202 h 2407299"/>
              <a:gd name="connsiteX1470" fmla="*/ 913119 w 2407299"/>
              <a:gd name="connsiteY1470" fmla="*/ 1577202 h 2407299"/>
              <a:gd name="connsiteX1471" fmla="*/ 913119 w 2407299"/>
              <a:gd name="connsiteY1471" fmla="*/ 1660194 h 2407299"/>
              <a:gd name="connsiteX1472" fmla="*/ 996110 w 2407299"/>
              <a:gd name="connsiteY1472" fmla="*/ 1660194 h 2407299"/>
              <a:gd name="connsiteX1473" fmla="*/ 996110 w 2407299"/>
              <a:gd name="connsiteY1473" fmla="*/ 1577202 h 2407299"/>
              <a:gd name="connsiteX1474" fmla="*/ 913119 w 2407299"/>
              <a:gd name="connsiteY1474" fmla="*/ 1577202 h 2407299"/>
              <a:gd name="connsiteX1475" fmla="*/ 996110 w 2407299"/>
              <a:gd name="connsiteY1475" fmla="*/ 1577202 h 2407299"/>
              <a:gd name="connsiteX1476" fmla="*/ 996110 w 2407299"/>
              <a:gd name="connsiteY1476" fmla="*/ 1660194 h 2407299"/>
              <a:gd name="connsiteX1477" fmla="*/ 1079132 w 2407299"/>
              <a:gd name="connsiteY1477" fmla="*/ 1660194 h 2407299"/>
              <a:gd name="connsiteX1478" fmla="*/ 1079132 w 2407299"/>
              <a:gd name="connsiteY1478" fmla="*/ 1577202 h 2407299"/>
              <a:gd name="connsiteX1479" fmla="*/ 996110 w 2407299"/>
              <a:gd name="connsiteY1479" fmla="*/ 1577202 h 2407299"/>
              <a:gd name="connsiteX1480" fmla="*/ 1162154 w 2407299"/>
              <a:gd name="connsiteY1480" fmla="*/ 1577202 h 2407299"/>
              <a:gd name="connsiteX1481" fmla="*/ 1162154 w 2407299"/>
              <a:gd name="connsiteY1481" fmla="*/ 1660194 h 2407299"/>
              <a:gd name="connsiteX1482" fmla="*/ 1245145 w 2407299"/>
              <a:gd name="connsiteY1482" fmla="*/ 1660194 h 2407299"/>
              <a:gd name="connsiteX1483" fmla="*/ 1245145 w 2407299"/>
              <a:gd name="connsiteY1483" fmla="*/ 1577202 h 2407299"/>
              <a:gd name="connsiteX1484" fmla="*/ 1162154 w 2407299"/>
              <a:gd name="connsiteY1484" fmla="*/ 1577202 h 2407299"/>
              <a:gd name="connsiteX1485" fmla="*/ 1411189 w 2407299"/>
              <a:gd name="connsiteY1485" fmla="*/ 1577202 h 2407299"/>
              <a:gd name="connsiteX1486" fmla="*/ 1411189 w 2407299"/>
              <a:gd name="connsiteY1486" fmla="*/ 1660194 h 2407299"/>
              <a:gd name="connsiteX1487" fmla="*/ 1494180 w 2407299"/>
              <a:gd name="connsiteY1487" fmla="*/ 1660194 h 2407299"/>
              <a:gd name="connsiteX1488" fmla="*/ 1494180 w 2407299"/>
              <a:gd name="connsiteY1488" fmla="*/ 1577202 h 2407299"/>
              <a:gd name="connsiteX1489" fmla="*/ 1411189 w 2407299"/>
              <a:gd name="connsiteY1489" fmla="*/ 1577202 h 2407299"/>
              <a:gd name="connsiteX1490" fmla="*/ 1494180 w 2407299"/>
              <a:gd name="connsiteY1490" fmla="*/ 1577202 h 2407299"/>
              <a:gd name="connsiteX1491" fmla="*/ 1494180 w 2407299"/>
              <a:gd name="connsiteY1491" fmla="*/ 1660194 h 2407299"/>
              <a:gd name="connsiteX1492" fmla="*/ 1577202 w 2407299"/>
              <a:gd name="connsiteY1492" fmla="*/ 1660194 h 2407299"/>
              <a:gd name="connsiteX1493" fmla="*/ 1577202 w 2407299"/>
              <a:gd name="connsiteY1493" fmla="*/ 1577202 h 2407299"/>
              <a:gd name="connsiteX1494" fmla="*/ 1494180 w 2407299"/>
              <a:gd name="connsiteY1494" fmla="*/ 1577202 h 2407299"/>
              <a:gd name="connsiteX1495" fmla="*/ 1577202 w 2407299"/>
              <a:gd name="connsiteY1495" fmla="*/ 1577202 h 2407299"/>
              <a:gd name="connsiteX1496" fmla="*/ 1577202 w 2407299"/>
              <a:gd name="connsiteY1496" fmla="*/ 1660194 h 2407299"/>
              <a:gd name="connsiteX1497" fmla="*/ 1660194 w 2407299"/>
              <a:gd name="connsiteY1497" fmla="*/ 1660194 h 2407299"/>
              <a:gd name="connsiteX1498" fmla="*/ 1660194 w 2407299"/>
              <a:gd name="connsiteY1498" fmla="*/ 1577202 h 2407299"/>
              <a:gd name="connsiteX1499" fmla="*/ 1577202 w 2407299"/>
              <a:gd name="connsiteY1499" fmla="*/ 1577202 h 2407299"/>
              <a:gd name="connsiteX1500" fmla="*/ 1826237 w 2407299"/>
              <a:gd name="connsiteY1500" fmla="*/ 1577202 h 2407299"/>
              <a:gd name="connsiteX1501" fmla="*/ 1826237 w 2407299"/>
              <a:gd name="connsiteY1501" fmla="*/ 1660194 h 2407299"/>
              <a:gd name="connsiteX1502" fmla="*/ 1909229 w 2407299"/>
              <a:gd name="connsiteY1502" fmla="*/ 1660194 h 2407299"/>
              <a:gd name="connsiteX1503" fmla="*/ 1909229 w 2407299"/>
              <a:gd name="connsiteY1503" fmla="*/ 1577202 h 2407299"/>
              <a:gd name="connsiteX1504" fmla="*/ 1826237 w 2407299"/>
              <a:gd name="connsiteY1504" fmla="*/ 1577202 h 2407299"/>
              <a:gd name="connsiteX1505" fmla="*/ 1909229 w 2407299"/>
              <a:gd name="connsiteY1505" fmla="*/ 1577202 h 2407299"/>
              <a:gd name="connsiteX1506" fmla="*/ 1909229 w 2407299"/>
              <a:gd name="connsiteY1506" fmla="*/ 1660194 h 2407299"/>
              <a:gd name="connsiteX1507" fmla="*/ 1992251 w 2407299"/>
              <a:gd name="connsiteY1507" fmla="*/ 1660194 h 2407299"/>
              <a:gd name="connsiteX1508" fmla="*/ 1992251 w 2407299"/>
              <a:gd name="connsiteY1508" fmla="*/ 1577202 h 2407299"/>
              <a:gd name="connsiteX1509" fmla="*/ 1909229 w 2407299"/>
              <a:gd name="connsiteY1509" fmla="*/ 1577202 h 2407299"/>
              <a:gd name="connsiteX1510" fmla="*/ 1992251 w 2407299"/>
              <a:gd name="connsiteY1510" fmla="*/ 1577202 h 2407299"/>
              <a:gd name="connsiteX1511" fmla="*/ 1992251 w 2407299"/>
              <a:gd name="connsiteY1511" fmla="*/ 1660194 h 2407299"/>
              <a:gd name="connsiteX1512" fmla="*/ 2075272 w 2407299"/>
              <a:gd name="connsiteY1512" fmla="*/ 1660194 h 2407299"/>
              <a:gd name="connsiteX1513" fmla="*/ 2075272 w 2407299"/>
              <a:gd name="connsiteY1513" fmla="*/ 1577202 h 2407299"/>
              <a:gd name="connsiteX1514" fmla="*/ 1992251 w 2407299"/>
              <a:gd name="connsiteY1514" fmla="*/ 1577202 h 2407299"/>
              <a:gd name="connsiteX1515" fmla="*/ 2158264 w 2407299"/>
              <a:gd name="connsiteY1515" fmla="*/ 1577202 h 2407299"/>
              <a:gd name="connsiteX1516" fmla="*/ 2158264 w 2407299"/>
              <a:gd name="connsiteY1516" fmla="*/ 1660194 h 2407299"/>
              <a:gd name="connsiteX1517" fmla="*/ 2241286 w 2407299"/>
              <a:gd name="connsiteY1517" fmla="*/ 1660194 h 2407299"/>
              <a:gd name="connsiteX1518" fmla="*/ 2241286 w 2407299"/>
              <a:gd name="connsiteY1518" fmla="*/ 1577202 h 2407299"/>
              <a:gd name="connsiteX1519" fmla="*/ 2158264 w 2407299"/>
              <a:gd name="connsiteY1519" fmla="*/ 1577202 h 2407299"/>
              <a:gd name="connsiteX1520" fmla="*/ 2324277 w 2407299"/>
              <a:gd name="connsiteY1520" fmla="*/ 1577202 h 2407299"/>
              <a:gd name="connsiteX1521" fmla="*/ 2324277 w 2407299"/>
              <a:gd name="connsiteY1521" fmla="*/ 1660194 h 2407299"/>
              <a:gd name="connsiteX1522" fmla="*/ 2407299 w 2407299"/>
              <a:gd name="connsiteY1522" fmla="*/ 1660194 h 2407299"/>
              <a:gd name="connsiteX1523" fmla="*/ 2407299 w 2407299"/>
              <a:gd name="connsiteY1523" fmla="*/ 1577202 h 2407299"/>
              <a:gd name="connsiteX1524" fmla="*/ 2324277 w 2407299"/>
              <a:gd name="connsiteY1524" fmla="*/ 1577202 h 2407299"/>
              <a:gd name="connsiteX1525" fmla="*/ 83022 w 2407299"/>
              <a:gd name="connsiteY1525" fmla="*/ 1660194 h 2407299"/>
              <a:gd name="connsiteX1526" fmla="*/ 83022 w 2407299"/>
              <a:gd name="connsiteY1526" fmla="*/ 1743216 h 2407299"/>
              <a:gd name="connsiteX1527" fmla="*/ 166013 w 2407299"/>
              <a:gd name="connsiteY1527" fmla="*/ 1743216 h 2407299"/>
              <a:gd name="connsiteX1528" fmla="*/ 166013 w 2407299"/>
              <a:gd name="connsiteY1528" fmla="*/ 1660194 h 2407299"/>
              <a:gd name="connsiteX1529" fmla="*/ 83022 w 2407299"/>
              <a:gd name="connsiteY1529" fmla="*/ 1660194 h 2407299"/>
              <a:gd name="connsiteX1530" fmla="*/ 249035 w 2407299"/>
              <a:gd name="connsiteY1530" fmla="*/ 1660194 h 2407299"/>
              <a:gd name="connsiteX1531" fmla="*/ 249035 w 2407299"/>
              <a:gd name="connsiteY1531" fmla="*/ 1743216 h 2407299"/>
              <a:gd name="connsiteX1532" fmla="*/ 332027 w 2407299"/>
              <a:gd name="connsiteY1532" fmla="*/ 1743216 h 2407299"/>
              <a:gd name="connsiteX1533" fmla="*/ 332027 w 2407299"/>
              <a:gd name="connsiteY1533" fmla="*/ 1660194 h 2407299"/>
              <a:gd name="connsiteX1534" fmla="*/ 249035 w 2407299"/>
              <a:gd name="connsiteY1534" fmla="*/ 1660194 h 2407299"/>
              <a:gd name="connsiteX1535" fmla="*/ 415048 w 2407299"/>
              <a:gd name="connsiteY1535" fmla="*/ 1660194 h 2407299"/>
              <a:gd name="connsiteX1536" fmla="*/ 415048 w 2407299"/>
              <a:gd name="connsiteY1536" fmla="*/ 1743216 h 2407299"/>
              <a:gd name="connsiteX1537" fmla="*/ 498070 w 2407299"/>
              <a:gd name="connsiteY1537" fmla="*/ 1743216 h 2407299"/>
              <a:gd name="connsiteX1538" fmla="*/ 498070 w 2407299"/>
              <a:gd name="connsiteY1538" fmla="*/ 1660194 h 2407299"/>
              <a:gd name="connsiteX1539" fmla="*/ 415048 w 2407299"/>
              <a:gd name="connsiteY1539" fmla="*/ 1660194 h 2407299"/>
              <a:gd name="connsiteX1540" fmla="*/ 498070 w 2407299"/>
              <a:gd name="connsiteY1540" fmla="*/ 1660194 h 2407299"/>
              <a:gd name="connsiteX1541" fmla="*/ 498070 w 2407299"/>
              <a:gd name="connsiteY1541" fmla="*/ 1743216 h 2407299"/>
              <a:gd name="connsiteX1542" fmla="*/ 581062 w 2407299"/>
              <a:gd name="connsiteY1542" fmla="*/ 1743216 h 2407299"/>
              <a:gd name="connsiteX1543" fmla="*/ 581062 w 2407299"/>
              <a:gd name="connsiteY1543" fmla="*/ 1660194 h 2407299"/>
              <a:gd name="connsiteX1544" fmla="*/ 498070 w 2407299"/>
              <a:gd name="connsiteY1544" fmla="*/ 1660194 h 2407299"/>
              <a:gd name="connsiteX1545" fmla="*/ 581062 w 2407299"/>
              <a:gd name="connsiteY1545" fmla="*/ 1660194 h 2407299"/>
              <a:gd name="connsiteX1546" fmla="*/ 581062 w 2407299"/>
              <a:gd name="connsiteY1546" fmla="*/ 1743216 h 2407299"/>
              <a:gd name="connsiteX1547" fmla="*/ 664084 w 2407299"/>
              <a:gd name="connsiteY1547" fmla="*/ 1743216 h 2407299"/>
              <a:gd name="connsiteX1548" fmla="*/ 664084 w 2407299"/>
              <a:gd name="connsiteY1548" fmla="*/ 1660194 h 2407299"/>
              <a:gd name="connsiteX1549" fmla="*/ 581062 w 2407299"/>
              <a:gd name="connsiteY1549" fmla="*/ 1660194 h 2407299"/>
              <a:gd name="connsiteX1550" fmla="*/ 830097 w 2407299"/>
              <a:gd name="connsiteY1550" fmla="*/ 1660194 h 2407299"/>
              <a:gd name="connsiteX1551" fmla="*/ 830097 w 2407299"/>
              <a:gd name="connsiteY1551" fmla="*/ 1743216 h 2407299"/>
              <a:gd name="connsiteX1552" fmla="*/ 913119 w 2407299"/>
              <a:gd name="connsiteY1552" fmla="*/ 1743216 h 2407299"/>
              <a:gd name="connsiteX1553" fmla="*/ 913119 w 2407299"/>
              <a:gd name="connsiteY1553" fmla="*/ 1660194 h 2407299"/>
              <a:gd name="connsiteX1554" fmla="*/ 830097 w 2407299"/>
              <a:gd name="connsiteY1554" fmla="*/ 1660194 h 2407299"/>
              <a:gd name="connsiteX1555" fmla="*/ 1162154 w 2407299"/>
              <a:gd name="connsiteY1555" fmla="*/ 1660194 h 2407299"/>
              <a:gd name="connsiteX1556" fmla="*/ 1162154 w 2407299"/>
              <a:gd name="connsiteY1556" fmla="*/ 1743216 h 2407299"/>
              <a:gd name="connsiteX1557" fmla="*/ 1245145 w 2407299"/>
              <a:gd name="connsiteY1557" fmla="*/ 1743216 h 2407299"/>
              <a:gd name="connsiteX1558" fmla="*/ 1245145 w 2407299"/>
              <a:gd name="connsiteY1558" fmla="*/ 1660194 h 2407299"/>
              <a:gd name="connsiteX1559" fmla="*/ 1162154 w 2407299"/>
              <a:gd name="connsiteY1559" fmla="*/ 1660194 h 2407299"/>
              <a:gd name="connsiteX1560" fmla="*/ 1411189 w 2407299"/>
              <a:gd name="connsiteY1560" fmla="*/ 1660194 h 2407299"/>
              <a:gd name="connsiteX1561" fmla="*/ 1411189 w 2407299"/>
              <a:gd name="connsiteY1561" fmla="*/ 1743216 h 2407299"/>
              <a:gd name="connsiteX1562" fmla="*/ 1494180 w 2407299"/>
              <a:gd name="connsiteY1562" fmla="*/ 1743216 h 2407299"/>
              <a:gd name="connsiteX1563" fmla="*/ 1494180 w 2407299"/>
              <a:gd name="connsiteY1563" fmla="*/ 1660194 h 2407299"/>
              <a:gd name="connsiteX1564" fmla="*/ 1411189 w 2407299"/>
              <a:gd name="connsiteY1564" fmla="*/ 1660194 h 2407299"/>
              <a:gd name="connsiteX1565" fmla="*/ 1494180 w 2407299"/>
              <a:gd name="connsiteY1565" fmla="*/ 1660194 h 2407299"/>
              <a:gd name="connsiteX1566" fmla="*/ 1494180 w 2407299"/>
              <a:gd name="connsiteY1566" fmla="*/ 1743216 h 2407299"/>
              <a:gd name="connsiteX1567" fmla="*/ 1577202 w 2407299"/>
              <a:gd name="connsiteY1567" fmla="*/ 1743216 h 2407299"/>
              <a:gd name="connsiteX1568" fmla="*/ 1577202 w 2407299"/>
              <a:gd name="connsiteY1568" fmla="*/ 1660194 h 2407299"/>
              <a:gd name="connsiteX1569" fmla="*/ 1494180 w 2407299"/>
              <a:gd name="connsiteY1569" fmla="*/ 1660194 h 2407299"/>
              <a:gd name="connsiteX1570" fmla="*/ 1577202 w 2407299"/>
              <a:gd name="connsiteY1570" fmla="*/ 1660194 h 2407299"/>
              <a:gd name="connsiteX1571" fmla="*/ 1577202 w 2407299"/>
              <a:gd name="connsiteY1571" fmla="*/ 1743216 h 2407299"/>
              <a:gd name="connsiteX1572" fmla="*/ 1660194 w 2407299"/>
              <a:gd name="connsiteY1572" fmla="*/ 1743216 h 2407299"/>
              <a:gd name="connsiteX1573" fmla="*/ 1660194 w 2407299"/>
              <a:gd name="connsiteY1573" fmla="*/ 1660194 h 2407299"/>
              <a:gd name="connsiteX1574" fmla="*/ 1577202 w 2407299"/>
              <a:gd name="connsiteY1574" fmla="*/ 1660194 h 2407299"/>
              <a:gd name="connsiteX1575" fmla="*/ 1660194 w 2407299"/>
              <a:gd name="connsiteY1575" fmla="*/ 1660194 h 2407299"/>
              <a:gd name="connsiteX1576" fmla="*/ 1660194 w 2407299"/>
              <a:gd name="connsiteY1576" fmla="*/ 1743216 h 2407299"/>
              <a:gd name="connsiteX1577" fmla="*/ 1743216 w 2407299"/>
              <a:gd name="connsiteY1577" fmla="*/ 1743216 h 2407299"/>
              <a:gd name="connsiteX1578" fmla="*/ 1743216 w 2407299"/>
              <a:gd name="connsiteY1578" fmla="*/ 1660194 h 2407299"/>
              <a:gd name="connsiteX1579" fmla="*/ 1660194 w 2407299"/>
              <a:gd name="connsiteY1579" fmla="*/ 1660194 h 2407299"/>
              <a:gd name="connsiteX1580" fmla="*/ 1743216 w 2407299"/>
              <a:gd name="connsiteY1580" fmla="*/ 1660194 h 2407299"/>
              <a:gd name="connsiteX1581" fmla="*/ 1743216 w 2407299"/>
              <a:gd name="connsiteY1581" fmla="*/ 1743216 h 2407299"/>
              <a:gd name="connsiteX1582" fmla="*/ 1826237 w 2407299"/>
              <a:gd name="connsiteY1582" fmla="*/ 1743216 h 2407299"/>
              <a:gd name="connsiteX1583" fmla="*/ 1826237 w 2407299"/>
              <a:gd name="connsiteY1583" fmla="*/ 1660194 h 2407299"/>
              <a:gd name="connsiteX1584" fmla="*/ 1743216 w 2407299"/>
              <a:gd name="connsiteY1584" fmla="*/ 1660194 h 2407299"/>
              <a:gd name="connsiteX1585" fmla="*/ 1826237 w 2407299"/>
              <a:gd name="connsiteY1585" fmla="*/ 1660194 h 2407299"/>
              <a:gd name="connsiteX1586" fmla="*/ 1826237 w 2407299"/>
              <a:gd name="connsiteY1586" fmla="*/ 1743216 h 2407299"/>
              <a:gd name="connsiteX1587" fmla="*/ 1909229 w 2407299"/>
              <a:gd name="connsiteY1587" fmla="*/ 1743216 h 2407299"/>
              <a:gd name="connsiteX1588" fmla="*/ 1909229 w 2407299"/>
              <a:gd name="connsiteY1588" fmla="*/ 1660194 h 2407299"/>
              <a:gd name="connsiteX1589" fmla="*/ 1826237 w 2407299"/>
              <a:gd name="connsiteY1589" fmla="*/ 1660194 h 2407299"/>
              <a:gd name="connsiteX1590" fmla="*/ 1909229 w 2407299"/>
              <a:gd name="connsiteY1590" fmla="*/ 1660194 h 2407299"/>
              <a:gd name="connsiteX1591" fmla="*/ 1909229 w 2407299"/>
              <a:gd name="connsiteY1591" fmla="*/ 1743216 h 2407299"/>
              <a:gd name="connsiteX1592" fmla="*/ 1992251 w 2407299"/>
              <a:gd name="connsiteY1592" fmla="*/ 1743216 h 2407299"/>
              <a:gd name="connsiteX1593" fmla="*/ 1992251 w 2407299"/>
              <a:gd name="connsiteY1593" fmla="*/ 1660194 h 2407299"/>
              <a:gd name="connsiteX1594" fmla="*/ 1909229 w 2407299"/>
              <a:gd name="connsiteY1594" fmla="*/ 1660194 h 2407299"/>
              <a:gd name="connsiteX1595" fmla="*/ 1992251 w 2407299"/>
              <a:gd name="connsiteY1595" fmla="*/ 1660194 h 2407299"/>
              <a:gd name="connsiteX1596" fmla="*/ 1992251 w 2407299"/>
              <a:gd name="connsiteY1596" fmla="*/ 1743216 h 2407299"/>
              <a:gd name="connsiteX1597" fmla="*/ 2075272 w 2407299"/>
              <a:gd name="connsiteY1597" fmla="*/ 1743216 h 2407299"/>
              <a:gd name="connsiteX1598" fmla="*/ 2075272 w 2407299"/>
              <a:gd name="connsiteY1598" fmla="*/ 1660194 h 2407299"/>
              <a:gd name="connsiteX1599" fmla="*/ 1992251 w 2407299"/>
              <a:gd name="connsiteY1599" fmla="*/ 1660194 h 2407299"/>
              <a:gd name="connsiteX1600" fmla="*/ 2324277 w 2407299"/>
              <a:gd name="connsiteY1600" fmla="*/ 1660194 h 2407299"/>
              <a:gd name="connsiteX1601" fmla="*/ 2324277 w 2407299"/>
              <a:gd name="connsiteY1601" fmla="*/ 1743216 h 2407299"/>
              <a:gd name="connsiteX1602" fmla="*/ 2407299 w 2407299"/>
              <a:gd name="connsiteY1602" fmla="*/ 1743216 h 2407299"/>
              <a:gd name="connsiteX1603" fmla="*/ 2407299 w 2407299"/>
              <a:gd name="connsiteY1603" fmla="*/ 1660194 h 2407299"/>
              <a:gd name="connsiteX1604" fmla="*/ 2324277 w 2407299"/>
              <a:gd name="connsiteY1604" fmla="*/ 1660194 h 2407299"/>
              <a:gd name="connsiteX1605" fmla="*/ 664084 w 2407299"/>
              <a:gd name="connsiteY1605" fmla="*/ 1743216 h 2407299"/>
              <a:gd name="connsiteX1606" fmla="*/ 664084 w 2407299"/>
              <a:gd name="connsiteY1606" fmla="*/ 1826237 h 2407299"/>
              <a:gd name="connsiteX1607" fmla="*/ 747105 w 2407299"/>
              <a:gd name="connsiteY1607" fmla="*/ 1826237 h 2407299"/>
              <a:gd name="connsiteX1608" fmla="*/ 747105 w 2407299"/>
              <a:gd name="connsiteY1608" fmla="*/ 1743216 h 2407299"/>
              <a:gd name="connsiteX1609" fmla="*/ 664084 w 2407299"/>
              <a:gd name="connsiteY1609" fmla="*/ 1743216 h 2407299"/>
              <a:gd name="connsiteX1610" fmla="*/ 830097 w 2407299"/>
              <a:gd name="connsiteY1610" fmla="*/ 1743216 h 2407299"/>
              <a:gd name="connsiteX1611" fmla="*/ 830097 w 2407299"/>
              <a:gd name="connsiteY1611" fmla="*/ 1826237 h 2407299"/>
              <a:gd name="connsiteX1612" fmla="*/ 913119 w 2407299"/>
              <a:gd name="connsiteY1612" fmla="*/ 1826237 h 2407299"/>
              <a:gd name="connsiteX1613" fmla="*/ 913119 w 2407299"/>
              <a:gd name="connsiteY1613" fmla="*/ 1743216 h 2407299"/>
              <a:gd name="connsiteX1614" fmla="*/ 830097 w 2407299"/>
              <a:gd name="connsiteY1614" fmla="*/ 1743216 h 2407299"/>
              <a:gd name="connsiteX1615" fmla="*/ 913119 w 2407299"/>
              <a:gd name="connsiteY1615" fmla="*/ 1743216 h 2407299"/>
              <a:gd name="connsiteX1616" fmla="*/ 913119 w 2407299"/>
              <a:gd name="connsiteY1616" fmla="*/ 1826237 h 2407299"/>
              <a:gd name="connsiteX1617" fmla="*/ 996110 w 2407299"/>
              <a:gd name="connsiteY1617" fmla="*/ 1826237 h 2407299"/>
              <a:gd name="connsiteX1618" fmla="*/ 996110 w 2407299"/>
              <a:gd name="connsiteY1618" fmla="*/ 1743216 h 2407299"/>
              <a:gd name="connsiteX1619" fmla="*/ 913119 w 2407299"/>
              <a:gd name="connsiteY1619" fmla="*/ 1743216 h 2407299"/>
              <a:gd name="connsiteX1620" fmla="*/ 1079132 w 2407299"/>
              <a:gd name="connsiteY1620" fmla="*/ 1743216 h 2407299"/>
              <a:gd name="connsiteX1621" fmla="*/ 1079132 w 2407299"/>
              <a:gd name="connsiteY1621" fmla="*/ 1826237 h 2407299"/>
              <a:gd name="connsiteX1622" fmla="*/ 1162154 w 2407299"/>
              <a:gd name="connsiteY1622" fmla="*/ 1826237 h 2407299"/>
              <a:gd name="connsiteX1623" fmla="*/ 1162154 w 2407299"/>
              <a:gd name="connsiteY1623" fmla="*/ 1743216 h 2407299"/>
              <a:gd name="connsiteX1624" fmla="*/ 1079132 w 2407299"/>
              <a:gd name="connsiteY1624" fmla="*/ 1743216 h 2407299"/>
              <a:gd name="connsiteX1625" fmla="*/ 1162154 w 2407299"/>
              <a:gd name="connsiteY1625" fmla="*/ 1743216 h 2407299"/>
              <a:gd name="connsiteX1626" fmla="*/ 1162154 w 2407299"/>
              <a:gd name="connsiteY1626" fmla="*/ 1826237 h 2407299"/>
              <a:gd name="connsiteX1627" fmla="*/ 1245145 w 2407299"/>
              <a:gd name="connsiteY1627" fmla="*/ 1826237 h 2407299"/>
              <a:gd name="connsiteX1628" fmla="*/ 1245145 w 2407299"/>
              <a:gd name="connsiteY1628" fmla="*/ 1743216 h 2407299"/>
              <a:gd name="connsiteX1629" fmla="*/ 1162154 w 2407299"/>
              <a:gd name="connsiteY1629" fmla="*/ 1743216 h 2407299"/>
              <a:gd name="connsiteX1630" fmla="*/ 1245145 w 2407299"/>
              <a:gd name="connsiteY1630" fmla="*/ 1743216 h 2407299"/>
              <a:gd name="connsiteX1631" fmla="*/ 1245145 w 2407299"/>
              <a:gd name="connsiteY1631" fmla="*/ 1826237 h 2407299"/>
              <a:gd name="connsiteX1632" fmla="*/ 1328167 w 2407299"/>
              <a:gd name="connsiteY1632" fmla="*/ 1826237 h 2407299"/>
              <a:gd name="connsiteX1633" fmla="*/ 1328167 w 2407299"/>
              <a:gd name="connsiteY1633" fmla="*/ 1743216 h 2407299"/>
              <a:gd name="connsiteX1634" fmla="*/ 1245145 w 2407299"/>
              <a:gd name="connsiteY1634" fmla="*/ 1743216 h 2407299"/>
              <a:gd name="connsiteX1635" fmla="*/ 1660194 w 2407299"/>
              <a:gd name="connsiteY1635" fmla="*/ 1743216 h 2407299"/>
              <a:gd name="connsiteX1636" fmla="*/ 1660194 w 2407299"/>
              <a:gd name="connsiteY1636" fmla="*/ 1826237 h 2407299"/>
              <a:gd name="connsiteX1637" fmla="*/ 1743216 w 2407299"/>
              <a:gd name="connsiteY1637" fmla="*/ 1826237 h 2407299"/>
              <a:gd name="connsiteX1638" fmla="*/ 1743216 w 2407299"/>
              <a:gd name="connsiteY1638" fmla="*/ 1743216 h 2407299"/>
              <a:gd name="connsiteX1639" fmla="*/ 1660194 w 2407299"/>
              <a:gd name="connsiteY1639" fmla="*/ 1743216 h 2407299"/>
              <a:gd name="connsiteX1640" fmla="*/ 1992251 w 2407299"/>
              <a:gd name="connsiteY1640" fmla="*/ 1743216 h 2407299"/>
              <a:gd name="connsiteX1641" fmla="*/ 1992251 w 2407299"/>
              <a:gd name="connsiteY1641" fmla="*/ 1826237 h 2407299"/>
              <a:gd name="connsiteX1642" fmla="*/ 2075272 w 2407299"/>
              <a:gd name="connsiteY1642" fmla="*/ 1826237 h 2407299"/>
              <a:gd name="connsiteX1643" fmla="*/ 2075272 w 2407299"/>
              <a:gd name="connsiteY1643" fmla="*/ 1743216 h 2407299"/>
              <a:gd name="connsiteX1644" fmla="*/ 1992251 w 2407299"/>
              <a:gd name="connsiteY1644" fmla="*/ 1743216 h 2407299"/>
              <a:gd name="connsiteX1645" fmla="*/ 2075272 w 2407299"/>
              <a:gd name="connsiteY1645" fmla="*/ 1743216 h 2407299"/>
              <a:gd name="connsiteX1646" fmla="*/ 2075272 w 2407299"/>
              <a:gd name="connsiteY1646" fmla="*/ 1826237 h 2407299"/>
              <a:gd name="connsiteX1647" fmla="*/ 2158264 w 2407299"/>
              <a:gd name="connsiteY1647" fmla="*/ 1826237 h 2407299"/>
              <a:gd name="connsiteX1648" fmla="*/ 2158264 w 2407299"/>
              <a:gd name="connsiteY1648" fmla="*/ 1743216 h 2407299"/>
              <a:gd name="connsiteX1649" fmla="*/ 2075272 w 2407299"/>
              <a:gd name="connsiteY1649" fmla="*/ 1743216 h 2407299"/>
              <a:gd name="connsiteX1650" fmla="*/ 2158264 w 2407299"/>
              <a:gd name="connsiteY1650" fmla="*/ 1743216 h 2407299"/>
              <a:gd name="connsiteX1651" fmla="*/ 2158264 w 2407299"/>
              <a:gd name="connsiteY1651" fmla="*/ 1826237 h 2407299"/>
              <a:gd name="connsiteX1652" fmla="*/ 2241286 w 2407299"/>
              <a:gd name="connsiteY1652" fmla="*/ 1826237 h 2407299"/>
              <a:gd name="connsiteX1653" fmla="*/ 2241286 w 2407299"/>
              <a:gd name="connsiteY1653" fmla="*/ 1743216 h 2407299"/>
              <a:gd name="connsiteX1654" fmla="*/ 2158264 w 2407299"/>
              <a:gd name="connsiteY1654" fmla="*/ 1743216 h 2407299"/>
              <a:gd name="connsiteX1655" fmla="*/ 0 w 2407299"/>
              <a:gd name="connsiteY1655" fmla="*/ 1826237 h 2407299"/>
              <a:gd name="connsiteX1656" fmla="*/ 0 w 2407299"/>
              <a:gd name="connsiteY1656" fmla="*/ 1909229 h 2407299"/>
              <a:gd name="connsiteX1657" fmla="*/ 83022 w 2407299"/>
              <a:gd name="connsiteY1657" fmla="*/ 1909229 h 2407299"/>
              <a:gd name="connsiteX1658" fmla="*/ 83022 w 2407299"/>
              <a:gd name="connsiteY1658" fmla="*/ 1826237 h 2407299"/>
              <a:gd name="connsiteX1659" fmla="*/ 0 w 2407299"/>
              <a:gd name="connsiteY1659" fmla="*/ 1826237 h 2407299"/>
              <a:gd name="connsiteX1660" fmla="*/ 83022 w 2407299"/>
              <a:gd name="connsiteY1660" fmla="*/ 1826237 h 2407299"/>
              <a:gd name="connsiteX1661" fmla="*/ 83022 w 2407299"/>
              <a:gd name="connsiteY1661" fmla="*/ 1909229 h 2407299"/>
              <a:gd name="connsiteX1662" fmla="*/ 166013 w 2407299"/>
              <a:gd name="connsiteY1662" fmla="*/ 1909229 h 2407299"/>
              <a:gd name="connsiteX1663" fmla="*/ 166013 w 2407299"/>
              <a:gd name="connsiteY1663" fmla="*/ 1826237 h 2407299"/>
              <a:gd name="connsiteX1664" fmla="*/ 83022 w 2407299"/>
              <a:gd name="connsiteY1664" fmla="*/ 1826237 h 2407299"/>
              <a:gd name="connsiteX1665" fmla="*/ 166013 w 2407299"/>
              <a:gd name="connsiteY1665" fmla="*/ 1826237 h 2407299"/>
              <a:gd name="connsiteX1666" fmla="*/ 166013 w 2407299"/>
              <a:gd name="connsiteY1666" fmla="*/ 1909229 h 2407299"/>
              <a:gd name="connsiteX1667" fmla="*/ 249035 w 2407299"/>
              <a:gd name="connsiteY1667" fmla="*/ 1909229 h 2407299"/>
              <a:gd name="connsiteX1668" fmla="*/ 249035 w 2407299"/>
              <a:gd name="connsiteY1668" fmla="*/ 1826237 h 2407299"/>
              <a:gd name="connsiteX1669" fmla="*/ 166013 w 2407299"/>
              <a:gd name="connsiteY1669" fmla="*/ 1826237 h 2407299"/>
              <a:gd name="connsiteX1670" fmla="*/ 249035 w 2407299"/>
              <a:gd name="connsiteY1670" fmla="*/ 1826237 h 2407299"/>
              <a:gd name="connsiteX1671" fmla="*/ 249035 w 2407299"/>
              <a:gd name="connsiteY1671" fmla="*/ 1909229 h 2407299"/>
              <a:gd name="connsiteX1672" fmla="*/ 332027 w 2407299"/>
              <a:gd name="connsiteY1672" fmla="*/ 1909229 h 2407299"/>
              <a:gd name="connsiteX1673" fmla="*/ 332027 w 2407299"/>
              <a:gd name="connsiteY1673" fmla="*/ 1826237 h 2407299"/>
              <a:gd name="connsiteX1674" fmla="*/ 249035 w 2407299"/>
              <a:gd name="connsiteY1674" fmla="*/ 1826237 h 2407299"/>
              <a:gd name="connsiteX1675" fmla="*/ 332027 w 2407299"/>
              <a:gd name="connsiteY1675" fmla="*/ 1826237 h 2407299"/>
              <a:gd name="connsiteX1676" fmla="*/ 332027 w 2407299"/>
              <a:gd name="connsiteY1676" fmla="*/ 1909229 h 2407299"/>
              <a:gd name="connsiteX1677" fmla="*/ 415048 w 2407299"/>
              <a:gd name="connsiteY1677" fmla="*/ 1909229 h 2407299"/>
              <a:gd name="connsiteX1678" fmla="*/ 415048 w 2407299"/>
              <a:gd name="connsiteY1678" fmla="*/ 1826237 h 2407299"/>
              <a:gd name="connsiteX1679" fmla="*/ 332027 w 2407299"/>
              <a:gd name="connsiteY1679" fmla="*/ 1826237 h 2407299"/>
              <a:gd name="connsiteX1680" fmla="*/ 415048 w 2407299"/>
              <a:gd name="connsiteY1680" fmla="*/ 1826237 h 2407299"/>
              <a:gd name="connsiteX1681" fmla="*/ 415048 w 2407299"/>
              <a:gd name="connsiteY1681" fmla="*/ 1909229 h 2407299"/>
              <a:gd name="connsiteX1682" fmla="*/ 498070 w 2407299"/>
              <a:gd name="connsiteY1682" fmla="*/ 1909229 h 2407299"/>
              <a:gd name="connsiteX1683" fmla="*/ 498070 w 2407299"/>
              <a:gd name="connsiteY1683" fmla="*/ 1826237 h 2407299"/>
              <a:gd name="connsiteX1684" fmla="*/ 415048 w 2407299"/>
              <a:gd name="connsiteY1684" fmla="*/ 1826237 h 2407299"/>
              <a:gd name="connsiteX1685" fmla="*/ 498070 w 2407299"/>
              <a:gd name="connsiteY1685" fmla="*/ 1826237 h 2407299"/>
              <a:gd name="connsiteX1686" fmla="*/ 498070 w 2407299"/>
              <a:gd name="connsiteY1686" fmla="*/ 1909229 h 2407299"/>
              <a:gd name="connsiteX1687" fmla="*/ 581062 w 2407299"/>
              <a:gd name="connsiteY1687" fmla="*/ 1909229 h 2407299"/>
              <a:gd name="connsiteX1688" fmla="*/ 581062 w 2407299"/>
              <a:gd name="connsiteY1688" fmla="*/ 1826237 h 2407299"/>
              <a:gd name="connsiteX1689" fmla="*/ 498070 w 2407299"/>
              <a:gd name="connsiteY1689" fmla="*/ 1826237 h 2407299"/>
              <a:gd name="connsiteX1690" fmla="*/ 830097 w 2407299"/>
              <a:gd name="connsiteY1690" fmla="*/ 1826237 h 2407299"/>
              <a:gd name="connsiteX1691" fmla="*/ 830097 w 2407299"/>
              <a:gd name="connsiteY1691" fmla="*/ 1909229 h 2407299"/>
              <a:gd name="connsiteX1692" fmla="*/ 913119 w 2407299"/>
              <a:gd name="connsiteY1692" fmla="*/ 1909229 h 2407299"/>
              <a:gd name="connsiteX1693" fmla="*/ 913119 w 2407299"/>
              <a:gd name="connsiteY1693" fmla="*/ 1826237 h 2407299"/>
              <a:gd name="connsiteX1694" fmla="*/ 830097 w 2407299"/>
              <a:gd name="connsiteY1694" fmla="*/ 1826237 h 2407299"/>
              <a:gd name="connsiteX1695" fmla="*/ 913119 w 2407299"/>
              <a:gd name="connsiteY1695" fmla="*/ 1826237 h 2407299"/>
              <a:gd name="connsiteX1696" fmla="*/ 913119 w 2407299"/>
              <a:gd name="connsiteY1696" fmla="*/ 1909229 h 2407299"/>
              <a:gd name="connsiteX1697" fmla="*/ 996110 w 2407299"/>
              <a:gd name="connsiteY1697" fmla="*/ 1909229 h 2407299"/>
              <a:gd name="connsiteX1698" fmla="*/ 996110 w 2407299"/>
              <a:gd name="connsiteY1698" fmla="*/ 1826237 h 2407299"/>
              <a:gd name="connsiteX1699" fmla="*/ 913119 w 2407299"/>
              <a:gd name="connsiteY1699" fmla="*/ 1826237 h 2407299"/>
              <a:gd name="connsiteX1700" fmla="*/ 996110 w 2407299"/>
              <a:gd name="connsiteY1700" fmla="*/ 1826237 h 2407299"/>
              <a:gd name="connsiteX1701" fmla="*/ 996110 w 2407299"/>
              <a:gd name="connsiteY1701" fmla="*/ 1909229 h 2407299"/>
              <a:gd name="connsiteX1702" fmla="*/ 1079132 w 2407299"/>
              <a:gd name="connsiteY1702" fmla="*/ 1909229 h 2407299"/>
              <a:gd name="connsiteX1703" fmla="*/ 1079132 w 2407299"/>
              <a:gd name="connsiteY1703" fmla="*/ 1826237 h 2407299"/>
              <a:gd name="connsiteX1704" fmla="*/ 996110 w 2407299"/>
              <a:gd name="connsiteY1704" fmla="*/ 1826237 h 2407299"/>
              <a:gd name="connsiteX1705" fmla="*/ 1079132 w 2407299"/>
              <a:gd name="connsiteY1705" fmla="*/ 1826237 h 2407299"/>
              <a:gd name="connsiteX1706" fmla="*/ 1079132 w 2407299"/>
              <a:gd name="connsiteY1706" fmla="*/ 1909229 h 2407299"/>
              <a:gd name="connsiteX1707" fmla="*/ 1162154 w 2407299"/>
              <a:gd name="connsiteY1707" fmla="*/ 1909229 h 2407299"/>
              <a:gd name="connsiteX1708" fmla="*/ 1162154 w 2407299"/>
              <a:gd name="connsiteY1708" fmla="*/ 1826237 h 2407299"/>
              <a:gd name="connsiteX1709" fmla="*/ 1079132 w 2407299"/>
              <a:gd name="connsiteY1709" fmla="*/ 1826237 h 2407299"/>
              <a:gd name="connsiteX1710" fmla="*/ 1162154 w 2407299"/>
              <a:gd name="connsiteY1710" fmla="*/ 1826237 h 2407299"/>
              <a:gd name="connsiteX1711" fmla="*/ 1162154 w 2407299"/>
              <a:gd name="connsiteY1711" fmla="*/ 1909229 h 2407299"/>
              <a:gd name="connsiteX1712" fmla="*/ 1245145 w 2407299"/>
              <a:gd name="connsiteY1712" fmla="*/ 1909229 h 2407299"/>
              <a:gd name="connsiteX1713" fmla="*/ 1245145 w 2407299"/>
              <a:gd name="connsiteY1713" fmla="*/ 1826237 h 2407299"/>
              <a:gd name="connsiteX1714" fmla="*/ 1162154 w 2407299"/>
              <a:gd name="connsiteY1714" fmla="*/ 1826237 h 2407299"/>
              <a:gd name="connsiteX1715" fmla="*/ 1494180 w 2407299"/>
              <a:gd name="connsiteY1715" fmla="*/ 1826237 h 2407299"/>
              <a:gd name="connsiteX1716" fmla="*/ 1494180 w 2407299"/>
              <a:gd name="connsiteY1716" fmla="*/ 1909229 h 2407299"/>
              <a:gd name="connsiteX1717" fmla="*/ 1577202 w 2407299"/>
              <a:gd name="connsiteY1717" fmla="*/ 1909229 h 2407299"/>
              <a:gd name="connsiteX1718" fmla="*/ 1577202 w 2407299"/>
              <a:gd name="connsiteY1718" fmla="*/ 1826237 h 2407299"/>
              <a:gd name="connsiteX1719" fmla="*/ 1494180 w 2407299"/>
              <a:gd name="connsiteY1719" fmla="*/ 1826237 h 2407299"/>
              <a:gd name="connsiteX1720" fmla="*/ 1660194 w 2407299"/>
              <a:gd name="connsiteY1720" fmla="*/ 1826237 h 2407299"/>
              <a:gd name="connsiteX1721" fmla="*/ 1660194 w 2407299"/>
              <a:gd name="connsiteY1721" fmla="*/ 1909229 h 2407299"/>
              <a:gd name="connsiteX1722" fmla="*/ 1743216 w 2407299"/>
              <a:gd name="connsiteY1722" fmla="*/ 1909229 h 2407299"/>
              <a:gd name="connsiteX1723" fmla="*/ 1743216 w 2407299"/>
              <a:gd name="connsiteY1723" fmla="*/ 1826237 h 2407299"/>
              <a:gd name="connsiteX1724" fmla="*/ 1660194 w 2407299"/>
              <a:gd name="connsiteY1724" fmla="*/ 1826237 h 2407299"/>
              <a:gd name="connsiteX1725" fmla="*/ 1826237 w 2407299"/>
              <a:gd name="connsiteY1725" fmla="*/ 1826237 h 2407299"/>
              <a:gd name="connsiteX1726" fmla="*/ 1826237 w 2407299"/>
              <a:gd name="connsiteY1726" fmla="*/ 1909229 h 2407299"/>
              <a:gd name="connsiteX1727" fmla="*/ 1909229 w 2407299"/>
              <a:gd name="connsiteY1727" fmla="*/ 1909229 h 2407299"/>
              <a:gd name="connsiteX1728" fmla="*/ 1909229 w 2407299"/>
              <a:gd name="connsiteY1728" fmla="*/ 1826237 h 2407299"/>
              <a:gd name="connsiteX1729" fmla="*/ 1826237 w 2407299"/>
              <a:gd name="connsiteY1729" fmla="*/ 1826237 h 2407299"/>
              <a:gd name="connsiteX1730" fmla="*/ 1992251 w 2407299"/>
              <a:gd name="connsiteY1730" fmla="*/ 1826237 h 2407299"/>
              <a:gd name="connsiteX1731" fmla="*/ 1992251 w 2407299"/>
              <a:gd name="connsiteY1731" fmla="*/ 1909229 h 2407299"/>
              <a:gd name="connsiteX1732" fmla="*/ 2075272 w 2407299"/>
              <a:gd name="connsiteY1732" fmla="*/ 1909229 h 2407299"/>
              <a:gd name="connsiteX1733" fmla="*/ 2075272 w 2407299"/>
              <a:gd name="connsiteY1733" fmla="*/ 1826237 h 2407299"/>
              <a:gd name="connsiteX1734" fmla="*/ 1992251 w 2407299"/>
              <a:gd name="connsiteY1734" fmla="*/ 1826237 h 2407299"/>
              <a:gd name="connsiteX1735" fmla="*/ 2241286 w 2407299"/>
              <a:gd name="connsiteY1735" fmla="*/ 1826237 h 2407299"/>
              <a:gd name="connsiteX1736" fmla="*/ 2241286 w 2407299"/>
              <a:gd name="connsiteY1736" fmla="*/ 1909229 h 2407299"/>
              <a:gd name="connsiteX1737" fmla="*/ 2324277 w 2407299"/>
              <a:gd name="connsiteY1737" fmla="*/ 1909229 h 2407299"/>
              <a:gd name="connsiteX1738" fmla="*/ 2324277 w 2407299"/>
              <a:gd name="connsiteY1738" fmla="*/ 1826237 h 2407299"/>
              <a:gd name="connsiteX1739" fmla="*/ 2241286 w 2407299"/>
              <a:gd name="connsiteY1739" fmla="*/ 1826237 h 2407299"/>
              <a:gd name="connsiteX1740" fmla="*/ 0 w 2407299"/>
              <a:gd name="connsiteY1740" fmla="*/ 1909229 h 2407299"/>
              <a:gd name="connsiteX1741" fmla="*/ 0 w 2407299"/>
              <a:gd name="connsiteY1741" fmla="*/ 1992251 h 2407299"/>
              <a:gd name="connsiteX1742" fmla="*/ 83022 w 2407299"/>
              <a:gd name="connsiteY1742" fmla="*/ 1992251 h 2407299"/>
              <a:gd name="connsiteX1743" fmla="*/ 83022 w 2407299"/>
              <a:gd name="connsiteY1743" fmla="*/ 1909229 h 2407299"/>
              <a:gd name="connsiteX1744" fmla="*/ 0 w 2407299"/>
              <a:gd name="connsiteY1744" fmla="*/ 1909229 h 2407299"/>
              <a:gd name="connsiteX1745" fmla="*/ 498070 w 2407299"/>
              <a:gd name="connsiteY1745" fmla="*/ 1909229 h 2407299"/>
              <a:gd name="connsiteX1746" fmla="*/ 498070 w 2407299"/>
              <a:gd name="connsiteY1746" fmla="*/ 1992251 h 2407299"/>
              <a:gd name="connsiteX1747" fmla="*/ 581062 w 2407299"/>
              <a:gd name="connsiteY1747" fmla="*/ 1992251 h 2407299"/>
              <a:gd name="connsiteX1748" fmla="*/ 581062 w 2407299"/>
              <a:gd name="connsiteY1748" fmla="*/ 1909229 h 2407299"/>
              <a:gd name="connsiteX1749" fmla="*/ 498070 w 2407299"/>
              <a:gd name="connsiteY1749" fmla="*/ 1909229 h 2407299"/>
              <a:gd name="connsiteX1750" fmla="*/ 747105 w 2407299"/>
              <a:gd name="connsiteY1750" fmla="*/ 1909229 h 2407299"/>
              <a:gd name="connsiteX1751" fmla="*/ 747105 w 2407299"/>
              <a:gd name="connsiteY1751" fmla="*/ 1992251 h 2407299"/>
              <a:gd name="connsiteX1752" fmla="*/ 830097 w 2407299"/>
              <a:gd name="connsiteY1752" fmla="*/ 1992251 h 2407299"/>
              <a:gd name="connsiteX1753" fmla="*/ 830097 w 2407299"/>
              <a:gd name="connsiteY1753" fmla="*/ 1909229 h 2407299"/>
              <a:gd name="connsiteX1754" fmla="*/ 747105 w 2407299"/>
              <a:gd name="connsiteY1754" fmla="*/ 1909229 h 2407299"/>
              <a:gd name="connsiteX1755" fmla="*/ 830097 w 2407299"/>
              <a:gd name="connsiteY1755" fmla="*/ 1909229 h 2407299"/>
              <a:gd name="connsiteX1756" fmla="*/ 830097 w 2407299"/>
              <a:gd name="connsiteY1756" fmla="*/ 1992251 h 2407299"/>
              <a:gd name="connsiteX1757" fmla="*/ 913119 w 2407299"/>
              <a:gd name="connsiteY1757" fmla="*/ 1992251 h 2407299"/>
              <a:gd name="connsiteX1758" fmla="*/ 913119 w 2407299"/>
              <a:gd name="connsiteY1758" fmla="*/ 1909229 h 2407299"/>
              <a:gd name="connsiteX1759" fmla="*/ 830097 w 2407299"/>
              <a:gd name="connsiteY1759" fmla="*/ 1909229 h 2407299"/>
              <a:gd name="connsiteX1760" fmla="*/ 996110 w 2407299"/>
              <a:gd name="connsiteY1760" fmla="*/ 1909229 h 2407299"/>
              <a:gd name="connsiteX1761" fmla="*/ 996110 w 2407299"/>
              <a:gd name="connsiteY1761" fmla="*/ 1992251 h 2407299"/>
              <a:gd name="connsiteX1762" fmla="*/ 1079132 w 2407299"/>
              <a:gd name="connsiteY1762" fmla="*/ 1992251 h 2407299"/>
              <a:gd name="connsiteX1763" fmla="*/ 1079132 w 2407299"/>
              <a:gd name="connsiteY1763" fmla="*/ 1909229 h 2407299"/>
              <a:gd name="connsiteX1764" fmla="*/ 996110 w 2407299"/>
              <a:gd name="connsiteY1764" fmla="*/ 1909229 h 2407299"/>
              <a:gd name="connsiteX1765" fmla="*/ 1162154 w 2407299"/>
              <a:gd name="connsiteY1765" fmla="*/ 1909229 h 2407299"/>
              <a:gd name="connsiteX1766" fmla="*/ 1162154 w 2407299"/>
              <a:gd name="connsiteY1766" fmla="*/ 1992251 h 2407299"/>
              <a:gd name="connsiteX1767" fmla="*/ 1245145 w 2407299"/>
              <a:gd name="connsiteY1767" fmla="*/ 1992251 h 2407299"/>
              <a:gd name="connsiteX1768" fmla="*/ 1245145 w 2407299"/>
              <a:gd name="connsiteY1768" fmla="*/ 1909229 h 2407299"/>
              <a:gd name="connsiteX1769" fmla="*/ 1162154 w 2407299"/>
              <a:gd name="connsiteY1769" fmla="*/ 1909229 h 2407299"/>
              <a:gd name="connsiteX1770" fmla="*/ 1245145 w 2407299"/>
              <a:gd name="connsiteY1770" fmla="*/ 1909229 h 2407299"/>
              <a:gd name="connsiteX1771" fmla="*/ 1245145 w 2407299"/>
              <a:gd name="connsiteY1771" fmla="*/ 1992251 h 2407299"/>
              <a:gd name="connsiteX1772" fmla="*/ 1328167 w 2407299"/>
              <a:gd name="connsiteY1772" fmla="*/ 1992251 h 2407299"/>
              <a:gd name="connsiteX1773" fmla="*/ 1328167 w 2407299"/>
              <a:gd name="connsiteY1773" fmla="*/ 1909229 h 2407299"/>
              <a:gd name="connsiteX1774" fmla="*/ 1245145 w 2407299"/>
              <a:gd name="connsiteY1774" fmla="*/ 1909229 h 2407299"/>
              <a:gd name="connsiteX1775" fmla="*/ 1577202 w 2407299"/>
              <a:gd name="connsiteY1775" fmla="*/ 1909229 h 2407299"/>
              <a:gd name="connsiteX1776" fmla="*/ 1577202 w 2407299"/>
              <a:gd name="connsiteY1776" fmla="*/ 1992251 h 2407299"/>
              <a:gd name="connsiteX1777" fmla="*/ 1660194 w 2407299"/>
              <a:gd name="connsiteY1777" fmla="*/ 1992251 h 2407299"/>
              <a:gd name="connsiteX1778" fmla="*/ 1660194 w 2407299"/>
              <a:gd name="connsiteY1778" fmla="*/ 1909229 h 2407299"/>
              <a:gd name="connsiteX1779" fmla="*/ 1577202 w 2407299"/>
              <a:gd name="connsiteY1779" fmla="*/ 1909229 h 2407299"/>
              <a:gd name="connsiteX1780" fmla="*/ 1660194 w 2407299"/>
              <a:gd name="connsiteY1780" fmla="*/ 1909229 h 2407299"/>
              <a:gd name="connsiteX1781" fmla="*/ 1660194 w 2407299"/>
              <a:gd name="connsiteY1781" fmla="*/ 1992251 h 2407299"/>
              <a:gd name="connsiteX1782" fmla="*/ 1743216 w 2407299"/>
              <a:gd name="connsiteY1782" fmla="*/ 1992251 h 2407299"/>
              <a:gd name="connsiteX1783" fmla="*/ 1743216 w 2407299"/>
              <a:gd name="connsiteY1783" fmla="*/ 1909229 h 2407299"/>
              <a:gd name="connsiteX1784" fmla="*/ 1660194 w 2407299"/>
              <a:gd name="connsiteY1784" fmla="*/ 1909229 h 2407299"/>
              <a:gd name="connsiteX1785" fmla="*/ 1992251 w 2407299"/>
              <a:gd name="connsiteY1785" fmla="*/ 1909229 h 2407299"/>
              <a:gd name="connsiteX1786" fmla="*/ 1992251 w 2407299"/>
              <a:gd name="connsiteY1786" fmla="*/ 1992251 h 2407299"/>
              <a:gd name="connsiteX1787" fmla="*/ 2075272 w 2407299"/>
              <a:gd name="connsiteY1787" fmla="*/ 1992251 h 2407299"/>
              <a:gd name="connsiteX1788" fmla="*/ 2075272 w 2407299"/>
              <a:gd name="connsiteY1788" fmla="*/ 1909229 h 2407299"/>
              <a:gd name="connsiteX1789" fmla="*/ 1992251 w 2407299"/>
              <a:gd name="connsiteY1789" fmla="*/ 1909229 h 2407299"/>
              <a:gd name="connsiteX1790" fmla="*/ 2075272 w 2407299"/>
              <a:gd name="connsiteY1790" fmla="*/ 1909229 h 2407299"/>
              <a:gd name="connsiteX1791" fmla="*/ 2075272 w 2407299"/>
              <a:gd name="connsiteY1791" fmla="*/ 1992251 h 2407299"/>
              <a:gd name="connsiteX1792" fmla="*/ 2158264 w 2407299"/>
              <a:gd name="connsiteY1792" fmla="*/ 1992251 h 2407299"/>
              <a:gd name="connsiteX1793" fmla="*/ 2158264 w 2407299"/>
              <a:gd name="connsiteY1793" fmla="*/ 1909229 h 2407299"/>
              <a:gd name="connsiteX1794" fmla="*/ 2075272 w 2407299"/>
              <a:gd name="connsiteY1794" fmla="*/ 1909229 h 2407299"/>
              <a:gd name="connsiteX1795" fmla="*/ 2158264 w 2407299"/>
              <a:gd name="connsiteY1795" fmla="*/ 1909229 h 2407299"/>
              <a:gd name="connsiteX1796" fmla="*/ 2158264 w 2407299"/>
              <a:gd name="connsiteY1796" fmla="*/ 1992251 h 2407299"/>
              <a:gd name="connsiteX1797" fmla="*/ 2241286 w 2407299"/>
              <a:gd name="connsiteY1797" fmla="*/ 1992251 h 2407299"/>
              <a:gd name="connsiteX1798" fmla="*/ 2241286 w 2407299"/>
              <a:gd name="connsiteY1798" fmla="*/ 1909229 h 2407299"/>
              <a:gd name="connsiteX1799" fmla="*/ 2158264 w 2407299"/>
              <a:gd name="connsiteY1799" fmla="*/ 1909229 h 2407299"/>
              <a:gd name="connsiteX1800" fmla="*/ 2241286 w 2407299"/>
              <a:gd name="connsiteY1800" fmla="*/ 1909229 h 2407299"/>
              <a:gd name="connsiteX1801" fmla="*/ 2241286 w 2407299"/>
              <a:gd name="connsiteY1801" fmla="*/ 1992251 h 2407299"/>
              <a:gd name="connsiteX1802" fmla="*/ 2324277 w 2407299"/>
              <a:gd name="connsiteY1802" fmla="*/ 1992251 h 2407299"/>
              <a:gd name="connsiteX1803" fmla="*/ 2324277 w 2407299"/>
              <a:gd name="connsiteY1803" fmla="*/ 1909229 h 2407299"/>
              <a:gd name="connsiteX1804" fmla="*/ 2241286 w 2407299"/>
              <a:gd name="connsiteY1804" fmla="*/ 1909229 h 2407299"/>
              <a:gd name="connsiteX1805" fmla="*/ 0 w 2407299"/>
              <a:gd name="connsiteY1805" fmla="*/ 1992251 h 2407299"/>
              <a:gd name="connsiteX1806" fmla="*/ 0 w 2407299"/>
              <a:gd name="connsiteY1806" fmla="*/ 2075272 h 2407299"/>
              <a:gd name="connsiteX1807" fmla="*/ 83022 w 2407299"/>
              <a:gd name="connsiteY1807" fmla="*/ 2075272 h 2407299"/>
              <a:gd name="connsiteX1808" fmla="*/ 83022 w 2407299"/>
              <a:gd name="connsiteY1808" fmla="*/ 1992251 h 2407299"/>
              <a:gd name="connsiteX1809" fmla="*/ 0 w 2407299"/>
              <a:gd name="connsiteY1809" fmla="*/ 1992251 h 2407299"/>
              <a:gd name="connsiteX1810" fmla="*/ 166013 w 2407299"/>
              <a:gd name="connsiteY1810" fmla="*/ 1992251 h 2407299"/>
              <a:gd name="connsiteX1811" fmla="*/ 166013 w 2407299"/>
              <a:gd name="connsiteY1811" fmla="*/ 2075272 h 2407299"/>
              <a:gd name="connsiteX1812" fmla="*/ 249035 w 2407299"/>
              <a:gd name="connsiteY1812" fmla="*/ 2075272 h 2407299"/>
              <a:gd name="connsiteX1813" fmla="*/ 249035 w 2407299"/>
              <a:gd name="connsiteY1813" fmla="*/ 1992251 h 2407299"/>
              <a:gd name="connsiteX1814" fmla="*/ 166013 w 2407299"/>
              <a:gd name="connsiteY1814" fmla="*/ 1992251 h 2407299"/>
              <a:gd name="connsiteX1815" fmla="*/ 249035 w 2407299"/>
              <a:gd name="connsiteY1815" fmla="*/ 1992251 h 2407299"/>
              <a:gd name="connsiteX1816" fmla="*/ 249035 w 2407299"/>
              <a:gd name="connsiteY1816" fmla="*/ 2075272 h 2407299"/>
              <a:gd name="connsiteX1817" fmla="*/ 332027 w 2407299"/>
              <a:gd name="connsiteY1817" fmla="*/ 2075272 h 2407299"/>
              <a:gd name="connsiteX1818" fmla="*/ 332027 w 2407299"/>
              <a:gd name="connsiteY1818" fmla="*/ 1992251 h 2407299"/>
              <a:gd name="connsiteX1819" fmla="*/ 249035 w 2407299"/>
              <a:gd name="connsiteY1819" fmla="*/ 1992251 h 2407299"/>
              <a:gd name="connsiteX1820" fmla="*/ 332027 w 2407299"/>
              <a:gd name="connsiteY1820" fmla="*/ 1992251 h 2407299"/>
              <a:gd name="connsiteX1821" fmla="*/ 332027 w 2407299"/>
              <a:gd name="connsiteY1821" fmla="*/ 2075272 h 2407299"/>
              <a:gd name="connsiteX1822" fmla="*/ 415048 w 2407299"/>
              <a:gd name="connsiteY1822" fmla="*/ 2075272 h 2407299"/>
              <a:gd name="connsiteX1823" fmla="*/ 415048 w 2407299"/>
              <a:gd name="connsiteY1823" fmla="*/ 1992251 h 2407299"/>
              <a:gd name="connsiteX1824" fmla="*/ 332027 w 2407299"/>
              <a:gd name="connsiteY1824" fmla="*/ 1992251 h 2407299"/>
              <a:gd name="connsiteX1825" fmla="*/ 498070 w 2407299"/>
              <a:gd name="connsiteY1825" fmla="*/ 1992251 h 2407299"/>
              <a:gd name="connsiteX1826" fmla="*/ 498070 w 2407299"/>
              <a:gd name="connsiteY1826" fmla="*/ 2075272 h 2407299"/>
              <a:gd name="connsiteX1827" fmla="*/ 581062 w 2407299"/>
              <a:gd name="connsiteY1827" fmla="*/ 2075272 h 2407299"/>
              <a:gd name="connsiteX1828" fmla="*/ 581062 w 2407299"/>
              <a:gd name="connsiteY1828" fmla="*/ 1992251 h 2407299"/>
              <a:gd name="connsiteX1829" fmla="*/ 498070 w 2407299"/>
              <a:gd name="connsiteY1829" fmla="*/ 1992251 h 2407299"/>
              <a:gd name="connsiteX1830" fmla="*/ 664084 w 2407299"/>
              <a:gd name="connsiteY1830" fmla="*/ 1992251 h 2407299"/>
              <a:gd name="connsiteX1831" fmla="*/ 664084 w 2407299"/>
              <a:gd name="connsiteY1831" fmla="*/ 2075272 h 2407299"/>
              <a:gd name="connsiteX1832" fmla="*/ 747105 w 2407299"/>
              <a:gd name="connsiteY1832" fmla="*/ 2075272 h 2407299"/>
              <a:gd name="connsiteX1833" fmla="*/ 747105 w 2407299"/>
              <a:gd name="connsiteY1833" fmla="*/ 1992251 h 2407299"/>
              <a:gd name="connsiteX1834" fmla="*/ 664084 w 2407299"/>
              <a:gd name="connsiteY1834" fmla="*/ 1992251 h 2407299"/>
              <a:gd name="connsiteX1835" fmla="*/ 747105 w 2407299"/>
              <a:gd name="connsiteY1835" fmla="*/ 1992251 h 2407299"/>
              <a:gd name="connsiteX1836" fmla="*/ 747105 w 2407299"/>
              <a:gd name="connsiteY1836" fmla="*/ 2075272 h 2407299"/>
              <a:gd name="connsiteX1837" fmla="*/ 830097 w 2407299"/>
              <a:gd name="connsiteY1837" fmla="*/ 2075272 h 2407299"/>
              <a:gd name="connsiteX1838" fmla="*/ 830097 w 2407299"/>
              <a:gd name="connsiteY1838" fmla="*/ 1992251 h 2407299"/>
              <a:gd name="connsiteX1839" fmla="*/ 747105 w 2407299"/>
              <a:gd name="connsiteY1839" fmla="*/ 1992251 h 2407299"/>
              <a:gd name="connsiteX1840" fmla="*/ 1079132 w 2407299"/>
              <a:gd name="connsiteY1840" fmla="*/ 1992251 h 2407299"/>
              <a:gd name="connsiteX1841" fmla="*/ 1079132 w 2407299"/>
              <a:gd name="connsiteY1841" fmla="*/ 2075272 h 2407299"/>
              <a:gd name="connsiteX1842" fmla="*/ 1162154 w 2407299"/>
              <a:gd name="connsiteY1842" fmla="*/ 2075272 h 2407299"/>
              <a:gd name="connsiteX1843" fmla="*/ 1162154 w 2407299"/>
              <a:gd name="connsiteY1843" fmla="*/ 1992251 h 2407299"/>
              <a:gd name="connsiteX1844" fmla="*/ 1079132 w 2407299"/>
              <a:gd name="connsiteY1844" fmla="*/ 1992251 h 2407299"/>
              <a:gd name="connsiteX1845" fmla="*/ 1245145 w 2407299"/>
              <a:gd name="connsiteY1845" fmla="*/ 1992251 h 2407299"/>
              <a:gd name="connsiteX1846" fmla="*/ 1245145 w 2407299"/>
              <a:gd name="connsiteY1846" fmla="*/ 2075272 h 2407299"/>
              <a:gd name="connsiteX1847" fmla="*/ 1328167 w 2407299"/>
              <a:gd name="connsiteY1847" fmla="*/ 2075272 h 2407299"/>
              <a:gd name="connsiteX1848" fmla="*/ 1328167 w 2407299"/>
              <a:gd name="connsiteY1848" fmla="*/ 1992251 h 2407299"/>
              <a:gd name="connsiteX1849" fmla="*/ 1245145 w 2407299"/>
              <a:gd name="connsiteY1849" fmla="*/ 1992251 h 2407299"/>
              <a:gd name="connsiteX1850" fmla="*/ 1411189 w 2407299"/>
              <a:gd name="connsiteY1850" fmla="*/ 1992251 h 2407299"/>
              <a:gd name="connsiteX1851" fmla="*/ 1411189 w 2407299"/>
              <a:gd name="connsiteY1851" fmla="*/ 2075272 h 2407299"/>
              <a:gd name="connsiteX1852" fmla="*/ 1494180 w 2407299"/>
              <a:gd name="connsiteY1852" fmla="*/ 2075272 h 2407299"/>
              <a:gd name="connsiteX1853" fmla="*/ 1494180 w 2407299"/>
              <a:gd name="connsiteY1853" fmla="*/ 1992251 h 2407299"/>
              <a:gd name="connsiteX1854" fmla="*/ 1411189 w 2407299"/>
              <a:gd name="connsiteY1854" fmla="*/ 1992251 h 2407299"/>
              <a:gd name="connsiteX1855" fmla="*/ 1577202 w 2407299"/>
              <a:gd name="connsiteY1855" fmla="*/ 1992251 h 2407299"/>
              <a:gd name="connsiteX1856" fmla="*/ 1577202 w 2407299"/>
              <a:gd name="connsiteY1856" fmla="*/ 2075272 h 2407299"/>
              <a:gd name="connsiteX1857" fmla="*/ 1660194 w 2407299"/>
              <a:gd name="connsiteY1857" fmla="*/ 2075272 h 2407299"/>
              <a:gd name="connsiteX1858" fmla="*/ 1660194 w 2407299"/>
              <a:gd name="connsiteY1858" fmla="*/ 1992251 h 2407299"/>
              <a:gd name="connsiteX1859" fmla="*/ 1577202 w 2407299"/>
              <a:gd name="connsiteY1859" fmla="*/ 1992251 h 2407299"/>
              <a:gd name="connsiteX1860" fmla="*/ 1660194 w 2407299"/>
              <a:gd name="connsiteY1860" fmla="*/ 1992251 h 2407299"/>
              <a:gd name="connsiteX1861" fmla="*/ 1660194 w 2407299"/>
              <a:gd name="connsiteY1861" fmla="*/ 2075272 h 2407299"/>
              <a:gd name="connsiteX1862" fmla="*/ 1743216 w 2407299"/>
              <a:gd name="connsiteY1862" fmla="*/ 2075272 h 2407299"/>
              <a:gd name="connsiteX1863" fmla="*/ 1743216 w 2407299"/>
              <a:gd name="connsiteY1863" fmla="*/ 1992251 h 2407299"/>
              <a:gd name="connsiteX1864" fmla="*/ 1660194 w 2407299"/>
              <a:gd name="connsiteY1864" fmla="*/ 1992251 h 2407299"/>
              <a:gd name="connsiteX1865" fmla="*/ 1743216 w 2407299"/>
              <a:gd name="connsiteY1865" fmla="*/ 1992251 h 2407299"/>
              <a:gd name="connsiteX1866" fmla="*/ 1743216 w 2407299"/>
              <a:gd name="connsiteY1866" fmla="*/ 2075272 h 2407299"/>
              <a:gd name="connsiteX1867" fmla="*/ 1826237 w 2407299"/>
              <a:gd name="connsiteY1867" fmla="*/ 2075272 h 2407299"/>
              <a:gd name="connsiteX1868" fmla="*/ 1826237 w 2407299"/>
              <a:gd name="connsiteY1868" fmla="*/ 1992251 h 2407299"/>
              <a:gd name="connsiteX1869" fmla="*/ 1743216 w 2407299"/>
              <a:gd name="connsiteY1869" fmla="*/ 1992251 h 2407299"/>
              <a:gd name="connsiteX1870" fmla="*/ 1826237 w 2407299"/>
              <a:gd name="connsiteY1870" fmla="*/ 1992251 h 2407299"/>
              <a:gd name="connsiteX1871" fmla="*/ 1826237 w 2407299"/>
              <a:gd name="connsiteY1871" fmla="*/ 2075272 h 2407299"/>
              <a:gd name="connsiteX1872" fmla="*/ 1909229 w 2407299"/>
              <a:gd name="connsiteY1872" fmla="*/ 2075272 h 2407299"/>
              <a:gd name="connsiteX1873" fmla="*/ 1909229 w 2407299"/>
              <a:gd name="connsiteY1873" fmla="*/ 1992251 h 2407299"/>
              <a:gd name="connsiteX1874" fmla="*/ 1826237 w 2407299"/>
              <a:gd name="connsiteY1874" fmla="*/ 1992251 h 2407299"/>
              <a:gd name="connsiteX1875" fmla="*/ 1909229 w 2407299"/>
              <a:gd name="connsiteY1875" fmla="*/ 1992251 h 2407299"/>
              <a:gd name="connsiteX1876" fmla="*/ 1909229 w 2407299"/>
              <a:gd name="connsiteY1876" fmla="*/ 2075272 h 2407299"/>
              <a:gd name="connsiteX1877" fmla="*/ 1992251 w 2407299"/>
              <a:gd name="connsiteY1877" fmla="*/ 2075272 h 2407299"/>
              <a:gd name="connsiteX1878" fmla="*/ 1992251 w 2407299"/>
              <a:gd name="connsiteY1878" fmla="*/ 1992251 h 2407299"/>
              <a:gd name="connsiteX1879" fmla="*/ 1909229 w 2407299"/>
              <a:gd name="connsiteY1879" fmla="*/ 1992251 h 2407299"/>
              <a:gd name="connsiteX1880" fmla="*/ 1992251 w 2407299"/>
              <a:gd name="connsiteY1880" fmla="*/ 1992251 h 2407299"/>
              <a:gd name="connsiteX1881" fmla="*/ 1992251 w 2407299"/>
              <a:gd name="connsiteY1881" fmla="*/ 2075272 h 2407299"/>
              <a:gd name="connsiteX1882" fmla="*/ 2075272 w 2407299"/>
              <a:gd name="connsiteY1882" fmla="*/ 2075272 h 2407299"/>
              <a:gd name="connsiteX1883" fmla="*/ 2075272 w 2407299"/>
              <a:gd name="connsiteY1883" fmla="*/ 1992251 h 2407299"/>
              <a:gd name="connsiteX1884" fmla="*/ 1992251 w 2407299"/>
              <a:gd name="connsiteY1884" fmla="*/ 1992251 h 2407299"/>
              <a:gd name="connsiteX1885" fmla="*/ 2158264 w 2407299"/>
              <a:gd name="connsiteY1885" fmla="*/ 1992251 h 2407299"/>
              <a:gd name="connsiteX1886" fmla="*/ 2158264 w 2407299"/>
              <a:gd name="connsiteY1886" fmla="*/ 2075272 h 2407299"/>
              <a:gd name="connsiteX1887" fmla="*/ 2241286 w 2407299"/>
              <a:gd name="connsiteY1887" fmla="*/ 2075272 h 2407299"/>
              <a:gd name="connsiteX1888" fmla="*/ 2241286 w 2407299"/>
              <a:gd name="connsiteY1888" fmla="*/ 1992251 h 2407299"/>
              <a:gd name="connsiteX1889" fmla="*/ 2158264 w 2407299"/>
              <a:gd name="connsiteY1889" fmla="*/ 1992251 h 2407299"/>
              <a:gd name="connsiteX1890" fmla="*/ 2324277 w 2407299"/>
              <a:gd name="connsiteY1890" fmla="*/ 1992251 h 2407299"/>
              <a:gd name="connsiteX1891" fmla="*/ 2324277 w 2407299"/>
              <a:gd name="connsiteY1891" fmla="*/ 2075272 h 2407299"/>
              <a:gd name="connsiteX1892" fmla="*/ 2407299 w 2407299"/>
              <a:gd name="connsiteY1892" fmla="*/ 2075272 h 2407299"/>
              <a:gd name="connsiteX1893" fmla="*/ 2407299 w 2407299"/>
              <a:gd name="connsiteY1893" fmla="*/ 1992251 h 2407299"/>
              <a:gd name="connsiteX1894" fmla="*/ 2324277 w 2407299"/>
              <a:gd name="connsiteY1894" fmla="*/ 1992251 h 2407299"/>
              <a:gd name="connsiteX1895" fmla="*/ 0 w 2407299"/>
              <a:gd name="connsiteY1895" fmla="*/ 2075272 h 2407299"/>
              <a:gd name="connsiteX1896" fmla="*/ 0 w 2407299"/>
              <a:gd name="connsiteY1896" fmla="*/ 2158264 h 2407299"/>
              <a:gd name="connsiteX1897" fmla="*/ 83022 w 2407299"/>
              <a:gd name="connsiteY1897" fmla="*/ 2158264 h 2407299"/>
              <a:gd name="connsiteX1898" fmla="*/ 83022 w 2407299"/>
              <a:gd name="connsiteY1898" fmla="*/ 2075272 h 2407299"/>
              <a:gd name="connsiteX1899" fmla="*/ 0 w 2407299"/>
              <a:gd name="connsiteY1899" fmla="*/ 2075272 h 2407299"/>
              <a:gd name="connsiteX1900" fmla="*/ 166013 w 2407299"/>
              <a:gd name="connsiteY1900" fmla="*/ 2075272 h 2407299"/>
              <a:gd name="connsiteX1901" fmla="*/ 166013 w 2407299"/>
              <a:gd name="connsiteY1901" fmla="*/ 2158264 h 2407299"/>
              <a:gd name="connsiteX1902" fmla="*/ 249035 w 2407299"/>
              <a:gd name="connsiteY1902" fmla="*/ 2158264 h 2407299"/>
              <a:gd name="connsiteX1903" fmla="*/ 249035 w 2407299"/>
              <a:gd name="connsiteY1903" fmla="*/ 2075272 h 2407299"/>
              <a:gd name="connsiteX1904" fmla="*/ 166013 w 2407299"/>
              <a:gd name="connsiteY1904" fmla="*/ 2075272 h 2407299"/>
              <a:gd name="connsiteX1905" fmla="*/ 249035 w 2407299"/>
              <a:gd name="connsiteY1905" fmla="*/ 2075272 h 2407299"/>
              <a:gd name="connsiteX1906" fmla="*/ 249035 w 2407299"/>
              <a:gd name="connsiteY1906" fmla="*/ 2158264 h 2407299"/>
              <a:gd name="connsiteX1907" fmla="*/ 332027 w 2407299"/>
              <a:gd name="connsiteY1907" fmla="*/ 2158264 h 2407299"/>
              <a:gd name="connsiteX1908" fmla="*/ 332027 w 2407299"/>
              <a:gd name="connsiteY1908" fmla="*/ 2075272 h 2407299"/>
              <a:gd name="connsiteX1909" fmla="*/ 249035 w 2407299"/>
              <a:gd name="connsiteY1909" fmla="*/ 2075272 h 2407299"/>
              <a:gd name="connsiteX1910" fmla="*/ 332027 w 2407299"/>
              <a:gd name="connsiteY1910" fmla="*/ 2075272 h 2407299"/>
              <a:gd name="connsiteX1911" fmla="*/ 332027 w 2407299"/>
              <a:gd name="connsiteY1911" fmla="*/ 2158264 h 2407299"/>
              <a:gd name="connsiteX1912" fmla="*/ 415048 w 2407299"/>
              <a:gd name="connsiteY1912" fmla="*/ 2158264 h 2407299"/>
              <a:gd name="connsiteX1913" fmla="*/ 415048 w 2407299"/>
              <a:gd name="connsiteY1913" fmla="*/ 2075272 h 2407299"/>
              <a:gd name="connsiteX1914" fmla="*/ 332027 w 2407299"/>
              <a:gd name="connsiteY1914" fmla="*/ 2075272 h 2407299"/>
              <a:gd name="connsiteX1915" fmla="*/ 498070 w 2407299"/>
              <a:gd name="connsiteY1915" fmla="*/ 2075272 h 2407299"/>
              <a:gd name="connsiteX1916" fmla="*/ 498070 w 2407299"/>
              <a:gd name="connsiteY1916" fmla="*/ 2158264 h 2407299"/>
              <a:gd name="connsiteX1917" fmla="*/ 581062 w 2407299"/>
              <a:gd name="connsiteY1917" fmla="*/ 2158264 h 2407299"/>
              <a:gd name="connsiteX1918" fmla="*/ 581062 w 2407299"/>
              <a:gd name="connsiteY1918" fmla="*/ 2075272 h 2407299"/>
              <a:gd name="connsiteX1919" fmla="*/ 498070 w 2407299"/>
              <a:gd name="connsiteY1919" fmla="*/ 2075272 h 2407299"/>
              <a:gd name="connsiteX1920" fmla="*/ 913119 w 2407299"/>
              <a:gd name="connsiteY1920" fmla="*/ 2075272 h 2407299"/>
              <a:gd name="connsiteX1921" fmla="*/ 913119 w 2407299"/>
              <a:gd name="connsiteY1921" fmla="*/ 2158264 h 2407299"/>
              <a:gd name="connsiteX1922" fmla="*/ 996110 w 2407299"/>
              <a:gd name="connsiteY1922" fmla="*/ 2158264 h 2407299"/>
              <a:gd name="connsiteX1923" fmla="*/ 996110 w 2407299"/>
              <a:gd name="connsiteY1923" fmla="*/ 2075272 h 2407299"/>
              <a:gd name="connsiteX1924" fmla="*/ 913119 w 2407299"/>
              <a:gd name="connsiteY1924" fmla="*/ 2075272 h 2407299"/>
              <a:gd name="connsiteX1925" fmla="*/ 1079132 w 2407299"/>
              <a:gd name="connsiteY1925" fmla="*/ 2075272 h 2407299"/>
              <a:gd name="connsiteX1926" fmla="*/ 1079132 w 2407299"/>
              <a:gd name="connsiteY1926" fmla="*/ 2158264 h 2407299"/>
              <a:gd name="connsiteX1927" fmla="*/ 1162154 w 2407299"/>
              <a:gd name="connsiteY1927" fmla="*/ 2158264 h 2407299"/>
              <a:gd name="connsiteX1928" fmla="*/ 1162154 w 2407299"/>
              <a:gd name="connsiteY1928" fmla="*/ 2075272 h 2407299"/>
              <a:gd name="connsiteX1929" fmla="*/ 1079132 w 2407299"/>
              <a:gd name="connsiteY1929" fmla="*/ 2075272 h 2407299"/>
              <a:gd name="connsiteX1930" fmla="*/ 1328167 w 2407299"/>
              <a:gd name="connsiteY1930" fmla="*/ 2075272 h 2407299"/>
              <a:gd name="connsiteX1931" fmla="*/ 1328167 w 2407299"/>
              <a:gd name="connsiteY1931" fmla="*/ 2158264 h 2407299"/>
              <a:gd name="connsiteX1932" fmla="*/ 1411189 w 2407299"/>
              <a:gd name="connsiteY1932" fmla="*/ 2158264 h 2407299"/>
              <a:gd name="connsiteX1933" fmla="*/ 1411189 w 2407299"/>
              <a:gd name="connsiteY1933" fmla="*/ 2075272 h 2407299"/>
              <a:gd name="connsiteX1934" fmla="*/ 1328167 w 2407299"/>
              <a:gd name="connsiteY1934" fmla="*/ 2075272 h 2407299"/>
              <a:gd name="connsiteX1935" fmla="*/ 1494180 w 2407299"/>
              <a:gd name="connsiteY1935" fmla="*/ 2075272 h 2407299"/>
              <a:gd name="connsiteX1936" fmla="*/ 1494180 w 2407299"/>
              <a:gd name="connsiteY1936" fmla="*/ 2158264 h 2407299"/>
              <a:gd name="connsiteX1937" fmla="*/ 1577202 w 2407299"/>
              <a:gd name="connsiteY1937" fmla="*/ 2158264 h 2407299"/>
              <a:gd name="connsiteX1938" fmla="*/ 1577202 w 2407299"/>
              <a:gd name="connsiteY1938" fmla="*/ 2075272 h 2407299"/>
              <a:gd name="connsiteX1939" fmla="*/ 1494180 w 2407299"/>
              <a:gd name="connsiteY1939" fmla="*/ 2075272 h 2407299"/>
              <a:gd name="connsiteX1940" fmla="*/ 1577202 w 2407299"/>
              <a:gd name="connsiteY1940" fmla="*/ 2075272 h 2407299"/>
              <a:gd name="connsiteX1941" fmla="*/ 1577202 w 2407299"/>
              <a:gd name="connsiteY1941" fmla="*/ 2158264 h 2407299"/>
              <a:gd name="connsiteX1942" fmla="*/ 1660194 w 2407299"/>
              <a:gd name="connsiteY1942" fmla="*/ 2158264 h 2407299"/>
              <a:gd name="connsiteX1943" fmla="*/ 1660194 w 2407299"/>
              <a:gd name="connsiteY1943" fmla="*/ 2075272 h 2407299"/>
              <a:gd name="connsiteX1944" fmla="*/ 1577202 w 2407299"/>
              <a:gd name="connsiteY1944" fmla="*/ 2075272 h 2407299"/>
              <a:gd name="connsiteX1945" fmla="*/ 1660194 w 2407299"/>
              <a:gd name="connsiteY1945" fmla="*/ 2075272 h 2407299"/>
              <a:gd name="connsiteX1946" fmla="*/ 1660194 w 2407299"/>
              <a:gd name="connsiteY1946" fmla="*/ 2158264 h 2407299"/>
              <a:gd name="connsiteX1947" fmla="*/ 1743216 w 2407299"/>
              <a:gd name="connsiteY1947" fmla="*/ 2158264 h 2407299"/>
              <a:gd name="connsiteX1948" fmla="*/ 1743216 w 2407299"/>
              <a:gd name="connsiteY1948" fmla="*/ 2075272 h 2407299"/>
              <a:gd name="connsiteX1949" fmla="*/ 1660194 w 2407299"/>
              <a:gd name="connsiteY1949" fmla="*/ 2075272 h 2407299"/>
              <a:gd name="connsiteX1950" fmla="*/ 1743216 w 2407299"/>
              <a:gd name="connsiteY1950" fmla="*/ 2075272 h 2407299"/>
              <a:gd name="connsiteX1951" fmla="*/ 1743216 w 2407299"/>
              <a:gd name="connsiteY1951" fmla="*/ 2158264 h 2407299"/>
              <a:gd name="connsiteX1952" fmla="*/ 1826237 w 2407299"/>
              <a:gd name="connsiteY1952" fmla="*/ 2158264 h 2407299"/>
              <a:gd name="connsiteX1953" fmla="*/ 1826237 w 2407299"/>
              <a:gd name="connsiteY1953" fmla="*/ 2075272 h 2407299"/>
              <a:gd name="connsiteX1954" fmla="*/ 1743216 w 2407299"/>
              <a:gd name="connsiteY1954" fmla="*/ 2075272 h 2407299"/>
              <a:gd name="connsiteX1955" fmla="*/ 1826237 w 2407299"/>
              <a:gd name="connsiteY1955" fmla="*/ 2075272 h 2407299"/>
              <a:gd name="connsiteX1956" fmla="*/ 1826237 w 2407299"/>
              <a:gd name="connsiteY1956" fmla="*/ 2158264 h 2407299"/>
              <a:gd name="connsiteX1957" fmla="*/ 1909229 w 2407299"/>
              <a:gd name="connsiteY1957" fmla="*/ 2158264 h 2407299"/>
              <a:gd name="connsiteX1958" fmla="*/ 1909229 w 2407299"/>
              <a:gd name="connsiteY1958" fmla="*/ 2075272 h 2407299"/>
              <a:gd name="connsiteX1959" fmla="*/ 1826237 w 2407299"/>
              <a:gd name="connsiteY1959" fmla="*/ 2075272 h 2407299"/>
              <a:gd name="connsiteX1960" fmla="*/ 1992251 w 2407299"/>
              <a:gd name="connsiteY1960" fmla="*/ 2075272 h 2407299"/>
              <a:gd name="connsiteX1961" fmla="*/ 1992251 w 2407299"/>
              <a:gd name="connsiteY1961" fmla="*/ 2158264 h 2407299"/>
              <a:gd name="connsiteX1962" fmla="*/ 2075272 w 2407299"/>
              <a:gd name="connsiteY1962" fmla="*/ 2158264 h 2407299"/>
              <a:gd name="connsiteX1963" fmla="*/ 2075272 w 2407299"/>
              <a:gd name="connsiteY1963" fmla="*/ 2075272 h 2407299"/>
              <a:gd name="connsiteX1964" fmla="*/ 1992251 w 2407299"/>
              <a:gd name="connsiteY1964" fmla="*/ 2075272 h 2407299"/>
              <a:gd name="connsiteX1965" fmla="*/ 2241286 w 2407299"/>
              <a:gd name="connsiteY1965" fmla="*/ 2075272 h 2407299"/>
              <a:gd name="connsiteX1966" fmla="*/ 2241286 w 2407299"/>
              <a:gd name="connsiteY1966" fmla="*/ 2158264 h 2407299"/>
              <a:gd name="connsiteX1967" fmla="*/ 2324277 w 2407299"/>
              <a:gd name="connsiteY1967" fmla="*/ 2158264 h 2407299"/>
              <a:gd name="connsiteX1968" fmla="*/ 2324277 w 2407299"/>
              <a:gd name="connsiteY1968" fmla="*/ 2075272 h 2407299"/>
              <a:gd name="connsiteX1969" fmla="*/ 2241286 w 2407299"/>
              <a:gd name="connsiteY1969" fmla="*/ 2075272 h 2407299"/>
              <a:gd name="connsiteX1970" fmla="*/ 2324277 w 2407299"/>
              <a:gd name="connsiteY1970" fmla="*/ 2075272 h 2407299"/>
              <a:gd name="connsiteX1971" fmla="*/ 2324277 w 2407299"/>
              <a:gd name="connsiteY1971" fmla="*/ 2158264 h 2407299"/>
              <a:gd name="connsiteX1972" fmla="*/ 2407299 w 2407299"/>
              <a:gd name="connsiteY1972" fmla="*/ 2158264 h 2407299"/>
              <a:gd name="connsiteX1973" fmla="*/ 2407299 w 2407299"/>
              <a:gd name="connsiteY1973" fmla="*/ 2075272 h 2407299"/>
              <a:gd name="connsiteX1974" fmla="*/ 2324277 w 2407299"/>
              <a:gd name="connsiteY1974" fmla="*/ 2075272 h 2407299"/>
              <a:gd name="connsiteX1975" fmla="*/ 0 w 2407299"/>
              <a:gd name="connsiteY1975" fmla="*/ 2158264 h 2407299"/>
              <a:gd name="connsiteX1976" fmla="*/ 0 w 2407299"/>
              <a:gd name="connsiteY1976" fmla="*/ 2241286 h 2407299"/>
              <a:gd name="connsiteX1977" fmla="*/ 83022 w 2407299"/>
              <a:gd name="connsiteY1977" fmla="*/ 2241286 h 2407299"/>
              <a:gd name="connsiteX1978" fmla="*/ 83022 w 2407299"/>
              <a:gd name="connsiteY1978" fmla="*/ 2158264 h 2407299"/>
              <a:gd name="connsiteX1979" fmla="*/ 0 w 2407299"/>
              <a:gd name="connsiteY1979" fmla="*/ 2158264 h 2407299"/>
              <a:gd name="connsiteX1980" fmla="*/ 166013 w 2407299"/>
              <a:gd name="connsiteY1980" fmla="*/ 2158264 h 2407299"/>
              <a:gd name="connsiteX1981" fmla="*/ 166013 w 2407299"/>
              <a:gd name="connsiteY1981" fmla="*/ 2241286 h 2407299"/>
              <a:gd name="connsiteX1982" fmla="*/ 249035 w 2407299"/>
              <a:gd name="connsiteY1982" fmla="*/ 2241286 h 2407299"/>
              <a:gd name="connsiteX1983" fmla="*/ 249035 w 2407299"/>
              <a:gd name="connsiteY1983" fmla="*/ 2158264 h 2407299"/>
              <a:gd name="connsiteX1984" fmla="*/ 166013 w 2407299"/>
              <a:gd name="connsiteY1984" fmla="*/ 2158264 h 2407299"/>
              <a:gd name="connsiteX1985" fmla="*/ 249035 w 2407299"/>
              <a:gd name="connsiteY1985" fmla="*/ 2158264 h 2407299"/>
              <a:gd name="connsiteX1986" fmla="*/ 249035 w 2407299"/>
              <a:gd name="connsiteY1986" fmla="*/ 2241286 h 2407299"/>
              <a:gd name="connsiteX1987" fmla="*/ 332027 w 2407299"/>
              <a:gd name="connsiteY1987" fmla="*/ 2241286 h 2407299"/>
              <a:gd name="connsiteX1988" fmla="*/ 332027 w 2407299"/>
              <a:gd name="connsiteY1988" fmla="*/ 2158264 h 2407299"/>
              <a:gd name="connsiteX1989" fmla="*/ 249035 w 2407299"/>
              <a:gd name="connsiteY1989" fmla="*/ 2158264 h 2407299"/>
              <a:gd name="connsiteX1990" fmla="*/ 332027 w 2407299"/>
              <a:gd name="connsiteY1990" fmla="*/ 2158264 h 2407299"/>
              <a:gd name="connsiteX1991" fmla="*/ 332027 w 2407299"/>
              <a:gd name="connsiteY1991" fmla="*/ 2241286 h 2407299"/>
              <a:gd name="connsiteX1992" fmla="*/ 415048 w 2407299"/>
              <a:gd name="connsiteY1992" fmla="*/ 2241286 h 2407299"/>
              <a:gd name="connsiteX1993" fmla="*/ 415048 w 2407299"/>
              <a:gd name="connsiteY1993" fmla="*/ 2158264 h 2407299"/>
              <a:gd name="connsiteX1994" fmla="*/ 332027 w 2407299"/>
              <a:gd name="connsiteY1994" fmla="*/ 2158264 h 2407299"/>
              <a:gd name="connsiteX1995" fmla="*/ 498070 w 2407299"/>
              <a:gd name="connsiteY1995" fmla="*/ 2158264 h 2407299"/>
              <a:gd name="connsiteX1996" fmla="*/ 498070 w 2407299"/>
              <a:gd name="connsiteY1996" fmla="*/ 2241286 h 2407299"/>
              <a:gd name="connsiteX1997" fmla="*/ 581062 w 2407299"/>
              <a:gd name="connsiteY1997" fmla="*/ 2241286 h 2407299"/>
              <a:gd name="connsiteX1998" fmla="*/ 581062 w 2407299"/>
              <a:gd name="connsiteY1998" fmla="*/ 2158264 h 2407299"/>
              <a:gd name="connsiteX1999" fmla="*/ 498070 w 2407299"/>
              <a:gd name="connsiteY1999" fmla="*/ 2158264 h 2407299"/>
              <a:gd name="connsiteX2000" fmla="*/ 664084 w 2407299"/>
              <a:gd name="connsiteY2000" fmla="*/ 2158264 h 2407299"/>
              <a:gd name="connsiteX2001" fmla="*/ 664084 w 2407299"/>
              <a:gd name="connsiteY2001" fmla="*/ 2241286 h 2407299"/>
              <a:gd name="connsiteX2002" fmla="*/ 747105 w 2407299"/>
              <a:gd name="connsiteY2002" fmla="*/ 2241286 h 2407299"/>
              <a:gd name="connsiteX2003" fmla="*/ 747105 w 2407299"/>
              <a:gd name="connsiteY2003" fmla="*/ 2158264 h 2407299"/>
              <a:gd name="connsiteX2004" fmla="*/ 664084 w 2407299"/>
              <a:gd name="connsiteY2004" fmla="*/ 2158264 h 2407299"/>
              <a:gd name="connsiteX2005" fmla="*/ 747105 w 2407299"/>
              <a:gd name="connsiteY2005" fmla="*/ 2158264 h 2407299"/>
              <a:gd name="connsiteX2006" fmla="*/ 747105 w 2407299"/>
              <a:gd name="connsiteY2006" fmla="*/ 2241286 h 2407299"/>
              <a:gd name="connsiteX2007" fmla="*/ 830097 w 2407299"/>
              <a:gd name="connsiteY2007" fmla="*/ 2241286 h 2407299"/>
              <a:gd name="connsiteX2008" fmla="*/ 830097 w 2407299"/>
              <a:gd name="connsiteY2008" fmla="*/ 2158264 h 2407299"/>
              <a:gd name="connsiteX2009" fmla="*/ 747105 w 2407299"/>
              <a:gd name="connsiteY2009" fmla="*/ 2158264 h 2407299"/>
              <a:gd name="connsiteX2010" fmla="*/ 830097 w 2407299"/>
              <a:gd name="connsiteY2010" fmla="*/ 2158264 h 2407299"/>
              <a:gd name="connsiteX2011" fmla="*/ 830097 w 2407299"/>
              <a:gd name="connsiteY2011" fmla="*/ 2241286 h 2407299"/>
              <a:gd name="connsiteX2012" fmla="*/ 913119 w 2407299"/>
              <a:gd name="connsiteY2012" fmla="*/ 2241286 h 2407299"/>
              <a:gd name="connsiteX2013" fmla="*/ 913119 w 2407299"/>
              <a:gd name="connsiteY2013" fmla="*/ 2158264 h 2407299"/>
              <a:gd name="connsiteX2014" fmla="*/ 830097 w 2407299"/>
              <a:gd name="connsiteY2014" fmla="*/ 2158264 h 2407299"/>
              <a:gd name="connsiteX2015" fmla="*/ 1079132 w 2407299"/>
              <a:gd name="connsiteY2015" fmla="*/ 2158264 h 2407299"/>
              <a:gd name="connsiteX2016" fmla="*/ 1079132 w 2407299"/>
              <a:gd name="connsiteY2016" fmla="*/ 2241286 h 2407299"/>
              <a:gd name="connsiteX2017" fmla="*/ 1162154 w 2407299"/>
              <a:gd name="connsiteY2017" fmla="*/ 2241286 h 2407299"/>
              <a:gd name="connsiteX2018" fmla="*/ 1162154 w 2407299"/>
              <a:gd name="connsiteY2018" fmla="*/ 2158264 h 2407299"/>
              <a:gd name="connsiteX2019" fmla="*/ 1079132 w 2407299"/>
              <a:gd name="connsiteY2019" fmla="*/ 2158264 h 2407299"/>
              <a:gd name="connsiteX2020" fmla="*/ 1162154 w 2407299"/>
              <a:gd name="connsiteY2020" fmla="*/ 2158264 h 2407299"/>
              <a:gd name="connsiteX2021" fmla="*/ 1162154 w 2407299"/>
              <a:gd name="connsiteY2021" fmla="*/ 2241286 h 2407299"/>
              <a:gd name="connsiteX2022" fmla="*/ 1245145 w 2407299"/>
              <a:gd name="connsiteY2022" fmla="*/ 2241286 h 2407299"/>
              <a:gd name="connsiteX2023" fmla="*/ 1245145 w 2407299"/>
              <a:gd name="connsiteY2023" fmla="*/ 2158264 h 2407299"/>
              <a:gd name="connsiteX2024" fmla="*/ 1162154 w 2407299"/>
              <a:gd name="connsiteY2024" fmla="*/ 2158264 h 2407299"/>
              <a:gd name="connsiteX2025" fmla="*/ 1245145 w 2407299"/>
              <a:gd name="connsiteY2025" fmla="*/ 2158264 h 2407299"/>
              <a:gd name="connsiteX2026" fmla="*/ 1245145 w 2407299"/>
              <a:gd name="connsiteY2026" fmla="*/ 2241286 h 2407299"/>
              <a:gd name="connsiteX2027" fmla="*/ 1328167 w 2407299"/>
              <a:gd name="connsiteY2027" fmla="*/ 2241286 h 2407299"/>
              <a:gd name="connsiteX2028" fmla="*/ 1328167 w 2407299"/>
              <a:gd name="connsiteY2028" fmla="*/ 2158264 h 2407299"/>
              <a:gd name="connsiteX2029" fmla="*/ 1245145 w 2407299"/>
              <a:gd name="connsiteY2029" fmla="*/ 2158264 h 2407299"/>
              <a:gd name="connsiteX2030" fmla="*/ 1411189 w 2407299"/>
              <a:gd name="connsiteY2030" fmla="*/ 2158264 h 2407299"/>
              <a:gd name="connsiteX2031" fmla="*/ 1411189 w 2407299"/>
              <a:gd name="connsiteY2031" fmla="*/ 2241286 h 2407299"/>
              <a:gd name="connsiteX2032" fmla="*/ 1494180 w 2407299"/>
              <a:gd name="connsiteY2032" fmla="*/ 2241286 h 2407299"/>
              <a:gd name="connsiteX2033" fmla="*/ 1494180 w 2407299"/>
              <a:gd name="connsiteY2033" fmla="*/ 2158264 h 2407299"/>
              <a:gd name="connsiteX2034" fmla="*/ 1411189 w 2407299"/>
              <a:gd name="connsiteY2034" fmla="*/ 2158264 h 2407299"/>
              <a:gd name="connsiteX2035" fmla="*/ 1577202 w 2407299"/>
              <a:gd name="connsiteY2035" fmla="*/ 2158264 h 2407299"/>
              <a:gd name="connsiteX2036" fmla="*/ 1577202 w 2407299"/>
              <a:gd name="connsiteY2036" fmla="*/ 2241286 h 2407299"/>
              <a:gd name="connsiteX2037" fmla="*/ 1660194 w 2407299"/>
              <a:gd name="connsiteY2037" fmla="*/ 2241286 h 2407299"/>
              <a:gd name="connsiteX2038" fmla="*/ 1660194 w 2407299"/>
              <a:gd name="connsiteY2038" fmla="*/ 2158264 h 2407299"/>
              <a:gd name="connsiteX2039" fmla="*/ 1577202 w 2407299"/>
              <a:gd name="connsiteY2039" fmla="*/ 2158264 h 2407299"/>
              <a:gd name="connsiteX2040" fmla="*/ 1660194 w 2407299"/>
              <a:gd name="connsiteY2040" fmla="*/ 2158264 h 2407299"/>
              <a:gd name="connsiteX2041" fmla="*/ 1660194 w 2407299"/>
              <a:gd name="connsiteY2041" fmla="*/ 2241286 h 2407299"/>
              <a:gd name="connsiteX2042" fmla="*/ 1743216 w 2407299"/>
              <a:gd name="connsiteY2042" fmla="*/ 2241286 h 2407299"/>
              <a:gd name="connsiteX2043" fmla="*/ 1743216 w 2407299"/>
              <a:gd name="connsiteY2043" fmla="*/ 2158264 h 2407299"/>
              <a:gd name="connsiteX2044" fmla="*/ 1660194 w 2407299"/>
              <a:gd name="connsiteY2044" fmla="*/ 2158264 h 2407299"/>
              <a:gd name="connsiteX2045" fmla="*/ 2158264 w 2407299"/>
              <a:gd name="connsiteY2045" fmla="*/ 2158264 h 2407299"/>
              <a:gd name="connsiteX2046" fmla="*/ 2158264 w 2407299"/>
              <a:gd name="connsiteY2046" fmla="*/ 2241286 h 2407299"/>
              <a:gd name="connsiteX2047" fmla="*/ 2241286 w 2407299"/>
              <a:gd name="connsiteY2047" fmla="*/ 2241286 h 2407299"/>
              <a:gd name="connsiteX2048" fmla="*/ 2241286 w 2407299"/>
              <a:gd name="connsiteY2048" fmla="*/ 2158264 h 2407299"/>
              <a:gd name="connsiteX2049" fmla="*/ 2158264 w 2407299"/>
              <a:gd name="connsiteY2049" fmla="*/ 2158264 h 2407299"/>
              <a:gd name="connsiteX2050" fmla="*/ 2241286 w 2407299"/>
              <a:gd name="connsiteY2050" fmla="*/ 2158264 h 2407299"/>
              <a:gd name="connsiteX2051" fmla="*/ 2241286 w 2407299"/>
              <a:gd name="connsiteY2051" fmla="*/ 2241286 h 2407299"/>
              <a:gd name="connsiteX2052" fmla="*/ 2324277 w 2407299"/>
              <a:gd name="connsiteY2052" fmla="*/ 2241286 h 2407299"/>
              <a:gd name="connsiteX2053" fmla="*/ 2324277 w 2407299"/>
              <a:gd name="connsiteY2053" fmla="*/ 2158264 h 2407299"/>
              <a:gd name="connsiteX2054" fmla="*/ 2241286 w 2407299"/>
              <a:gd name="connsiteY2054" fmla="*/ 2158264 h 2407299"/>
              <a:gd name="connsiteX2055" fmla="*/ 0 w 2407299"/>
              <a:gd name="connsiteY2055" fmla="*/ 2241286 h 2407299"/>
              <a:gd name="connsiteX2056" fmla="*/ 0 w 2407299"/>
              <a:gd name="connsiteY2056" fmla="*/ 2324277 h 2407299"/>
              <a:gd name="connsiteX2057" fmla="*/ 83022 w 2407299"/>
              <a:gd name="connsiteY2057" fmla="*/ 2324277 h 2407299"/>
              <a:gd name="connsiteX2058" fmla="*/ 83022 w 2407299"/>
              <a:gd name="connsiteY2058" fmla="*/ 2241286 h 2407299"/>
              <a:gd name="connsiteX2059" fmla="*/ 0 w 2407299"/>
              <a:gd name="connsiteY2059" fmla="*/ 2241286 h 2407299"/>
              <a:gd name="connsiteX2060" fmla="*/ 498070 w 2407299"/>
              <a:gd name="connsiteY2060" fmla="*/ 2241286 h 2407299"/>
              <a:gd name="connsiteX2061" fmla="*/ 498070 w 2407299"/>
              <a:gd name="connsiteY2061" fmla="*/ 2324277 h 2407299"/>
              <a:gd name="connsiteX2062" fmla="*/ 581062 w 2407299"/>
              <a:gd name="connsiteY2062" fmla="*/ 2324277 h 2407299"/>
              <a:gd name="connsiteX2063" fmla="*/ 581062 w 2407299"/>
              <a:gd name="connsiteY2063" fmla="*/ 2241286 h 2407299"/>
              <a:gd name="connsiteX2064" fmla="*/ 498070 w 2407299"/>
              <a:gd name="connsiteY2064" fmla="*/ 2241286 h 2407299"/>
              <a:gd name="connsiteX2065" fmla="*/ 664084 w 2407299"/>
              <a:gd name="connsiteY2065" fmla="*/ 2241286 h 2407299"/>
              <a:gd name="connsiteX2066" fmla="*/ 664084 w 2407299"/>
              <a:gd name="connsiteY2066" fmla="*/ 2324277 h 2407299"/>
              <a:gd name="connsiteX2067" fmla="*/ 747105 w 2407299"/>
              <a:gd name="connsiteY2067" fmla="*/ 2324277 h 2407299"/>
              <a:gd name="connsiteX2068" fmla="*/ 747105 w 2407299"/>
              <a:gd name="connsiteY2068" fmla="*/ 2241286 h 2407299"/>
              <a:gd name="connsiteX2069" fmla="*/ 664084 w 2407299"/>
              <a:gd name="connsiteY2069" fmla="*/ 2241286 h 2407299"/>
              <a:gd name="connsiteX2070" fmla="*/ 747105 w 2407299"/>
              <a:gd name="connsiteY2070" fmla="*/ 2241286 h 2407299"/>
              <a:gd name="connsiteX2071" fmla="*/ 747105 w 2407299"/>
              <a:gd name="connsiteY2071" fmla="*/ 2324277 h 2407299"/>
              <a:gd name="connsiteX2072" fmla="*/ 830097 w 2407299"/>
              <a:gd name="connsiteY2072" fmla="*/ 2324277 h 2407299"/>
              <a:gd name="connsiteX2073" fmla="*/ 830097 w 2407299"/>
              <a:gd name="connsiteY2073" fmla="*/ 2241286 h 2407299"/>
              <a:gd name="connsiteX2074" fmla="*/ 747105 w 2407299"/>
              <a:gd name="connsiteY2074" fmla="*/ 2241286 h 2407299"/>
              <a:gd name="connsiteX2075" fmla="*/ 1079132 w 2407299"/>
              <a:gd name="connsiteY2075" fmla="*/ 2241286 h 2407299"/>
              <a:gd name="connsiteX2076" fmla="*/ 1079132 w 2407299"/>
              <a:gd name="connsiteY2076" fmla="*/ 2324277 h 2407299"/>
              <a:gd name="connsiteX2077" fmla="*/ 1162154 w 2407299"/>
              <a:gd name="connsiteY2077" fmla="*/ 2324277 h 2407299"/>
              <a:gd name="connsiteX2078" fmla="*/ 1162154 w 2407299"/>
              <a:gd name="connsiteY2078" fmla="*/ 2241286 h 2407299"/>
              <a:gd name="connsiteX2079" fmla="*/ 1079132 w 2407299"/>
              <a:gd name="connsiteY2079" fmla="*/ 2241286 h 2407299"/>
              <a:gd name="connsiteX2080" fmla="*/ 1411189 w 2407299"/>
              <a:gd name="connsiteY2080" fmla="*/ 2241286 h 2407299"/>
              <a:gd name="connsiteX2081" fmla="*/ 1411189 w 2407299"/>
              <a:gd name="connsiteY2081" fmla="*/ 2324277 h 2407299"/>
              <a:gd name="connsiteX2082" fmla="*/ 1494180 w 2407299"/>
              <a:gd name="connsiteY2082" fmla="*/ 2324277 h 2407299"/>
              <a:gd name="connsiteX2083" fmla="*/ 1494180 w 2407299"/>
              <a:gd name="connsiteY2083" fmla="*/ 2241286 h 2407299"/>
              <a:gd name="connsiteX2084" fmla="*/ 1411189 w 2407299"/>
              <a:gd name="connsiteY2084" fmla="*/ 2241286 h 2407299"/>
              <a:gd name="connsiteX2085" fmla="*/ 1660194 w 2407299"/>
              <a:gd name="connsiteY2085" fmla="*/ 2241286 h 2407299"/>
              <a:gd name="connsiteX2086" fmla="*/ 1660194 w 2407299"/>
              <a:gd name="connsiteY2086" fmla="*/ 2324277 h 2407299"/>
              <a:gd name="connsiteX2087" fmla="*/ 1743216 w 2407299"/>
              <a:gd name="connsiteY2087" fmla="*/ 2324277 h 2407299"/>
              <a:gd name="connsiteX2088" fmla="*/ 1743216 w 2407299"/>
              <a:gd name="connsiteY2088" fmla="*/ 2241286 h 2407299"/>
              <a:gd name="connsiteX2089" fmla="*/ 1660194 w 2407299"/>
              <a:gd name="connsiteY2089" fmla="*/ 2241286 h 2407299"/>
              <a:gd name="connsiteX2090" fmla="*/ 1992251 w 2407299"/>
              <a:gd name="connsiteY2090" fmla="*/ 2241286 h 2407299"/>
              <a:gd name="connsiteX2091" fmla="*/ 1992251 w 2407299"/>
              <a:gd name="connsiteY2091" fmla="*/ 2324277 h 2407299"/>
              <a:gd name="connsiteX2092" fmla="*/ 2075272 w 2407299"/>
              <a:gd name="connsiteY2092" fmla="*/ 2324277 h 2407299"/>
              <a:gd name="connsiteX2093" fmla="*/ 2075272 w 2407299"/>
              <a:gd name="connsiteY2093" fmla="*/ 2241286 h 2407299"/>
              <a:gd name="connsiteX2094" fmla="*/ 1992251 w 2407299"/>
              <a:gd name="connsiteY2094" fmla="*/ 2241286 h 2407299"/>
              <a:gd name="connsiteX2095" fmla="*/ 2158264 w 2407299"/>
              <a:gd name="connsiteY2095" fmla="*/ 2241286 h 2407299"/>
              <a:gd name="connsiteX2096" fmla="*/ 2158264 w 2407299"/>
              <a:gd name="connsiteY2096" fmla="*/ 2324277 h 2407299"/>
              <a:gd name="connsiteX2097" fmla="*/ 2241286 w 2407299"/>
              <a:gd name="connsiteY2097" fmla="*/ 2324277 h 2407299"/>
              <a:gd name="connsiteX2098" fmla="*/ 2241286 w 2407299"/>
              <a:gd name="connsiteY2098" fmla="*/ 2241286 h 2407299"/>
              <a:gd name="connsiteX2099" fmla="*/ 2158264 w 2407299"/>
              <a:gd name="connsiteY2099" fmla="*/ 2241286 h 2407299"/>
              <a:gd name="connsiteX2100" fmla="*/ 0 w 2407299"/>
              <a:gd name="connsiteY2100" fmla="*/ 2324277 h 2407299"/>
              <a:gd name="connsiteX2101" fmla="*/ 0 w 2407299"/>
              <a:gd name="connsiteY2101" fmla="*/ 2407299 h 2407299"/>
              <a:gd name="connsiteX2102" fmla="*/ 83022 w 2407299"/>
              <a:gd name="connsiteY2102" fmla="*/ 2407299 h 2407299"/>
              <a:gd name="connsiteX2103" fmla="*/ 83022 w 2407299"/>
              <a:gd name="connsiteY2103" fmla="*/ 2324277 h 2407299"/>
              <a:gd name="connsiteX2104" fmla="*/ 0 w 2407299"/>
              <a:gd name="connsiteY2104" fmla="*/ 2324277 h 2407299"/>
              <a:gd name="connsiteX2105" fmla="*/ 83022 w 2407299"/>
              <a:gd name="connsiteY2105" fmla="*/ 2324277 h 2407299"/>
              <a:gd name="connsiteX2106" fmla="*/ 83022 w 2407299"/>
              <a:gd name="connsiteY2106" fmla="*/ 2407299 h 2407299"/>
              <a:gd name="connsiteX2107" fmla="*/ 166013 w 2407299"/>
              <a:gd name="connsiteY2107" fmla="*/ 2407299 h 2407299"/>
              <a:gd name="connsiteX2108" fmla="*/ 166013 w 2407299"/>
              <a:gd name="connsiteY2108" fmla="*/ 2324277 h 2407299"/>
              <a:gd name="connsiteX2109" fmla="*/ 83022 w 2407299"/>
              <a:gd name="connsiteY2109" fmla="*/ 2324277 h 2407299"/>
              <a:gd name="connsiteX2110" fmla="*/ 166013 w 2407299"/>
              <a:gd name="connsiteY2110" fmla="*/ 2324277 h 2407299"/>
              <a:gd name="connsiteX2111" fmla="*/ 166013 w 2407299"/>
              <a:gd name="connsiteY2111" fmla="*/ 2407299 h 2407299"/>
              <a:gd name="connsiteX2112" fmla="*/ 249035 w 2407299"/>
              <a:gd name="connsiteY2112" fmla="*/ 2407299 h 2407299"/>
              <a:gd name="connsiteX2113" fmla="*/ 249035 w 2407299"/>
              <a:gd name="connsiteY2113" fmla="*/ 2324277 h 2407299"/>
              <a:gd name="connsiteX2114" fmla="*/ 166013 w 2407299"/>
              <a:gd name="connsiteY2114" fmla="*/ 2324277 h 2407299"/>
              <a:gd name="connsiteX2115" fmla="*/ 249035 w 2407299"/>
              <a:gd name="connsiteY2115" fmla="*/ 2324277 h 2407299"/>
              <a:gd name="connsiteX2116" fmla="*/ 249035 w 2407299"/>
              <a:gd name="connsiteY2116" fmla="*/ 2407299 h 2407299"/>
              <a:gd name="connsiteX2117" fmla="*/ 332027 w 2407299"/>
              <a:gd name="connsiteY2117" fmla="*/ 2407299 h 2407299"/>
              <a:gd name="connsiteX2118" fmla="*/ 332027 w 2407299"/>
              <a:gd name="connsiteY2118" fmla="*/ 2324277 h 2407299"/>
              <a:gd name="connsiteX2119" fmla="*/ 249035 w 2407299"/>
              <a:gd name="connsiteY2119" fmla="*/ 2324277 h 2407299"/>
              <a:gd name="connsiteX2120" fmla="*/ 332027 w 2407299"/>
              <a:gd name="connsiteY2120" fmla="*/ 2324277 h 2407299"/>
              <a:gd name="connsiteX2121" fmla="*/ 332027 w 2407299"/>
              <a:gd name="connsiteY2121" fmla="*/ 2407299 h 2407299"/>
              <a:gd name="connsiteX2122" fmla="*/ 415048 w 2407299"/>
              <a:gd name="connsiteY2122" fmla="*/ 2407299 h 2407299"/>
              <a:gd name="connsiteX2123" fmla="*/ 415048 w 2407299"/>
              <a:gd name="connsiteY2123" fmla="*/ 2324277 h 2407299"/>
              <a:gd name="connsiteX2124" fmla="*/ 332027 w 2407299"/>
              <a:gd name="connsiteY2124" fmla="*/ 2324277 h 2407299"/>
              <a:gd name="connsiteX2125" fmla="*/ 415048 w 2407299"/>
              <a:gd name="connsiteY2125" fmla="*/ 2324277 h 2407299"/>
              <a:gd name="connsiteX2126" fmla="*/ 415048 w 2407299"/>
              <a:gd name="connsiteY2126" fmla="*/ 2407299 h 2407299"/>
              <a:gd name="connsiteX2127" fmla="*/ 498070 w 2407299"/>
              <a:gd name="connsiteY2127" fmla="*/ 2407299 h 2407299"/>
              <a:gd name="connsiteX2128" fmla="*/ 498070 w 2407299"/>
              <a:gd name="connsiteY2128" fmla="*/ 2324277 h 2407299"/>
              <a:gd name="connsiteX2129" fmla="*/ 415048 w 2407299"/>
              <a:gd name="connsiteY2129" fmla="*/ 2324277 h 2407299"/>
              <a:gd name="connsiteX2130" fmla="*/ 498070 w 2407299"/>
              <a:gd name="connsiteY2130" fmla="*/ 2324277 h 2407299"/>
              <a:gd name="connsiteX2131" fmla="*/ 498070 w 2407299"/>
              <a:gd name="connsiteY2131" fmla="*/ 2407299 h 2407299"/>
              <a:gd name="connsiteX2132" fmla="*/ 581062 w 2407299"/>
              <a:gd name="connsiteY2132" fmla="*/ 2407299 h 2407299"/>
              <a:gd name="connsiteX2133" fmla="*/ 581062 w 2407299"/>
              <a:gd name="connsiteY2133" fmla="*/ 2324277 h 2407299"/>
              <a:gd name="connsiteX2134" fmla="*/ 498070 w 2407299"/>
              <a:gd name="connsiteY2134" fmla="*/ 2324277 h 2407299"/>
              <a:gd name="connsiteX2135" fmla="*/ 664084 w 2407299"/>
              <a:gd name="connsiteY2135" fmla="*/ 2324277 h 2407299"/>
              <a:gd name="connsiteX2136" fmla="*/ 664084 w 2407299"/>
              <a:gd name="connsiteY2136" fmla="*/ 2407299 h 2407299"/>
              <a:gd name="connsiteX2137" fmla="*/ 747105 w 2407299"/>
              <a:gd name="connsiteY2137" fmla="*/ 2407299 h 2407299"/>
              <a:gd name="connsiteX2138" fmla="*/ 747105 w 2407299"/>
              <a:gd name="connsiteY2138" fmla="*/ 2324277 h 2407299"/>
              <a:gd name="connsiteX2139" fmla="*/ 664084 w 2407299"/>
              <a:gd name="connsiteY2139" fmla="*/ 2324277 h 2407299"/>
              <a:gd name="connsiteX2140" fmla="*/ 913119 w 2407299"/>
              <a:gd name="connsiteY2140" fmla="*/ 2324277 h 2407299"/>
              <a:gd name="connsiteX2141" fmla="*/ 913119 w 2407299"/>
              <a:gd name="connsiteY2141" fmla="*/ 2407299 h 2407299"/>
              <a:gd name="connsiteX2142" fmla="*/ 996110 w 2407299"/>
              <a:gd name="connsiteY2142" fmla="*/ 2407299 h 2407299"/>
              <a:gd name="connsiteX2143" fmla="*/ 996110 w 2407299"/>
              <a:gd name="connsiteY2143" fmla="*/ 2324277 h 2407299"/>
              <a:gd name="connsiteX2144" fmla="*/ 913119 w 2407299"/>
              <a:gd name="connsiteY2144" fmla="*/ 2324277 h 2407299"/>
              <a:gd name="connsiteX2145" fmla="*/ 996110 w 2407299"/>
              <a:gd name="connsiteY2145" fmla="*/ 2324277 h 2407299"/>
              <a:gd name="connsiteX2146" fmla="*/ 996110 w 2407299"/>
              <a:gd name="connsiteY2146" fmla="*/ 2407299 h 2407299"/>
              <a:gd name="connsiteX2147" fmla="*/ 1079132 w 2407299"/>
              <a:gd name="connsiteY2147" fmla="*/ 2407299 h 2407299"/>
              <a:gd name="connsiteX2148" fmla="*/ 1079132 w 2407299"/>
              <a:gd name="connsiteY2148" fmla="*/ 2324277 h 2407299"/>
              <a:gd name="connsiteX2149" fmla="*/ 996110 w 2407299"/>
              <a:gd name="connsiteY2149" fmla="*/ 2324277 h 2407299"/>
              <a:gd name="connsiteX2150" fmla="*/ 1079132 w 2407299"/>
              <a:gd name="connsiteY2150" fmla="*/ 2324277 h 2407299"/>
              <a:gd name="connsiteX2151" fmla="*/ 1079132 w 2407299"/>
              <a:gd name="connsiteY2151" fmla="*/ 2407299 h 2407299"/>
              <a:gd name="connsiteX2152" fmla="*/ 1162154 w 2407299"/>
              <a:gd name="connsiteY2152" fmla="*/ 2407299 h 2407299"/>
              <a:gd name="connsiteX2153" fmla="*/ 1162154 w 2407299"/>
              <a:gd name="connsiteY2153" fmla="*/ 2324277 h 2407299"/>
              <a:gd name="connsiteX2154" fmla="*/ 1079132 w 2407299"/>
              <a:gd name="connsiteY2154" fmla="*/ 2324277 h 2407299"/>
              <a:gd name="connsiteX2155" fmla="*/ 1162154 w 2407299"/>
              <a:gd name="connsiteY2155" fmla="*/ 2324277 h 2407299"/>
              <a:gd name="connsiteX2156" fmla="*/ 1162154 w 2407299"/>
              <a:gd name="connsiteY2156" fmla="*/ 2407299 h 2407299"/>
              <a:gd name="connsiteX2157" fmla="*/ 1245145 w 2407299"/>
              <a:gd name="connsiteY2157" fmla="*/ 2407299 h 2407299"/>
              <a:gd name="connsiteX2158" fmla="*/ 1245145 w 2407299"/>
              <a:gd name="connsiteY2158" fmla="*/ 2324277 h 2407299"/>
              <a:gd name="connsiteX2159" fmla="*/ 1162154 w 2407299"/>
              <a:gd name="connsiteY2159" fmla="*/ 2324277 h 2407299"/>
              <a:gd name="connsiteX2160" fmla="*/ 1245145 w 2407299"/>
              <a:gd name="connsiteY2160" fmla="*/ 2324277 h 2407299"/>
              <a:gd name="connsiteX2161" fmla="*/ 1245145 w 2407299"/>
              <a:gd name="connsiteY2161" fmla="*/ 2407299 h 2407299"/>
              <a:gd name="connsiteX2162" fmla="*/ 1328167 w 2407299"/>
              <a:gd name="connsiteY2162" fmla="*/ 2407299 h 2407299"/>
              <a:gd name="connsiteX2163" fmla="*/ 1328167 w 2407299"/>
              <a:gd name="connsiteY2163" fmla="*/ 2324277 h 2407299"/>
              <a:gd name="connsiteX2164" fmla="*/ 1245145 w 2407299"/>
              <a:gd name="connsiteY2164" fmla="*/ 2324277 h 2407299"/>
              <a:gd name="connsiteX2165" fmla="*/ 1494180 w 2407299"/>
              <a:gd name="connsiteY2165" fmla="*/ 2324277 h 2407299"/>
              <a:gd name="connsiteX2166" fmla="*/ 1494180 w 2407299"/>
              <a:gd name="connsiteY2166" fmla="*/ 2407299 h 2407299"/>
              <a:gd name="connsiteX2167" fmla="*/ 1577202 w 2407299"/>
              <a:gd name="connsiteY2167" fmla="*/ 2407299 h 2407299"/>
              <a:gd name="connsiteX2168" fmla="*/ 1577202 w 2407299"/>
              <a:gd name="connsiteY2168" fmla="*/ 2324277 h 2407299"/>
              <a:gd name="connsiteX2169" fmla="*/ 1494180 w 2407299"/>
              <a:gd name="connsiteY2169" fmla="*/ 2324277 h 2407299"/>
              <a:gd name="connsiteX2170" fmla="*/ 1992251 w 2407299"/>
              <a:gd name="connsiteY2170" fmla="*/ 2324277 h 2407299"/>
              <a:gd name="connsiteX2171" fmla="*/ 1992251 w 2407299"/>
              <a:gd name="connsiteY2171" fmla="*/ 2407299 h 2407299"/>
              <a:gd name="connsiteX2172" fmla="*/ 2075272 w 2407299"/>
              <a:gd name="connsiteY2172" fmla="*/ 2407299 h 2407299"/>
              <a:gd name="connsiteX2173" fmla="*/ 2075272 w 2407299"/>
              <a:gd name="connsiteY2173" fmla="*/ 2324277 h 2407299"/>
              <a:gd name="connsiteX2174" fmla="*/ 1992251 w 2407299"/>
              <a:gd name="connsiteY2174" fmla="*/ 2324277 h 2407299"/>
              <a:gd name="connsiteX2175" fmla="*/ 2075272 w 2407299"/>
              <a:gd name="connsiteY2175" fmla="*/ 2324277 h 2407299"/>
              <a:gd name="connsiteX2176" fmla="*/ 2075272 w 2407299"/>
              <a:gd name="connsiteY2176" fmla="*/ 2407299 h 2407299"/>
              <a:gd name="connsiteX2177" fmla="*/ 2158264 w 2407299"/>
              <a:gd name="connsiteY2177" fmla="*/ 2407299 h 2407299"/>
              <a:gd name="connsiteX2178" fmla="*/ 2158264 w 2407299"/>
              <a:gd name="connsiteY2178" fmla="*/ 2324277 h 2407299"/>
              <a:gd name="connsiteX2179" fmla="*/ 2075272 w 2407299"/>
              <a:gd name="connsiteY2179" fmla="*/ 2324277 h 2407299"/>
              <a:gd name="connsiteX2180" fmla="*/ 2158264 w 2407299"/>
              <a:gd name="connsiteY2180" fmla="*/ 2324277 h 2407299"/>
              <a:gd name="connsiteX2181" fmla="*/ 2158264 w 2407299"/>
              <a:gd name="connsiteY2181" fmla="*/ 2407299 h 2407299"/>
              <a:gd name="connsiteX2182" fmla="*/ 2241286 w 2407299"/>
              <a:gd name="connsiteY2182" fmla="*/ 2407299 h 2407299"/>
              <a:gd name="connsiteX2183" fmla="*/ 2241286 w 2407299"/>
              <a:gd name="connsiteY2183" fmla="*/ 2324277 h 2407299"/>
              <a:gd name="connsiteX2184" fmla="*/ 2158264 w 2407299"/>
              <a:gd name="connsiteY2184" fmla="*/ 2324277 h 2407299"/>
              <a:gd name="connsiteX2185" fmla="*/ 2241286 w 2407299"/>
              <a:gd name="connsiteY2185" fmla="*/ 2324277 h 2407299"/>
              <a:gd name="connsiteX2186" fmla="*/ 2241286 w 2407299"/>
              <a:gd name="connsiteY2186" fmla="*/ 2407299 h 2407299"/>
              <a:gd name="connsiteX2187" fmla="*/ 2324277 w 2407299"/>
              <a:gd name="connsiteY2187" fmla="*/ 2407299 h 2407299"/>
              <a:gd name="connsiteX2188" fmla="*/ 2324277 w 2407299"/>
              <a:gd name="connsiteY2188" fmla="*/ 2324277 h 2407299"/>
              <a:gd name="connsiteX2189" fmla="*/ 2241286 w 2407299"/>
              <a:gd name="connsiteY2189" fmla="*/ 2324277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83022"/>
                </a:lnTo>
                <a:lnTo>
                  <a:pt x="83022" y="83022"/>
                </a:lnTo>
                <a:lnTo>
                  <a:pt x="83022" y="0"/>
                </a:lnTo>
                <a:lnTo>
                  <a:pt x="0" y="0"/>
                </a:lnTo>
                <a:close/>
                <a:moveTo>
                  <a:pt x="83022" y="0"/>
                </a:moveTo>
                <a:lnTo>
                  <a:pt x="83022" y="83022"/>
                </a:lnTo>
                <a:lnTo>
                  <a:pt x="166013" y="83022"/>
                </a:lnTo>
                <a:lnTo>
                  <a:pt x="166013" y="0"/>
                </a:lnTo>
                <a:lnTo>
                  <a:pt x="83022" y="0"/>
                </a:lnTo>
                <a:close/>
                <a:moveTo>
                  <a:pt x="166013" y="0"/>
                </a:moveTo>
                <a:lnTo>
                  <a:pt x="166013" y="83022"/>
                </a:lnTo>
                <a:lnTo>
                  <a:pt x="249035" y="83022"/>
                </a:lnTo>
                <a:lnTo>
                  <a:pt x="249035" y="0"/>
                </a:lnTo>
                <a:lnTo>
                  <a:pt x="166013" y="0"/>
                </a:lnTo>
                <a:close/>
                <a:moveTo>
                  <a:pt x="249035" y="0"/>
                </a:moveTo>
                <a:lnTo>
                  <a:pt x="249035" y="83022"/>
                </a:lnTo>
                <a:lnTo>
                  <a:pt x="332027" y="83022"/>
                </a:lnTo>
                <a:lnTo>
                  <a:pt x="332027" y="0"/>
                </a:lnTo>
                <a:lnTo>
                  <a:pt x="249035" y="0"/>
                </a:lnTo>
                <a:close/>
                <a:moveTo>
                  <a:pt x="332027" y="0"/>
                </a:moveTo>
                <a:lnTo>
                  <a:pt x="332027" y="83022"/>
                </a:lnTo>
                <a:lnTo>
                  <a:pt x="415048" y="83022"/>
                </a:lnTo>
                <a:lnTo>
                  <a:pt x="415048" y="0"/>
                </a:lnTo>
                <a:lnTo>
                  <a:pt x="332027" y="0"/>
                </a:lnTo>
                <a:close/>
                <a:moveTo>
                  <a:pt x="415048" y="0"/>
                </a:moveTo>
                <a:lnTo>
                  <a:pt x="415048" y="83022"/>
                </a:lnTo>
                <a:lnTo>
                  <a:pt x="498070" y="83022"/>
                </a:lnTo>
                <a:lnTo>
                  <a:pt x="498070" y="0"/>
                </a:lnTo>
                <a:lnTo>
                  <a:pt x="415048" y="0"/>
                </a:lnTo>
                <a:close/>
                <a:moveTo>
                  <a:pt x="498070" y="0"/>
                </a:moveTo>
                <a:lnTo>
                  <a:pt x="498070" y="83022"/>
                </a:lnTo>
                <a:lnTo>
                  <a:pt x="581062" y="83022"/>
                </a:lnTo>
                <a:lnTo>
                  <a:pt x="581062" y="0"/>
                </a:lnTo>
                <a:lnTo>
                  <a:pt x="498070" y="0"/>
                </a:lnTo>
                <a:close/>
                <a:moveTo>
                  <a:pt x="664084" y="0"/>
                </a:moveTo>
                <a:lnTo>
                  <a:pt x="664084" y="83022"/>
                </a:lnTo>
                <a:lnTo>
                  <a:pt x="747105" y="83022"/>
                </a:lnTo>
                <a:lnTo>
                  <a:pt x="747105" y="0"/>
                </a:lnTo>
                <a:lnTo>
                  <a:pt x="664084" y="0"/>
                </a:lnTo>
                <a:close/>
                <a:moveTo>
                  <a:pt x="747105" y="0"/>
                </a:moveTo>
                <a:lnTo>
                  <a:pt x="747105" y="83022"/>
                </a:lnTo>
                <a:lnTo>
                  <a:pt x="830097" y="83022"/>
                </a:lnTo>
                <a:lnTo>
                  <a:pt x="830097" y="0"/>
                </a:lnTo>
                <a:lnTo>
                  <a:pt x="747105" y="0"/>
                </a:lnTo>
                <a:close/>
                <a:moveTo>
                  <a:pt x="830097" y="0"/>
                </a:moveTo>
                <a:lnTo>
                  <a:pt x="830097" y="83022"/>
                </a:lnTo>
                <a:lnTo>
                  <a:pt x="913119" y="83022"/>
                </a:lnTo>
                <a:lnTo>
                  <a:pt x="913119" y="0"/>
                </a:lnTo>
                <a:lnTo>
                  <a:pt x="830097" y="0"/>
                </a:lnTo>
                <a:close/>
                <a:moveTo>
                  <a:pt x="996110" y="0"/>
                </a:moveTo>
                <a:lnTo>
                  <a:pt x="996110" y="83022"/>
                </a:lnTo>
                <a:lnTo>
                  <a:pt x="1079132" y="83022"/>
                </a:lnTo>
                <a:lnTo>
                  <a:pt x="1079132" y="0"/>
                </a:lnTo>
                <a:lnTo>
                  <a:pt x="996110" y="0"/>
                </a:lnTo>
                <a:close/>
                <a:moveTo>
                  <a:pt x="1079132" y="0"/>
                </a:moveTo>
                <a:lnTo>
                  <a:pt x="1079132" y="83022"/>
                </a:lnTo>
                <a:lnTo>
                  <a:pt x="1162154" y="83022"/>
                </a:lnTo>
                <a:lnTo>
                  <a:pt x="1162154" y="0"/>
                </a:lnTo>
                <a:lnTo>
                  <a:pt x="1079132" y="0"/>
                </a:lnTo>
                <a:close/>
                <a:moveTo>
                  <a:pt x="1411189" y="0"/>
                </a:moveTo>
                <a:lnTo>
                  <a:pt x="1411189" y="83022"/>
                </a:lnTo>
                <a:lnTo>
                  <a:pt x="1494180" y="83022"/>
                </a:lnTo>
                <a:lnTo>
                  <a:pt x="1494180" y="0"/>
                </a:lnTo>
                <a:lnTo>
                  <a:pt x="1411189" y="0"/>
                </a:lnTo>
                <a:close/>
                <a:moveTo>
                  <a:pt x="1494180" y="0"/>
                </a:moveTo>
                <a:lnTo>
                  <a:pt x="1494180" y="83022"/>
                </a:lnTo>
                <a:lnTo>
                  <a:pt x="1577202" y="83022"/>
                </a:lnTo>
                <a:lnTo>
                  <a:pt x="1577202" y="0"/>
                </a:lnTo>
                <a:lnTo>
                  <a:pt x="1494180" y="0"/>
                </a:lnTo>
                <a:close/>
                <a:moveTo>
                  <a:pt x="1577202" y="0"/>
                </a:moveTo>
                <a:lnTo>
                  <a:pt x="1577202" y="83022"/>
                </a:lnTo>
                <a:lnTo>
                  <a:pt x="1660194" y="83022"/>
                </a:lnTo>
                <a:lnTo>
                  <a:pt x="1660194" y="0"/>
                </a:lnTo>
                <a:lnTo>
                  <a:pt x="1577202" y="0"/>
                </a:lnTo>
                <a:close/>
                <a:moveTo>
                  <a:pt x="1660194" y="0"/>
                </a:moveTo>
                <a:lnTo>
                  <a:pt x="1660194" y="83022"/>
                </a:lnTo>
                <a:lnTo>
                  <a:pt x="1743216" y="83022"/>
                </a:lnTo>
                <a:lnTo>
                  <a:pt x="1743216" y="0"/>
                </a:lnTo>
                <a:lnTo>
                  <a:pt x="1660194" y="0"/>
                </a:lnTo>
                <a:close/>
                <a:moveTo>
                  <a:pt x="1826237" y="0"/>
                </a:moveTo>
                <a:lnTo>
                  <a:pt x="1826237" y="83022"/>
                </a:lnTo>
                <a:lnTo>
                  <a:pt x="1909229" y="83022"/>
                </a:lnTo>
                <a:lnTo>
                  <a:pt x="1909229" y="0"/>
                </a:lnTo>
                <a:lnTo>
                  <a:pt x="1826237" y="0"/>
                </a:lnTo>
                <a:close/>
                <a:moveTo>
                  <a:pt x="1909229" y="0"/>
                </a:moveTo>
                <a:lnTo>
                  <a:pt x="1909229" y="83022"/>
                </a:lnTo>
                <a:lnTo>
                  <a:pt x="1992251" y="83022"/>
                </a:lnTo>
                <a:lnTo>
                  <a:pt x="1992251" y="0"/>
                </a:lnTo>
                <a:lnTo>
                  <a:pt x="1909229" y="0"/>
                </a:lnTo>
                <a:close/>
                <a:moveTo>
                  <a:pt x="1992251" y="0"/>
                </a:moveTo>
                <a:lnTo>
                  <a:pt x="1992251" y="83022"/>
                </a:lnTo>
                <a:lnTo>
                  <a:pt x="2075272" y="83022"/>
                </a:lnTo>
                <a:lnTo>
                  <a:pt x="2075272" y="0"/>
                </a:lnTo>
                <a:lnTo>
                  <a:pt x="1992251" y="0"/>
                </a:lnTo>
                <a:close/>
                <a:moveTo>
                  <a:pt x="2075272" y="0"/>
                </a:moveTo>
                <a:lnTo>
                  <a:pt x="2075272" y="83022"/>
                </a:lnTo>
                <a:lnTo>
                  <a:pt x="2158264" y="83022"/>
                </a:lnTo>
                <a:lnTo>
                  <a:pt x="2158264" y="0"/>
                </a:lnTo>
                <a:lnTo>
                  <a:pt x="2075272" y="0"/>
                </a:lnTo>
                <a:close/>
                <a:moveTo>
                  <a:pt x="2158264" y="0"/>
                </a:moveTo>
                <a:lnTo>
                  <a:pt x="2158264" y="83022"/>
                </a:lnTo>
                <a:lnTo>
                  <a:pt x="2241286" y="83022"/>
                </a:lnTo>
                <a:lnTo>
                  <a:pt x="2241286" y="0"/>
                </a:lnTo>
                <a:lnTo>
                  <a:pt x="2158264" y="0"/>
                </a:lnTo>
                <a:close/>
                <a:moveTo>
                  <a:pt x="2241286" y="0"/>
                </a:moveTo>
                <a:lnTo>
                  <a:pt x="2241286" y="83022"/>
                </a:lnTo>
                <a:lnTo>
                  <a:pt x="2324277" y="83022"/>
                </a:lnTo>
                <a:lnTo>
                  <a:pt x="2324277" y="0"/>
                </a:lnTo>
                <a:lnTo>
                  <a:pt x="2241286" y="0"/>
                </a:lnTo>
                <a:close/>
                <a:moveTo>
                  <a:pt x="2324277" y="0"/>
                </a:moveTo>
                <a:lnTo>
                  <a:pt x="2324277" y="83022"/>
                </a:lnTo>
                <a:lnTo>
                  <a:pt x="2407299" y="83022"/>
                </a:lnTo>
                <a:lnTo>
                  <a:pt x="2407299" y="0"/>
                </a:lnTo>
                <a:lnTo>
                  <a:pt x="2324277" y="0"/>
                </a:lnTo>
                <a:close/>
                <a:moveTo>
                  <a:pt x="0" y="83022"/>
                </a:moveTo>
                <a:lnTo>
                  <a:pt x="0" y="166013"/>
                </a:lnTo>
                <a:lnTo>
                  <a:pt x="83022" y="166013"/>
                </a:lnTo>
                <a:lnTo>
                  <a:pt x="83022" y="83022"/>
                </a:lnTo>
                <a:lnTo>
                  <a:pt x="0" y="83022"/>
                </a:lnTo>
                <a:close/>
                <a:moveTo>
                  <a:pt x="498070" y="83022"/>
                </a:moveTo>
                <a:lnTo>
                  <a:pt x="498070" y="166013"/>
                </a:lnTo>
                <a:lnTo>
                  <a:pt x="581062" y="166013"/>
                </a:lnTo>
                <a:lnTo>
                  <a:pt x="581062" y="83022"/>
                </a:lnTo>
                <a:lnTo>
                  <a:pt x="498070" y="83022"/>
                </a:lnTo>
                <a:close/>
                <a:moveTo>
                  <a:pt x="747105" y="83022"/>
                </a:moveTo>
                <a:lnTo>
                  <a:pt x="747105" y="166013"/>
                </a:lnTo>
                <a:lnTo>
                  <a:pt x="830097" y="166013"/>
                </a:lnTo>
                <a:lnTo>
                  <a:pt x="830097" y="83022"/>
                </a:lnTo>
                <a:lnTo>
                  <a:pt x="747105" y="83022"/>
                </a:lnTo>
                <a:close/>
                <a:moveTo>
                  <a:pt x="996110" y="83022"/>
                </a:moveTo>
                <a:lnTo>
                  <a:pt x="996110" y="166013"/>
                </a:lnTo>
                <a:lnTo>
                  <a:pt x="1079132" y="166013"/>
                </a:lnTo>
                <a:lnTo>
                  <a:pt x="1079132" y="83022"/>
                </a:lnTo>
                <a:lnTo>
                  <a:pt x="996110" y="83022"/>
                </a:lnTo>
                <a:close/>
                <a:moveTo>
                  <a:pt x="1079132" y="83022"/>
                </a:moveTo>
                <a:lnTo>
                  <a:pt x="1079132" y="166013"/>
                </a:lnTo>
                <a:lnTo>
                  <a:pt x="1162154" y="166013"/>
                </a:lnTo>
                <a:lnTo>
                  <a:pt x="1162154" y="83022"/>
                </a:lnTo>
                <a:lnTo>
                  <a:pt x="1079132" y="83022"/>
                </a:lnTo>
                <a:close/>
                <a:moveTo>
                  <a:pt x="1162154" y="83022"/>
                </a:moveTo>
                <a:lnTo>
                  <a:pt x="1162154" y="166013"/>
                </a:lnTo>
                <a:lnTo>
                  <a:pt x="1245145" y="166013"/>
                </a:lnTo>
                <a:lnTo>
                  <a:pt x="1245145" y="83022"/>
                </a:lnTo>
                <a:lnTo>
                  <a:pt x="1162154" y="83022"/>
                </a:lnTo>
                <a:close/>
                <a:moveTo>
                  <a:pt x="1245145" y="83022"/>
                </a:moveTo>
                <a:lnTo>
                  <a:pt x="1245145" y="166013"/>
                </a:lnTo>
                <a:lnTo>
                  <a:pt x="1328167" y="166013"/>
                </a:lnTo>
                <a:lnTo>
                  <a:pt x="1328167" y="83022"/>
                </a:lnTo>
                <a:lnTo>
                  <a:pt x="1245145" y="83022"/>
                </a:lnTo>
                <a:close/>
                <a:moveTo>
                  <a:pt x="1328167" y="83022"/>
                </a:moveTo>
                <a:lnTo>
                  <a:pt x="1328167" y="166013"/>
                </a:lnTo>
                <a:lnTo>
                  <a:pt x="1411189" y="166013"/>
                </a:lnTo>
                <a:lnTo>
                  <a:pt x="1411189" y="83022"/>
                </a:lnTo>
                <a:lnTo>
                  <a:pt x="1328167" y="83022"/>
                </a:lnTo>
                <a:close/>
                <a:moveTo>
                  <a:pt x="1494180" y="83022"/>
                </a:moveTo>
                <a:lnTo>
                  <a:pt x="1494180" y="166013"/>
                </a:lnTo>
                <a:lnTo>
                  <a:pt x="1577202" y="166013"/>
                </a:lnTo>
                <a:lnTo>
                  <a:pt x="1577202" y="83022"/>
                </a:lnTo>
                <a:lnTo>
                  <a:pt x="1494180" y="83022"/>
                </a:lnTo>
                <a:close/>
                <a:moveTo>
                  <a:pt x="1577202" y="83022"/>
                </a:moveTo>
                <a:lnTo>
                  <a:pt x="1577202" y="166013"/>
                </a:lnTo>
                <a:lnTo>
                  <a:pt x="1660194" y="166013"/>
                </a:lnTo>
                <a:lnTo>
                  <a:pt x="1660194" y="83022"/>
                </a:lnTo>
                <a:lnTo>
                  <a:pt x="1577202" y="83022"/>
                </a:lnTo>
                <a:close/>
                <a:moveTo>
                  <a:pt x="1660194" y="83022"/>
                </a:moveTo>
                <a:lnTo>
                  <a:pt x="1660194" y="166013"/>
                </a:lnTo>
                <a:lnTo>
                  <a:pt x="1743216" y="166013"/>
                </a:lnTo>
                <a:lnTo>
                  <a:pt x="1743216" y="83022"/>
                </a:lnTo>
                <a:lnTo>
                  <a:pt x="1660194" y="83022"/>
                </a:lnTo>
                <a:close/>
                <a:moveTo>
                  <a:pt x="1826237" y="83022"/>
                </a:moveTo>
                <a:lnTo>
                  <a:pt x="1826237" y="166013"/>
                </a:lnTo>
                <a:lnTo>
                  <a:pt x="1909229" y="166013"/>
                </a:lnTo>
                <a:lnTo>
                  <a:pt x="1909229" y="83022"/>
                </a:lnTo>
                <a:lnTo>
                  <a:pt x="1826237" y="83022"/>
                </a:lnTo>
                <a:close/>
                <a:moveTo>
                  <a:pt x="2324277" y="83022"/>
                </a:moveTo>
                <a:lnTo>
                  <a:pt x="2324277" y="166013"/>
                </a:lnTo>
                <a:lnTo>
                  <a:pt x="2407299" y="166013"/>
                </a:lnTo>
                <a:lnTo>
                  <a:pt x="2407299" y="83022"/>
                </a:lnTo>
                <a:lnTo>
                  <a:pt x="2324277" y="83022"/>
                </a:lnTo>
                <a:close/>
                <a:moveTo>
                  <a:pt x="0" y="166013"/>
                </a:moveTo>
                <a:lnTo>
                  <a:pt x="0" y="249035"/>
                </a:lnTo>
                <a:lnTo>
                  <a:pt x="83022" y="249035"/>
                </a:lnTo>
                <a:lnTo>
                  <a:pt x="83022" y="166013"/>
                </a:lnTo>
                <a:lnTo>
                  <a:pt x="0" y="166013"/>
                </a:lnTo>
                <a:close/>
                <a:moveTo>
                  <a:pt x="166013" y="166013"/>
                </a:moveTo>
                <a:lnTo>
                  <a:pt x="166013" y="249035"/>
                </a:lnTo>
                <a:lnTo>
                  <a:pt x="249035" y="249035"/>
                </a:lnTo>
                <a:lnTo>
                  <a:pt x="249035" y="166013"/>
                </a:lnTo>
                <a:lnTo>
                  <a:pt x="166013" y="166013"/>
                </a:lnTo>
                <a:close/>
                <a:moveTo>
                  <a:pt x="249035" y="166013"/>
                </a:moveTo>
                <a:lnTo>
                  <a:pt x="249035" y="249035"/>
                </a:lnTo>
                <a:lnTo>
                  <a:pt x="332027" y="249035"/>
                </a:lnTo>
                <a:lnTo>
                  <a:pt x="332027" y="166013"/>
                </a:lnTo>
                <a:lnTo>
                  <a:pt x="249035" y="166013"/>
                </a:lnTo>
                <a:close/>
                <a:moveTo>
                  <a:pt x="332027" y="166013"/>
                </a:moveTo>
                <a:lnTo>
                  <a:pt x="332027" y="249035"/>
                </a:lnTo>
                <a:lnTo>
                  <a:pt x="415048" y="249035"/>
                </a:lnTo>
                <a:lnTo>
                  <a:pt x="415048" y="166013"/>
                </a:lnTo>
                <a:lnTo>
                  <a:pt x="332027" y="166013"/>
                </a:lnTo>
                <a:close/>
                <a:moveTo>
                  <a:pt x="498070" y="166013"/>
                </a:moveTo>
                <a:lnTo>
                  <a:pt x="498070" y="249035"/>
                </a:lnTo>
                <a:lnTo>
                  <a:pt x="581062" y="249035"/>
                </a:lnTo>
                <a:lnTo>
                  <a:pt x="581062" y="166013"/>
                </a:lnTo>
                <a:lnTo>
                  <a:pt x="498070" y="166013"/>
                </a:lnTo>
                <a:close/>
                <a:moveTo>
                  <a:pt x="996110" y="166013"/>
                </a:moveTo>
                <a:lnTo>
                  <a:pt x="996110" y="249035"/>
                </a:lnTo>
                <a:lnTo>
                  <a:pt x="1079132" y="249035"/>
                </a:lnTo>
                <a:lnTo>
                  <a:pt x="1079132" y="166013"/>
                </a:lnTo>
                <a:lnTo>
                  <a:pt x="996110" y="166013"/>
                </a:lnTo>
                <a:close/>
                <a:moveTo>
                  <a:pt x="1328167" y="166013"/>
                </a:moveTo>
                <a:lnTo>
                  <a:pt x="1328167" y="249035"/>
                </a:lnTo>
                <a:lnTo>
                  <a:pt x="1411189" y="249035"/>
                </a:lnTo>
                <a:lnTo>
                  <a:pt x="1411189" y="166013"/>
                </a:lnTo>
                <a:lnTo>
                  <a:pt x="1328167" y="166013"/>
                </a:lnTo>
                <a:close/>
                <a:moveTo>
                  <a:pt x="1411189" y="166013"/>
                </a:moveTo>
                <a:lnTo>
                  <a:pt x="1411189" y="249035"/>
                </a:lnTo>
                <a:lnTo>
                  <a:pt x="1494180" y="249035"/>
                </a:lnTo>
                <a:lnTo>
                  <a:pt x="1494180" y="166013"/>
                </a:lnTo>
                <a:lnTo>
                  <a:pt x="1411189" y="166013"/>
                </a:lnTo>
                <a:close/>
                <a:moveTo>
                  <a:pt x="1577202" y="166013"/>
                </a:moveTo>
                <a:lnTo>
                  <a:pt x="1577202" y="249035"/>
                </a:lnTo>
                <a:lnTo>
                  <a:pt x="1660194" y="249035"/>
                </a:lnTo>
                <a:lnTo>
                  <a:pt x="1660194" y="166013"/>
                </a:lnTo>
                <a:lnTo>
                  <a:pt x="1577202" y="166013"/>
                </a:lnTo>
                <a:close/>
                <a:moveTo>
                  <a:pt x="1660194" y="166013"/>
                </a:moveTo>
                <a:lnTo>
                  <a:pt x="1660194" y="249035"/>
                </a:lnTo>
                <a:lnTo>
                  <a:pt x="1743216" y="249035"/>
                </a:lnTo>
                <a:lnTo>
                  <a:pt x="1743216" y="166013"/>
                </a:lnTo>
                <a:lnTo>
                  <a:pt x="1660194" y="166013"/>
                </a:lnTo>
                <a:close/>
                <a:moveTo>
                  <a:pt x="1826237" y="166013"/>
                </a:moveTo>
                <a:lnTo>
                  <a:pt x="1826237" y="249035"/>
                </a:lnTo>
                <a:lnTo>
                  <a:pt x="1909229" y="249035"/>
                </a:lnTo>
                <a:lnTo>
                  <a:pt x="1909229" y="166013"/>
                </a:lnTo>
                <a:lnTo>
                  <a:pt x="1826237" y="166013"/>
                </a:lnTo>
                <a:close/>
                <a:moveTo>
                  <a:pt x="1992251" y="166013"/>
                </a:moveTo>
                <a:lnTo>
                  <a:pt x="1992251" y="249035"/>
                </a:lnTo>
                <a:lnTo>
                  <a:pt x="2075272" y="249035"/>
                </a:lnTo>
                <a:lnTo>
                  <a:pt x="2075272" y="166013"/>
                </a:lnTo>
                <a:lnTo>
                  <a:pt x="1992251" y="166013"/>
                </a:lnTo>
                <a:close/>
                <a:moveTo>
                  <a:pt x="2075272" y="166013"/>
                </a:moveTo>
                <a:lnTo>
                  <a:pt x="2075272" y="249035"/>
                </a:lnTo>
                <a:lnTo>
                  <a:pt x="2158264" y="249035"/>
                </a:lnTo>
                <a:lnTo>
                  <a:pt x="2158264" y="166013"/>
                </a:lnTo>
                <a:lnTo>
                  <a:pt x="2075272" y="166013"/>
                </a:lnTo>
                <a:close/>
                <a:moveTo>
                  <a:pt x="2158264" y="166013"/>
                </a:moveTo>
                <a:lnTo>
                  <a:pt x="2158264" y="249035"/>
                </a:lnTo>
                <a:lnTo>
                  <a:pt x="2241286" y="249035"/>
                </a:lnTo>
                <a:lnTo>
                  <a:pt x="2241286" y="166013"/>
                </a:lnTo>
                <a:lnTo>
                  <a:pt x="2158264" y="166013"/>
                </a:lnTo>
                <a:close/>
                <a:moveTo>
                  <a:pt x="2324277" y="166013"/>
                </a:moveTo>
                <a:lnTo>
                  <a:pt x="2324277" y="249035"/>
                </a:lnTo>
                <a:lnTo>
                  <a:pt x="2407299" y="249035"/>
                </a:lnTo>
                <a:lnTo>
                  <a:pt x="2407299" y="166013"/>
                </a:lnTo>
                <a:lnTo>
                  <a:pt x="2324277" y="166013"/>
                </a:lnTo>
                <a:close/>
                <a:moveTo>
                  <a:pt x="0" y="249035"/>
                </a:moveTo>
                <a:lnTo>
                  <a:pt x="0" y="332027"/>
                </a:lnTo>
                <a:lnTo>
                  <a:pt x="83022" y="332027"/>
                </a:lnTo>
                <a:lnTo>
                  <a:pt x="83022" y="249035"/>
                </a:lnTo>
                <a:lnTo>
                  <a:pt x="0" y="249035"/>
                </a:lnTo>
                <a:close/>
                <a:moveTo>
                  <a:pt x="166013" y="249035"/>
                </a:moveTo>
                <a:lnTo>
                  <a:pt x="166013" y="332027"/>
                </a:lnTo>
                <a:lnTo>
                  <a:pt x="249035" y="332027"/>
                </a:lnTo>
                <a:lnTo>
                  <a:pt x="249035" y="249035"/>
                </a:lnTo>
                <a:lnTo>
                  <a:pt x="166013" y="249035"/>
                </a:lnTo>
                <a:close/>
                <a:moveTo>
                  <a:pt x="249035" y="249035"/>
                </a:moveTo>
                <a:lnTo>
                  <a:pt x="249035" y="332027"/>
                </a:lnTo>
                <a:lnTo>
                  <a:pt x="332027" y="332027"/>
                </a:lnTo>
                <a:lnTo>
                  <a:pt x="332027" y="249035"/>
                </a:lnTo>
                <a:lnTo>
                  <a:pt x="249035" y="249035"/>
                </a:lnTo>
                <a:close/>
                <a:moveTo>
                  <a:pt x="332027" y="249035"/>
                </a:moveTo>
                <a:lnTo>
                  <a:pt x="332027" y="332027"/>
                </a:lnTo>
                <a:lnTo>
                  <a:pt x="415048" y="332027"/>
                </a:lnTo>
                <a:lnTo>
                  <a:pt x="415048" y="249035"/>
                </a:lnTo>
                <a:lnTo>
                  <a:pt x="332027" y="249035"/>
                </a:lnTo>
                <a:close/>
                <a:moveTo>
                  <a:pt x="498070" y="249035"/>
                </a:moveTo>
                <a:lnTo>
                  <a:pt x="498070" y="332027"/>
                </a:lnTo>
                <a:lnTo>
                  <a:pt x="581062" y="332027"/>
                </a:lnTo>
                <a:lnTo>
                  <a:pt x="581062" y="249035"/>
                </a:lnTo>
                <a:lnTo>
                  <a:pt x="498070" y="249035"/>
                </a:lnTo>
                <a:close/>
                <a:moveTo>
                  <a:pt x="664084" y="249035"/>
                </a:moveTo>
                <a:lnTo>
                  <a:pt x="664084" y="332027"/>
                </a:lnTo>
                <a:lnTo>
                  <a:pt x="747105" y="332027"/>
                </a:lnTo>
                <a:lnTo>
                  <a:pt x="747105" y="249035"/>
                </a:lnTo>
                <a:lnTo>
                  <a:pt x="664084" y="249035"/>
                </a:lnTo>
                <a:close/>
                <a:moveTo>
                  <a:pt x="830097" y="249035"/>
                </a:moveTo>
                <a:lnTo>
                  <a:pt x="830097" y="332027"/>
                </a:lnTo>
                <a:lnTo>
                  <a:pt x="913119" y="332027"/>
                </a:lnTo>
                <a:lnTo>
                  <a:pt x="913119" y="249035"/>
                </a:lnTo>
                <a:lnTo>
                  <a:pt x="830097" y="249035"/>
                </a:lnTo>
                <a:close/>
                <a:moveTo>
                  <a:pt x="913119" y="249035"/>
                </a:moveTo>
                <a:lnTo>
                  <a:pt x="913119" y="332027"/>
                </a:lnTo>
                <a:lnTo>
                  <a:pt x="996110" y="332027"/>
                </a:lnTo>
                <a:lnTo>
                  <a:pt x="996110" y="249035"/>
                </a:lnTo>
                <a:lnTo>
                  <a:pt x="913119" y="249035"/>
                </a:lnTo>
                <a:close/>
                <a:moveTo>
                  <a:pt x="1079132" y="249035"/>
                </a:moveTo>
                <a:lnTo>
                  <a:pt x="1079132" y="332027"/>
                </a:lnTo>
                <a:lnTo>
                  <a:pt x="1162154" y="332027"/>
                </a:lnTo>
                <a:lnTo>
                  <a:pt x="1162154" y="249035"/>
                </a:lnTo>
                <a:lnTo>
                  <a:pt x="1079132" y="249035"/>
                </a:lnTo>
                <a:close/>
                <a:moveTo>
                  <a:pt x="1328167" y="249035"/>
                </a:moveTo>
                <a:lnTo>
                  <a:pt x="1328167" y="332027"/>
                </a:lnTo>
                <a:lnTo>
                  <a:pt x="1411189" y="332027"/>
                </a:lnTo>
                <a:lnTo>
                  <a:pt x="1411189" y="249035"/>
                </a:lnTo>
                <a:lnTo>
                  <a:pt x="1328167" y="249035"/>
                </a:lnTo>
                <a:close/>
                <a:moveTo>
                  <a:pt x="1411189" y="249035"/>
                </a:moveTo>
                <a:lnTo>
                  <a:pt x="1411189" y="332027"/>
                </a:lnTo>
                <a:lnTo>
                  <a:pt x="1494180" y="332027"/>
                </a:lnTo>
                <a:lnTo>
                  <a:pt x="1494180" y="249035"/>
                </a:lnTo>
                <a:lnTo>
                  <a:pt x="1411189" y="249035"/>
                </a:lnTo>
                <a:close/>
                <a:moveTo>
                  <a:pt x="1494180" y="249035"/>
                </a:moveTo>
                <a:lnTo>
                  <a:pt x="1494180" y="332027"/>
                </a:lnTo>
                <a:lnTo>
                  <a:pt x="1577202" y="332027"/>
                </a:lnTo>
                <a:lnTo>
                  <a:pt x="1577202" y="249035"/>
                </a:lnTo>
                <a:lnTo>
                  <a:pt x="1494180" y="249035"/>
                </a:lnTo>
                <a:close/>
                <a:moveTo>
                  <a:pt x="1577202" y="249035"/>
                </a:moveTo>
                <a:lnTo>
                  <a:pt x="1577202" y="332027"/>
                </a:lnTo>
                <a:lnTo>
                  <a:pt x="1660194" y="332027"/>
                </a:lnTo>
                <a:lnTo>
                  <a:pt x="1660194" y="249035"/>
                </a:lnTo>
                <a:lnTo>
                  <a:pt x="1577202" y="249035"/>
                </a:lnTo>
                <a:close/>
                <a:moveTo>
                  <a:pt x="1826237" y="249035"/>
                </a:moveTo>
                <a:lnTo>
                  <a:pt x="1826237" y="332027"/>
                </a:lnTo>
                <a:lnTo>
                  <a:pt x="1909229" y="332027"/>
                </a:lnTo>
                <a:lnTo>
                  <a:pt x="1909229" y="249035"/>
                </a:lnTo>
                <a:lnTo>
                  <a:pt x="1826237" y="249035"/>
                </a:lnTo>
                <a:close/>
                <a:moveTo>
                  <a:pt x="1992251" y="249035"/>
                </a:moveTo>
                <a:lnTo>
                  <a:pt x="1992251" y="332027"/>
                </a:lnTo>
                <a:lnTo>
                  <a:pt x="2075272" y="332027"/>
                </a:lnTo>
                <a:lnTo>
                  <a:pt x="2075272" y="249035"/>
                </a:lnTo>
                <a:lnTo>
                  <a:pt x="1992251" y="249035"/>
                </a:lnTo>
                <a:close/>
                <a:moveTo>
                  <a:pt x="2075272" y="249035"/>
                </a:moveTo>
                <a:lnTo>
                  <a:pt x="2075272" y="332027"/>
                </a:lnTo>
                <a:lnTo>
                  <a:pt x="2158264" y="332027"/>
                </a:lnTo>
                <a:lnTo>
                  <a:pt x="2158264" y="249035"/>
                </a:lnTo>
                <a:lnTo>
                  <a:pt x="2075272" y="249035"/>
                </a:lnTo>
                <a:close/>
                <a:moveTo>
                  <a:pt x="2158264" y="249035"/>
                </a:moveTo>
                <a:lnTo>
                  <a:pt x="2158264" y="332027"/>
                </a:lnTo>
                <a:lnTo>
                  <a:pt x="2241286" y="332027"/>
                </a:lnTo>
                <a:lnTo>
                  <a:pt x="2241286" y="249035"/>
                </a:lnTo>
                <a:lnTo>
                  <a:pt x="2158264" y="249035"/>
                </a:lnTo>
                <a:close/>
                <a:moveTo>
                  <a:pt x="2324277" y="249035"/>
                </a:moveTo>
                <a:lnTo>
                  <a:pt x="2324277" y="332027"/>
                </a:lnTo>
                <a:lnTo>
                  <a:pt x="2407299" y="332027"/>
                </a:lnTo>
                <a:lnTo>
                  <a:pt x="2407299" y="249035"/>
                </a:lnTo>
                <a:lnTo>
                  <a:pt x="2324277" y="249035"/>
                </a:lnTo>
                <a:close/>
                <a:moveTo>
                  <a:pt x="0" y="332027"/>
                </a:moveTo>
                <a:lnTo>
                  <a:pt x="0" y="415048"/>
                </a:lnTo>
                <a:lnTo>
                  <a:pt x="83022" y="415048"/>
                </a:lnTo>
                <a:lnTo>
                  <a:pt x="83022" y="332027"/>
                </a:lnTo>
                <a:lnTo>
                  <a:pt x="0" y="332027"/>
                </a:lnTo>
                <a:close/>
                <a:moveTo>
                  <a:pt x="166013" y="332027"/>
                </a:moveTo>
                <a:lnTo>
                  <a:pt x="166013" y="415048"/>
                </a:lnTo>
                <a:lnTo>
                  <a:pt x="249035" y="415048"/>
                </a:lnTo>
                <a:lnTo>
                  <a:pt x="249035" y="332027"/>
                </a:lnTo>
                <a:lnTo>
                  <a:pt x="166013" y="332027"/>
                </a:lnTo>
                <a:close/>
                <a:moveTo>
                  <a:pt x="249035" y="332027"/>
                </a:moveTo>
                <a:lnTo>
                  <a:pt x="249035" y="415048"/>
                </a:lnTo>
                <a:lnTo>
                  <a:pt x="332027" y="415048"/>
                </a:lnTo>
                <a:lnTo>
                  <a:pt x="332027" y="332027"/>
                </a:lnTo>
                <a:lnTo>
                  <a:pt x="249035" y="332027"/>
                </a:lnTo>
                <a:close/>
                <a:moveTo>
                  <a:pt x="332027" y="332027"/>
                </a:moveTo>
                <a:lnTo>
                  <a:pt x="332027" y="415048"/>
                </a:lnTo>
                <a:lnTo>
                  <a:pt x="415048" y="415048"/>
                </a:lnTo>
                <a:lnTo>
                  <a:pt x="415048" y="332027"/>
                </a:lnTo>
                <a:lnTo>
                  <a:pt x="332027" y="332027"/>
                </a:lnTo>
                <a:close/>
                <a:moveTo>
                  <a:pt x="498070" y="332027"/>
                </a:moveTo>
                <a:lnTo>
                  <a:pt x="498070" y="415048"/>
                </a:lnTo>
                <a:lnTo>
                  <a:pt x="581062" y="415048"/>
                </a:lnTo>
                <a:lnTo>
                  <a:pt x="581062" y="332027"/>
                </a:lnTo>
                <a:lnTo>
                  <a:pt x="498070" y="332027"/>
                </a:lnTo>
                <a:close/>
                <a:moveTo>
                  <a:pt x="664084" y="332027"/>
                </a:moveTo>
                <a:lnTo>
                  <a:pt x="664084" y="415048"/>
                </a:lnTo>
                <a:lnTo>
                  <a:pt x="747105" y="415048"/>
                </a:lnTo>
                <a:lnTo>
                  <a:pt x="747105" y="332027"/>
                </a:lnTo>
                <a:lnTo>
                  <a:pt x="664084" y="332027"/>
                </a:lnTo>
                <a:close/>
                <a:moveTo>
                  <a:pt x="747105" y="332027"/>
                </a:moveTo>
                <a:lnTo>
                  <a:pt x="747105" y="415048"/>
                </a:lnTo>
                <a:lnTo>
                  <a:pt x="830097" y="415048"/>
                </a:lnTo>
                <a:lnTo>
                  <a:pt x="830097" y="332027"/>
                </a:lnTo>
                <a:lnTo>
                  <a:pt x="747105" y="332027"/>
                </a:lnTo>
                <a:close/>
                <a:moveTo>
                  <a:pt x="913119" y="332027"/>
                </a:moveTo>
                <a:lnTo>
                  <a:pt x="913119" y="415048"/>
                </a:lnTo>
                <a:lnTo>
                  <a:pt x="996110" y="415048"/>
                </a:lnTo>
                <a:lnTo>
                  <a:pt x="996110" y="332027"/>
                </a:lnTo>
                <a:lnTo>
                  <a:pt x="913119" y="332027"/>
                </a:lnTo>
                <a:close/>
                <a:moveTo>
                  <a:pt x="996110" y="332027"/>
                </a:moveTo>
                <a:lnTo>
                  <a:pt x="996110" y="415048"/>
                </a:lnTo>
                <a:lnTo>
                  <a:pt x="1079132" y="415048"/>
                </a:lnTo>
                <a:lnTo>
                  <a:pt x="1079132" y="332027"/>
                </a:lnTo>
                <a:lnTo>
                  <a:pt x="996110" y="332027"/>
                </a:lnTo>
                <a:close/>
                <a:moveTo>
                  <a:pt x="1162154" y="332027"/>
                </a:moveTo>
                <a:lnTo>
                  <a:pt x="1162154" y="415048"/>
                </a:lnTo>
                <a:lnTo>
                  <a:pt x="1245145" y="415048"/>
                </a:lnTo>
                <a:lnTo>
                  <a:pt x="1245145" y="332027"/>
                </a:lnTo>
                <a:lnTo>
                  <a:pt x="1162154" y="332027"/>
                </a:lnTo>
                <a:close/>
                <a:moveTo>
                  <a:pt x="1245145" y="332027"/>
                </a:moveTo>
                <a:lnTo>
                  <a:pt x="1245145" y="415048"/>
                </a:lnTo>
                <a:lnTo>
                  <a:pt x="1328167" y="415048"/>
                </a:lnTo>
                <a:lnTo>
                  <a:pt x="1328167" y="332027"/>
                </a:lnTo>
                <a:lnTo>
                  <a:pt x="1245145" y="332027"/>
                </a:lnTo>
                <a:close/>
                <a:moveTo>
                  <a:pt x="1411189" y="332027"/>
                </a:moveTo>
                <a:lnTo>
                  <a:pt x="1411189" y="415048"/>
                </a:lnTo>
                <a:lnTo>
                  <a:pt x="1494180" y="415048"/>
                </a:lnTo>
                <a:lnTo>
                  <a:pt x="1494180" y="332027"/>
                </a:lnTo>
                <a:lnTo>
                  <a:pt x="1411189" y="332027"/>
                </a:lnTo>
                <a:close/>
                <a:moveTo>
                  <a:pt x="1826237" y="332027"/>
                </a:moveTo>
                <a:lnTo>
                  <a:pt x="1826237" y="415048"/>
                </a:lnTo>
                <a:lnTo>
                  <a:pt x="1909229" y="415048"/>
                </a:lnTo>
                <a:lnTo>
                  <a:pt x="1909229" y="332027"/>
                </a:lnTo>
                <a:lnTo>
                  <a:pt x="1826237" y="332027"/>
                </a:lnTo>
                <a:close/>
                <a:moveTo>
                  <a:pt x="1992251" y="332027"/>
                </a:moveTo>
                <a:lnTo>
                  <a:pt x="1992251" y="415048"/>
                </a:lnTo>
                <a:lnTo>
                  <a:pt x="2075272" y="415048"/>
                </a:lnTo>
                <a:lnTo>
                  <a:pt x="2075272" y="332027"/>
                </a:lnTo>
                <a:lnTo>
                  <a:pt x="1992251" y="332027"/>
                </a:lnTo>
                <a:close/>
                <a:moveTo>
                  <a:pt x="2075272" y="332027"/>
                </a:moveTo>
                <a:lnTo>
                  <a:pt x="2075272" y="415048"/>
                </a:lnTo>
                <a:lnTo>
                  <a:pt x="2158264" y="415048"/>
                </a:lnTo>
                <a:lnTo>
                  <a:pt x="2158264" y="332027"/>
                </a:lnTo>
                <a:lnTo>
                  <a:pt x="2075272" y="332027"/>
                </a:lnTo>
                <a:close/>
                <a:moveTo>
                  <a:pt x="2158264" y="332027"/>
                </a:moveTo>
                <a:lnTo>
                  <a:pt x="2158264" y="415048"/>
                </a:lnTo>
                <a:lnTo>
                  <a:pt x="2241286" y="415048"/>
                </a:lnTo>
                <a:lnTo>
                  <a:pt x="2241286" y="332027"/>
                </a:lnTo>
                <a:lnTo>
                  <a:pt x="2158264" y="332027"/>
                </a:lnTo>
                <a:close/>
                <a:moveTo>
                  <a:pt x="2324277" y="332027"/>
                </a:moveTo>
                <a:lnTo>
                  <a:pt x="2324277" y="415048"/>
                </a:lnTo>
                <a:lnTo>
                  <a:pt x="2407299" y="415048"/>
                </a:lnTo>
                <a:lnTo>
                  <a:pt x="2407299" y="332027"/>
                </a:lnTo>
                <a:lnTo>
                  <a:pt x="2324277" y="332027"/>
                </a:lnTo>
                <a:close/>
                <a:moveTo>
                  <a:pt x="0" y="415048"/>
                </a:moveTo>
                <a:lnTo>
                  <a:pt x="0" y="498070"/>
                </a:lnTo>
                <a:lnTo>
                  <a:pt x="83022" y="498070"/>
                </a:lnTo>
                <a:lnTo>
                  <a:pt x="83022" y="415048"/>
                </a:lnTo>
                <a:lnTo>
                  <a:pt x="0" y="415048"/>
                </a:lnTo>
                <a:close/>
                <a:moveTo>
                  <a:pt x="498070" y="415048"/>
                </a:moveTo>
                <a:lnTo>
                  <a:pt x="498070" y="498070"/>
                </a:lnTo>
                <a:lnTo>
                  <a:pt x="581062" y="498070"/>
                </a:lnTo>
                <a:lnTo>
                  <a:pt x="581062" y="415048"/>
                </a:lnTo>
                <a:lnTo>
                  <a:pt x="498070" y="415048"/>
                </a:lnTo>
                <a:close/>
                <a:moveTo>
                  <a:pt x="664084" y="415048"/>
                </a:moveTo>
                <a:lnTo>
                  <a:pt x="664084" y="498070"/>
                </a:lnTo>
                <a:lnTo>
                  <a:pt x="747105" y="498070"/>
                </a:lnTo>
                <a:lnTo>
                  <a:pt x="747105" y="415048"/>
                </a:lnTo>
                <a:lnTo>
                  <a:pt x="664084" y="415048"/>
                </a:lnTo>
                <a:close/>
                <a:moveTo>
                  <a:pt x="830097" y="415048"/>
                </a:moveTo>
                <a:lnTo>
                  <a:pt x="830097" y="498070"/>
                </a:lnTo>
                <a:lnTo>
                  <a:pt x="913119" y="498070"/>
                </a:lnTo>
                <a:lnTo>
                  <a:pt x="913119" y="415048"/>
                </a:lnTo>
                <a:lnTo>
                  <a:pt x="830097" y="415048"/>
                </a:lnTo>
                <a:close/>
                <a:moveTo>
                  <a:pt x="1079132" y="415048"/>
                </a:moveTo>
                <a:lnTo>
                  <a:pt x="1079132" y="498070"/>
                </a:lnTo>
                <a:lnTo>
                  <a:pt x="1162154" y="498070"/>
                </a:lnTo>
                <a:lnTo>
                  <a:pt x="1162154" y="415048"/>
                </a:lnTo>
                <a:lnTo>
                  <a:pt x="1079132" y="415048"/>
                </a:lnTo>
                <a:close/>
                <a:moveTo>
                  <a:pt x="1162154" y="415048"/>
                </a:moveTo>
                <a:lnTo>
                  <a:pt x="1162154" y="498070"/>
                </a:lnTo>
                <a:lnTo>
                  <a:pt x="1245145" y="498070"/>
                </a:lnTo>
                <a:lnTo>
                  <a:pt x="1245145" y="415048"/>
                </a:lnTo>
                <a:lnTo>
                  <a:pt x="1162154" y="415048"/>
                </a:lnTo>
                <a:close/>
                <a:moveTo>
                  <a:pt x="1411189" y="415048"/>
                </a:moveTo>
                <a:lnTo>
                  <a:pt x="1411189" y="498070"/>
                </a:lnTo>
                <a:lnTo>
                  <a:pt x="1494180" y="498070"/>
                </a:lnTo>
                <a:lnTo>
                  <a:pt x="1494180" y="415048"/>
                </a:lnTo>
                <a:lnTo>
                  <a:pt x="1411189" y="415048"/>
                </a:lnTo>
                <a:close/>
                <a:moveTo>
                  <a:pt x="1577202" y="415048"/>
                </a:moveTo>
                <a:lnTo>
                  <a:pt x="1577202" y="498070"/>
                </a:lnTo>
                <a:lnTo>
                  <a:pt x="1660194" y="498070"/>
                </a:lnTo>
                <a:lnTo>
                  <a:pt x="1660194" y="415048"/>
                </a:lnTo>
                <a:lnTo>
                  <a:pt x="1577202" y="415048"/>
                </a:lnTo>
                <a:close/>
                <a:moveTo>
                  <a:pt x="1660194" y="415048"/>
                </a:moveTo>
                <a:lnTo>
                  <a:pt x="1660194" y="498070"/>
                </a:lnTo>
                <a:lnTo>
                  <a:pt x="1743216" y="498070"/>
                </a:lnTo>
                <a:lnTo>
                  <a:pt x="1743216" y="415048"/>
                </a:lnTo>
                <a:lnTo>
                  <a:pt x="1660194" y="415048"/>
                </a:lnTo>
                <a:close/>
                <a:moveTo>
                  <a:pt x="1826237" y="415048"/>
                </a:moveTo>
                <a:lnTo>
                  <a:pt x="1826237" y="498070"/>
                </a:lnTo>
                <a:lnTo>
                  <a:pt x="1909229" y="498070"/>
                </a:lnTo>
                <a:lnTo>
                  <a:pt x="1909229" y="415048"/>
                </a:lnTo>
                <a:lnTo>
                  <a:pt x="1826237" y="415048"/>
                </a:lnTo>
                <a:close/>
                <a:moveTo>
                  <a:pt x="2324277" y="415048"/>
                </a:moveTo>
                <a:lnTo>
                  <a:pt x="2324277" y="498070"/>
                </a:lnTo>
                <a:lnTo>
                  <a:pt x="2407299" y="498070"/>
                </a:lnTo>
                <a:lnTo>
                  <a:pt x="2407299" y="415048"/>
                </a:lnTo>
                <a:lnTo>
                  <a:pt x="2324277" y="415048"/>
                </a:lnTo>
                <a:close/>
                <a:moveTo>
                  <a:pt x="0" y="498070"/>
                </a:moveTo>
                <a:lnTo>
                  <a:pt x="0" y="581062"/>
                </a:lnTo>
                <a:lnTo>
                  <a:pt x="83022" y="581062"/>
                </a:lnTo>
                <a:lnTo>
                  <a:pt x="83022" y="498070"/>
                </a:lnTo>
                <a:lnTo>
                  <a:pt x="0" y="498070"/>
                </a:lnTo>
                <a:close/>
                <a:moveTo>
                  <a:pt x="83022" y="498070"/>
                </a:moveTo>
                <a:lnTo>
                  <a:pt x="83022" y="581062"/>
                </a:lnTo>
                <a:lnTo>
                  <a:pt x="166013" y="581062"/>
                </a:lnTo>
                <a:lnTo>
                  <a:pt x="166013" y="498070"/>
                </a:lnTo>
                <a:lnTo>
                  <a:pt x="83022" y="498070"/>
                </a:lnTo>
                <a:close/>
                <a:moveTo>
                  <a:pt x="166013" y="498070"/>
                </a:moveTo>
                <a:lnTo>
                  <a:pt x="166013" y="581062"/>
                </a:lnTo>
                <a:lnTo>
                  <a:pt x="249035" y="581062"/>
                </a:lnTo>
                <a:lnTo>
                  <a:pt x="249035" y="498070"/>
                </a:lnTo>
                <a:lnTo>
                  <a:pt x="166013" y="498070"/>
                </a:lnTo>
                <a:close/>
                <a:moveTo>
                  <a:pt x="249035" y="498070"/>
                </a:moveTo>
                <a:lnTo>
                  <a:pt x="249035" y="581062"/>
                </a:lnTo>
                <a:lnTo>
                  <a:pt x="332027" y="581062"/>
                </a:lnTo>
                <a:lnTo>
                  <a:pt x="332027" y="498070"/>
                </a:lnTo>
                <a:lnTo>
                  <a:pt x="249035" y="498070"/>
                </a:lnTo>
                <a:close/>
                <a:moveTo>
                  <a:pt x="332027" y="498070"/>
                </a:moveTo>
                <a:lnTo>
                  <a:pt x="332027" y="581062"/>
                </a:lnTo>
                <a:lnTo>
                  <a:pt x="415048" y="581062"/>
                </a:lnTo>
                <a:lnTo>
                  <a:pt x="415048" y="498070"/>
                </a:lnTo>
                <a:lnTo>
                  <a:pt x="332027" y="498070"/>
                </a:lnTo>
                <a:close/>
                <a:moveTo>
                  <a:pt x="415048" y="498070"/>
                </a:moveTo>
                <a:lnTo>
                  <a:pt x="415048" y="581062"/>
                </a:lnTo>
                <a:lnTo>
                  <a:pt x="498070" y="581062"/>
                </a:lnTo>
                <a:lnTo>
                  <a:pt x="498070" y="498070"/>
                </a:lnTo>
                <a:lnTo>
                  <a:pt x="415048" y="498070"/>
                </a:lnTo>
                <a:close/>
                <a:moveTo>
                  <a:pt x="498070" y="498070"/>
                </a:moveTo>
                <a:lnTo>
                  <a:pt x="498070" y="581062"/>
                </a:lnTo>
                <a:lnTo>
                  <a:pt x="581062" y="581062"/>
                </a:lnTo>
                <a:lnTo>
                  <a:pt x="581062" y="498070"/>
                </a:lnTo>
                <a:lnTo>
                  <a:pt x="498070" y="498070"/>
                </a:lnTo>
                <a:close/>
                <a:moveTo>
                  <a:pt x="664084" y="498070"/>
                </a:moveTo>
                <a:lnTo>
                  <a:pt x="664084" y="581062"/>
                </a:lnTo>
                <a:lnTo>
                  <a:pt x="747105" y="581062"/>
                </a:lnTo>
                <a:lnTo>
                  <a:pt x="747105" y="498070"/>
                </a:lnTo>
                <a:lnTo>
                  <a:pt x="664084" y="498070"/>
                </a:lnTo>
                <a:close/>
                <a:moveTo>
                  <a:pt x="830097" y="498070"/>
                </a:moveTo>
                <a:lnTo>
                  <a:pt x="830097" y="581062"/>
                </a:lnTo>
                <a:lnTo>
                  <a:pt x="913119" y="581062"/>
                </a:lnTo>
                <a:lnTo>
                  <a:pt x="913119" y="498070"/>
                </a:lnTo>
                <a:lnTo>
                  <a:pt x="830097" y="498070"/>
                </a:lnTo>
                <a:close/>
                <a:moveTo>
                  <a:pt x="996110" y="498070"/>
                </a:moveTo>
                <a:lnTo>
                  <a:pt x="996110" y="581062"/>
                </a:lnTo>
                <a:lnTo>
                  <a:pt x="1079132" y="581062"/>
                </a:lnTo>
                <a:lnTo>
                  <a:pt x="1079132" y="498070"/>
                </a:lnTo>
                <a:lnTo>
                  <a:pt x="996110" y="498070"/>
                </a:lnTo>
                <a:close/>
                <a:moveTo>
                  <a:pt x="1162154" y="498070"/>
                </a:moveTo>
                <a:lnTo>
                  <a:pt x="1162154" y="581062"/>
                </a:lnTo>
                <a:lnTo>
                  <a:pt x="1245145" y="581062"/>
                </a:lnTo>
                <a:lnTo>
                  <a:pt x="1245145" y="498070"/>
                </a:lnTo>
                <a:lnTo>
                  <a:pt x="1162154" y="498070"/>
                </a:lnTo>
                <a:close/>
                <a:moveTo>
                  <a:pt x="1328167" y="498070"/>
                </a:moveTo>
                <a:lnTo>
                  <a:pt x="1328167" y="581062"/>
                </a:lnTo>
                <a:lnTo>
                  <a:pt x="1411189" y="581062"/>
                </a:lnTo>
                <a:lnTo>
                  <a:pt x="1411189" y="498070"/>
                </a:lnTo>
                <a:lnTo>
                  <a:pt x="1328167" y="498070"/>
                </a:lnTo>
                <a:close/>
                <a:moveTo>
                  <a:pt x="1494180" y="498070"/>
                </a:moveTo>
                <a:lnTo>
                  <a:pt x="1494180" y="581062"/>
                </a:lnTo>
                <a:lnTo>
                  <a:pt x="1577202" y="581062"/>
                </a:lnTo>
                <a:lnTo>
                  <a:pt x="1577202" y="498070"/>
                </a:lnTo>
                <a:lnTo>
                  <a:pt x="1494180" y="498070"/>
                </a:lnTo>
                <a:close/>
                <a:moveTo>
                  <a:pt x="1660194" y="498070"/>
                </a:moveTo>
                <a:lnTo>
                  <a:pt x="1660194" y="581062"/>
                </a:lnTo>
                <a:lnTo>
                  <a:pt x="1743216" y="581062"/>
                </a:lnTo>
                <a:lnTo>
                  <a:pt x="1743216" y="498070"/>
                </a:lnTo>
                <a:lnTo>
                  <a:pt x="1660194" y="498070"/>
                </a:lnTo>
                <a:close/>
                <a:moveTo>
                  <a:pt x="1826237" y="498070"/>
                </a:moveTo>
                <a:lnTo>
                  <a:pt x="1826237" y="581062"/>
                </a:lnTo>
                <a:lnTo>
                  <a:pt x="1909229" y="581062"/>
                </a:lnTo>
                <a:lnTo>
                  <a:pt x="1909229" y="498070"/>
                </a:lnTo>
                <a:lnTo>
                  <a:pt x="1826237" y="498070"/>
                </a:lnTo>
                <a:close/>
                <a:moveTo>
                  <a:pt x="1909229" y="498070"/>
                </a:moveTo>
                <a:lnTo>
                  <a:pt x="1909229" y="581062"/>
                </a:lnTo>
                <a:lnTo>
                  <a:pt x="1992251" y="581062"/>
                </a:lnTo>
                <a:lnTo>
                  <a:pt x="1992251" y="498070"/>
                </a:lnTo>
                <a:lnTo>
                  <a:pt x="1909229" y="498070"/>
                </a:lnTo>
                <a:close/>
                <a:moveTo>
                  <a:pt x="1992251" y="498070"/>
                </a:moveTo>
                <a:lnTo>
                  <a:pt x="1992251" y="581062"/>
                </a:lnTo>
                <a:lnTo>
                  <a:pt x="2075272" y="581062"/>
                </a:lnTo>
                <a:lnTo>
                  <a:pt x="2075272" y="498070"/>
                </a:lnTo>
                <a:lnTo>
                  <a:pt x="1992251" y="498070"/>
                </a:lnTo>
                <a:close/>
                <a:moveTo>
                  <a:pt x="2075272" y="498070"/>
                </a:moveTo>
                <a:lnTo>
                  <a:pt x="2075272" y="581062"/>
                </a:lnTo>
                <a:lnTo>
                  <a:pt x="2158264" y="581062"/>
                </a:lnTo>
                <a:lnTo>
                  <a:pt x="2158264" y="498070"/>
                </a:lnTo>
                <a:lnTo>
                  <a:pt x="2075272" y="498070"/>
                </a:lnTo>
                <a:close/>
                <a:moveTo>
                  <a:pt x="2158264" y="498070"/>
                </a:moveTo>
                <a:lnTo>
                  <a:pt x="2158264" y="581062"/>
                </a:lnTo>
                <a:lnTo>
                  <a:pt x="2241286" y="581062"/>
                </a:lnTo>
                <a:lnTo>
                  <a:pt x="2241286" y="498070"/>
                </a:lnTo>
                <a:lnTo>
                  <a:pt x="2158264" y="498070"/>
                </a:lnTo>
                <a:close/>
                <a:moveTo>
                  <a:pt x="2241286" y="498070"/>
                </a:moveTo>
                <a:lnTo>
                  <a:pt x="2241286" y="581062"/>
                </a:lnTo>
                <a:lnTo>
                  <a:pt x="2324277" y="581062"/>
                </a:lnTo>
                <a:lnTo>
                  <a:pt x="2324277" y="498070"/>
                </a:lnTo>
                <a:lnTo>
                  <a:pt x="2241286" y="498070"/>
                </a:lnTo>
                <a:close/>
                <a:moveTo>
                  <a:pt x="2324277" y="498070"/>
                </a:moveTo>
                <a:lnTo>
                  <a:pt x="2324277" y="581062"/>
                </a:lnTo>
                <a:lnTo>
                  <a:pt x="2407299" y="581062"/>
                </a:lnTo>
                <a:lnTo>
                  <a:pt x="2407299" y="498070"/>
                </a:lnTo>
                <a:lnTo>
                  <a:pt x="2324277" y="498070"/>
                </a:lnTo>
                <a:close/>
                <a:moveTo>
                  <a:pt x="664084" y="581062"/>
                </a:moveTo>
                <a:lnTo>
                  <a:pt x="664084" y="664084"/>
                </a:lnTo>
                <a:lnTo>
                  <a:pt x="747105" y="664084"/>
                </a:lnTo>
                <a:lnTo>
                  <a:pt x="747105" y="581062"/>
                </a:lnTo>
                <a:lnTo>
                  <a:pt x="664084" y="581062"/>
                </a:lnTo>
                <a:close/>
                <a:moveTo>
                  <a:pt x="747105" y="581062"/>
                </a:moveTo>
                <a:lnTo>
                  <a:pt x="747105" y="664084"/>
                </a:lnTo>
                <a:lnTo>
                  <a:pt x="830097" y="664084"/>
                </a:lnTo>
                <a:lnTo>
                  <a:pt x="830097" y="581062"/>
                </a:lnTo>
                <a:lnTo>
                  <a:pt x="747105" y="581062"/>
                </a:lnTo>
                <a:close/>
                <a:moveTo>
                  <a:pt x="913119" y="581062"/>
                </a:moveTo>
                <a:lnTo>
                  <a:pt x="913119" y="664084"/>
                </a:lnTo>
                <a:lnTo>
                  <a:pt x="996110" y="664084"/>
                </a:lnTo>
                <a:lnTo>
                  <a:pt x="996110" y="581062"/>
                </a:lnTo>
                <a:lnTo>
                  <a:pt x="913119" y="581062"/>
                </a:lnTo>
                <a:close/>
                <a:moveTo>
                  <a:pt x="1245145" y="581062"/>
                </a:moveTo>
                <a:lnTo>
                  <a:pt x="1245145" y="664084"/>
                </a:lnTo>
                <a:lnTo>
                  <a:pt x="1328167" y="664084"/>
                </a:lnTo>
                <a:lnTo>
                  <a:pt x="1328167" y="581062"/>
                </a:lnTo>
                <a:lnTo>
                  <a:pt x="1245145" y="581062"/>
                </a:lnTo>
                <a:close/>
                <a:moveTo>
                  <a:pt x="1328167" y="581062"/>
                </a:moveTo>
                <a:lnTo>
                  <a:pt x="1328167" y="664084"/>
                </a:lnTo>
                <a:lnTo>
                  <a:pt x="1411189" y="664084"/>
                </a:lnTo>
                <a:lnTo>
                  <a:pt x="1411189" y="581062"/>
                </a:lnTo>
                <a:lnTo>
                  <a:pt x="1328167" y="581062"/>
                </a:lnTo>
                <a:close/>
                <a:moveTo>
                  <a:pt x="1411189" y="581062"/>
                </a:moveTo>
                <a:lnTo>
                  <a:pt x="1411189" y="664084"/>
                </a:lnTo>
                <a:lnTo>
                  <a:pt x="1494180" y="664084"/>
                </a:lnTo>
                <a:lnTo>
                  <a:pt x="1494180" y="581062"/>
                </a:lnTo>
                <a:lnTo>
                  <a:pt x="1411189" y="581062"/>
                </a:lnTo>
                <a:close/>
                <a:moveTo>
                  <a:pt x="1494180" y="581062"/>
                </a:moveTo>
                <a:lnTo>
                  <a:pt x="1494180" y="664084"/>
                </a:lnTo>
                <a:lnTo>
                  <a:pt x="1577202" y="664084"/>
                </a:lnTo>
                <a:lnTo>
                  <a:pt x="1577202" y="581062"/>
                </a:lnTo>
                <a:lnTo>
                  <a:pt x="1494180" y="581062"/>
                </a:lnTo>
                <a:close/>
                <a:moveTo>
                  <a:pt x="0" y="664084"/>
                </a:moveTo>
                <a:lnTo>
                  <a:pt x="0" y="747105"/>
                </a:lnTo>
                <a:lnTo>
                  <a:pt x="83022" y="747105"/>
                </a:lnTo>
                <a:lnTo>
                  <a:pt x="83022" y="664084"/>
                </a:lnTo>
                <a:lnTo>
                  <a:pt x="0" y="664084"/>
                </a:lnTo>
                <a:close/>
                <a:moveTo>
                  <a:pt x="83022" y="664084"/>
                </a:moveTo>
                <a:lnTo>
                  <a:pt x="83022" y="747105"/>
                </a:lnTo>
                <a:lnTo>
                  <a:pt x="166013" y="747105"/>
                </a:lnTo>
                <a:lnTo>
                  <a:pt x="166013" y="664084"/>
                </a:lnTo>
                <a:lnTo>
                  <a:pt x="83022" y="664084"/>
                </a:lnTo>
                <a:close/>
                <a:moveTo>
                  <a:pt x="166013" y="664084"/>
                </a:moveTo>
                <a:lnTo>
                  <a:pt x="166013" y="747105"/>
                </a:lnTo>
                <a:lnTo>
                  <a:pt x="249035" y="747105"/>
                </a:lnTo>
                <a:lnTo>
                  <a:pt x="249035" y="664084"/>
                </a:lnTo>
                <a:lnTo>
                  <a:pt x="166013" y="664084"/>
                </a:lnTo>
                <a:close/>
                <a:moveTo>
                  <a:pt x="332027" y="664084"/>
                </a:moveTo>
                <a:lnTo>
                  <a:pt x="332027" y="747105"/>
                </a:lnTo>
                <a:lnTo>
                  <a:pt x="415048" y="747105"/>
                </a:lnTo>
                <a:lnTo>
                  <a:pt x="415048" y="664084"/>
                </a:lnTo>
                <a:lnTo>
                  <a:pt x="332027" y="664084"/>
                </a:lnTo>
                <a:close/>
                <a:moveTo>
                  <a:pt x="498070" y="664084"/>
                </a:moveTo>
                <a:lnTo>
                  <a:pt x="498070" y="747105"/>
                </a:lnTo>
                <a:lnTo>
                  <a:pt x="581062" y="747105"/>
                </a:lnTo>
                <a:lnTo>
                  <a:pt x="581062" y="664084"/>
                </a:lnTo>
                <a:lnTo>
                  <a:pt x="498070" y="664084"/>
                </a:lnTo>
                <a:close/>
                <a:moveTo>
                  <a:pt x="664084" y="664084"/>
                </a:moveTo>
                <a:lnTo>
                  <a:pt x="664084" y="747105"/>
                </a:lnTo>
                <a:lnTo>
                  <a:pt x="747105" y="747105"/>
                </a:lnTo>
                <a:lnTo>
                  <a:pt x="747105" y="664084"/>
                </a:lnTo>
                <a:lnTo>
                  <a:pt x="664084" y="664084"/>
                </a:lnTo>
                <a:close/>
                <a:moveTo>
                  <a:pt x="996110" y="664084"/>
                </a:moveTo>
                <a:lnTo>
                  <a:pt x="996110" y="747105"/>
                </a:lnTo>
                <a:lnTo>
                  <a:pt x="1079132" y="747105"/>
                </a:lnTo>
                <a:lnTo>
                  <a:pt x="1079132" y="664084"/>
                </a:lnTo>
                <a:lnTo>
                  <a:pt x="996110" y="664084"/>
                </a:lnTo>
                <a:close/>
                <a:moveTo>
                  <a:pt x="1245145" y="664084"/>
                </a:moveTo>
                <a:lnTo>
                  <a:pt x="1245145" y="747105"/>
                </a:lnTo>
                <a:lnTo>
                  <a:pt x="1328167" y="747105"/>
                </a:lnTo>
                <a:lnTo>
                  <a:pt x="1328167" y="664084"/>
                </a:lnTo>
                <a:lnTo>
                  <a:pt x="1245145" y="664084"/>
                </a:lnTo>
                <a:close/>
                <a:moveTo>
                  <a:pt x="1494180" y="664084"/>
                </a:moveTo>
                <a:lnTo>
                  <a:pt x="1494180" y="747105"/>
                </a:lnTo>
                <a:lnTo>
                  <a:pt x="1577202" y="747105"/>
                </a:lnTo>
                <a:lnTo>
                  <a:pt x="1577202" y="664084"/>
                </a:lnTo>
                <a:lnTo>
                  <a:pt x="1494180" y="664084"/>
                </a:lnTo>
                <a:close/>
                <a:moveTo>
                  <a:pt x="1743216" y="664084"/>
                </a:moveTo>
                <a:lnTo>
                  <a:pt x="1743216" y="747105"/>
                </a:lnTo>
                <a:lnTo>
                  <a:pt x="1826237" y="747105"/>
                </a:lnTo>
                <a:lnTo>
                  <a:pt x="1826237" y="664084"/>
                </a:lnTo>
                <a:lnTo>
                  <a:pt x="1743216" y="664084"/>
                </a:lnTo>
                <a:close/>
                <a:moveTo>
                  <a:pt x="1826237" y="664084"/>
                </a:moveTo>
                <a:lnTo>
                  <a:pt x="1826237" y="747105"/>
                </a:lnTo>
                <a:lnTo>
                  <a:pt x="1909229" y="747105"/>
                </a:lnTo>
                <a:lnTo>
                  <a:pt x="1909229" y="664084"/>
                </a:lnTo>
                <a:lnTo>
                  <a:pt x="1826237" y="664084"/>
                </a:lnTo>
                <a:close/>
                <a:moveTo>
                  <a:pt x="1909229" y="664084"/>
                </a:moveTo>
                <a:lnTo>
                  <a:pt x="1909229" y="747105"/>
                </a:lnTo>
                <a:lnTo>
                  <a:pt x="1992251" y="747105"/>
                </a:lnTo>
                <a:lnTo>
                  <a:pt x="1992251" y="664084"/>
                </a:lnTo>
                <a:lnTo>
                  <a:pt x="1909229" y="664084"/>
                </a:lnTo>
                <a:close/>
                <a:moveTo>
                  <a:pt x="1992251" y="664084"/>
                </a:moveTo>
                <a:lnTo>
                  <a:pt x="1992251" y="747105"/>
                </a:lnTo>
                <a:lnTo>
                  <a:pt x="2075272" y="747105"/>
                </a:lnTo>
                <a:lnTo>
                  <a:pt x="2075272" y="664084"/>
                </a:lnTo>
                <a:lnTo>
                  <a:pt x="1992251" y="664084"/>
                </a:lnTo>
                <a:close/>
                <a:moveTo>
                  <a:pt x="2075272" y="664084"/>
                </a:moveTo>
                <a:lnTo>
                  <a:pt x="2075272" y="747105"/>
                </a:lnTo>
                <a:lnTo>
                  <a:pt x="2158264" y="747105"/>
                </a:lnTo>
                <a:lnTo>
                  <a:pt x="2158264" y="664084"/>
                </a:lnTo>
                <a:lnTo>
                  <a:pt x="2075272" y="664084"/>
                </a:lnTo>
                <a:close/>
                <a:moveTo>
                  <a:pt x="2324277" y="664084"/>
                </a:moveTo>
                <a:lnTo>
                  <a:pt x="2324277" y="747105"/>
                </a:lnTo>
                <a:lnTo>
                  <a:pt x="2407299" y="747105"/>
                </a:lnTo>
                <a:lnTo>
                  <a:pt x="2407299" y="664084"/>
                </a:lnTo>
                <a:lnTo>
                  <a:pt x="2324277" y="664084"/>
                </a:lnTo>
                <a:close/>
                <a:moveTo>
                  <a:pt x="83022" y="747105"/>
                </a:moveTo>
                <a:lnTo>
                  <a:pt x="83022" y="830097"/>
                </a:lnTo>
                <a:lnTo>
                  <a:pt x="166013" y="830097"/>
                </a:lnTo>
                <a:lnTo>
                  <a:pt x="166013" y="747105"/>
                </a:lnTo>
                <a:lnTo>
                  <a:pt x="83022" y="747105"/>
                </a:lnTo>
                <a:close/>
                <a:moveTo>
                  <a:pt x="249035" y="747105"/>
                </a:moveTo>
                <a:lnTo>
                  <a:pt x="249035" y="830097"/>
                </a:lnTo>
                <a:lnTo>
                  <a:pt x="332027" y="830097"/>
                </a:lnTo>
                <a:lnTo>
                  <a:pt x="332027" y="747105"/>
                </a:lnTo>
                <a:lnTo>
                  <a:pt x="249035" y="747105"/>
                </a:lnTo>
                <a:close/>
                <a:moveTo>
                  <a:pt x="415048" y="747105"/>
                </a:moveTo>
                <a:lnTo>
                  <a:pt x="415048" y="830097"/>
                </a:lnTo>
                <a:lnTo>
                  <a:pt x="498070" y="830097"/>
                </a:lnTo>
                <a:lnTo>
                  <a:pt x="498070" y="747105"/>
                </a:lnTo>
                <a:lnTo>
                  <a:pt x="415048" y="747105"/>
                </a:lnTo>
                <a:close/>
                <a:moveTo>
                  <a:pt x="664084" y="747105"/>
                </a:moveTo>
                <a:lnTo>
                  <a:pt x="664084" y="830097"/>
                </a:lnTo>
                <a:lnTo>
                  <a:pt x="747105" y="830097"/>
                </a:lnTo>
                <a:lnTo>
                  <a:pt x="747105" y="747105"/>
                </a:lnTo>
                <a:lnTo>
                  <a:pt x="664084" y="747105"/>
                </a:lnTo>
                <a:close/>
                <a:moveTo>
                  <a:pt x="747105" y="747105"/>
                </a:moveTo>
                <a:lnTo>
                  <a:pt x="747105" y="830097"/>
                </a:lnTo>
                <a:lnTo>
                  <a:pt x="830097" y="830097"/>
                </a:lnTo>
                <a:lnTo>
                  <a:pt x="830097" y="747105"/>
                </a:lnTo>
                <a:lnTo>
                  <a:pt x="747105" y="747105"/>
                </a:lnTo>
                <a:close/>
                <a:moveTo>
                  <a:pt x="913119" y="747105"/>
                </a:moveTo>
                <a:lnTo>
                  <a:pt x="913119" y="830097"/>
                </a:lnTo>
                <a:lnTo>
                  <a:pt x="996110" y="830097"/>
                </a:lnTo>
                <a:lnTo>
                  <a:pt x="996110" y="747105"/>
                </a:lnTo>
                <a:lnTo>
                  <a:pt x="913119" y="747105"/>
                </a:lnTo>
                <a:close/>
                <a:moveTo>
                  <a:pt x="1494180" y="747105"/>
                </a:moveTo>
                <a:lnTo>
                  <a:pt x="1494180" y="830097"/>
                </a:lnTo>
                <a:lnTo>
                  <a:pt x="1577202" y="830097"/>
                </a:lnTo>
                <a:lnTo>
                  <a:pt x="1577202" y="747105"/>
                </a:lnTo>
                <a:lnTo>
                  <a:pt x="1494180" y="747105"/>
                </a:lnTo>
                <a:close/>
                <a:moveTo>
                  <a:pt x="1577202" y="747105"/>
                </a:moveTo>
                <a:lnTo>
                  <a:pt x="1577202" y="830097"/>
                </a:lnTo>
                <a:lnTo>
                  <a:pt x="1660194" y="830097"/>
                </a:lnTo>
                <a:lnTo>
                  <a:pt x="1660194" y="747105"/>
                </a:lnTo>
                <a:lnTo>
                  <a:pt x="1577202" y="747105"/>
                </a:lnTo>
                <a:close/>
                <a:moveTo>
                  <a:pt x="1743216" y="747105"/>
                </a:moveTo>
                <a:lnTo>
                  <a:pt x="1743216" y="830097"/>
                </a:lnTo>
                <a:lnTo>
                  <a:pt x="1826237" y="830097"/>
                </a:lnTo>
                <a:lnTo>
                  <a:pt x="1826237" y="747105"/>
                </a:lnTo>
                <a:lnTo>
                  <a:pt x="1743216" y="747105"/>
                </a:lnTo>
                <a:close/>
                <a:moveTo>
                  <a:pt x="1826237" y="747105"/>
                </a:moveTo>
                <a:lnTo>
                  <a:pt x="1826237" y="830097"/>
                </a:lnTo>
                <a:lnTo>
                  <a:pt x="1909229" y="830097"/>
                </a:lnTo>
                <a:lnTo>
                  <a:pt x="1909229" y="747105"/>
                </a:lnTo>
                <a:lnTo>
                  <a:pt x="1826237" y="747105"/>
                </a:lnTo>
                <a:close/>
                <a:moveTo>
                  <a:pt x="1909229" y="747105"/>
                </a:moveTo>
                <a:lnTo>
                  <a:pt x="1909229" y="830097"/>
                </a:lnTo>
                <a:lnTo>
                  <a:pt x="1992251" y="830097"/>
                </a:lnTo>
                <a:lnTo>
                  <a:pt x="1992251" y="747105"/>
                </a:lnTo>
                <a:lnTo>
                  <a:pt x="1909229" y="747105"/>
                </a:lnTo>
                <a:close/>
                <a:moveTo>
                  <a:pt x="2158264" y="747105"/>
                </a:moveTo>
                <a:lnTo>
                  <a:pt x="2158264" y="830097"/>
                </a:lnTo>
                <a:lnTo>
                  <a:pt x="2241286" y="830097"/>
                </a:lnTo>
                <a:lnTo>
                  <a:pt x="2241286" y="747105"/>
                </a:lnTo>
                <a:lnTo>
                  <a:pt x="2158264" y="747105"/>
                </a:lnTo>
                <a:close/>
                <a:moveTo>
                  <a:pt x="2241286" y="747105"/>
                </a:moveTo>
                <a:lnTo>
                  <a:pt x="2241286" y="830097"/>
                </a:lnTo>
                <a:lnTo>
                  <a:pt x="2324277" y="830097"/>
                </a:lnTo>
                <a:lnTo>
                  <a:pt x="2324277" y="747105"/>
                </a:lnTo>
                <a:lnTo>
                  <a:pt x="2241286" y="747105"/>
                </a:lnTo>
                <a:close/>
                <a:moveTo>
                  <a:pt x="83022" y="830097"/>
                </a:moveTo>
                <a:lnTo>
                  <a:pt x="83022" y="913119"/>
                </a:lnTo>
                <a:lnTo>
                  <a:pt x="166013" y="913119"/>
                </a:lnTo>
                <a:lnTo>
                  <a:pt x="166013" y="830097"/>
                </a:lnTo>
                <a:lnTo>
                  <a:pt x="83022" y="830097"/>
                </a:lnTo>
                <a:close/>
                <a:moveTo>
                  <a:pt x="166013" y="830097"/>
                </a:moveTo>
                <a:lnTo>
                  <a:pt x="166013" y="913119"/>
                </a:lnTo>
                <a:lnTo>
                  <a:pt x="249035" y="913119"/>
                </a:lnTo>
                <a:lnTo>
                  <a:pt x="249035" y="830097"/>
                </a:lnTo>
                <a:lnTo>
                  <a:pt x="166013" y="830097"/>
                </a:lnTo>
                <a:close/>
                <a:moveTo>
                  <a:pt x="249035" y="830097"/>
                </a:moveTo>
                <a:lnTo>
                  <a:pt x="249035" y="913119"/>
                </a:lnTo>
                <a:lnTo>
                  <a:pt x="332027" y="913119"/>
                </a:lnTo>
                <a:lnTo>
                  <a:pt x="332027" y="830097"/>
                </a:lnTo>
                <a:lnTo>
                  <a:pt x="249035" y="830097"/>
                </a:lnTo>
                <a:close/>
                <a:moveTo>
                  <a:pt x="332027" y="830097"/>
                </a:moveTo>
                <a:lnTo>
                  <a:pt x="332027" y="913119"/>
                </a:lnTo>
                <a:lnTo>
                  <a:pt x="415048" y="913119"/>
                </a:lnTo>
                <a:lnTo>
                  <a:pt x="415048" y="830097"/>
                </a:lnTo>
                <a:lnTo>
                  <a:pt x="332027" y="830097"/>
                </a:lnTo>
                <a:close/>
                <a:moveTo>
                  <a:pt x="498070" y="830097"/>
                </a:moveTo>
                <a:lnTo>
                  <a:pt x="498070" y="913119"/>
                </a:lnTo>
                <a:lnTo>
                  <a:pt x="581062" y="913119"/>
                </a:lnTo>
                <a:lnTo>
                  <a:pt x="581062" y="830097"/>
                </a:lnTo>
                <a:lnTo>
                  <a:pt x="498070" y="830097"/>
                </a:lnTo>
                <a:close/>
                <a:moveTo>
                  <a:pt x="747105" y="830097"/>
                </a:moveTo>
                <a:lnTo>
                  <a:pt x="747105" y="913119"/>
                </a:lnTo>
                <a:lnTo>
                  <a:pt x="830097" y="913119"/>
                </a:lnTo>
                <a:lnTo>
                  <a:pt x="830097" y="830097"/>
                </a:lnTo>
                <a:lnTo>
                  <a:pt x="747105" y="830097"/>
                </a:lnTo>
                <a:close/>
                <a:moveTo>
                  <a:pt x="830097" y="830097"/>
                </a:moveTo>
                <a:lnTo>
                  <a:pt x="830097" y="913119"/>
                </a:lnTo>
                <a:lnTo>
                  <a:pt x="913119" y="913119"/>
                </a:lnTo>
                <a:lnTo>
                  <a:pt x="913119" y="830097"/>
                </a:lnTo>
                <a:lnTo>
                  <a:pt x="830097" y="830097"/>
                </a:lnTo>
                <a:close/>
                <a:moveTo>
                  <a:pt x="996110" y="830097"/>
                </a:moveTo>
                <a:lnTo>
                  <a:pt x="996110" y="913119"/>
                </a:lnTo>
                <a:lnTo>
                  <a:pt x="1079132" y="913119"/>
                </a:lnTo>
                <a:lnTo>
                  <a:pt x="1079132" y="830097"/>
                </a:lnTo>
                <a:lnTo>
                  <a:pt x="996110" y="830097"/>
                </a:lnTo>
                <a:close/>
                <a:moveTo>
                  <a:pt x="1162154" y="830097"/>
                </a:moveTo>
                <a:lnTo>
                  <a:pt x="1162154" y="913119"/>
                </a:lnTo>
                <a:lnTo>
                  <a:pt x="1245145" y="913119"/>
                </a:lnTo>
                <a:lnTo>
                  <a:pt x="1245145" y="830097"/>
                </a:lnTo>
                <a:lnTo>
                  <a:pt x="1162154" y="830097"/>
                </a:lnTo>
                <a:close/>
                <a:moveTo>
                  <a:pt x="1245145" y="830097"/>
                </a:moveTo>
                <a:lnTo>
                  <a:pt x="1245145" y="913119"/>
                </a:lnTo>
                <a:lnTo>
                  <a:pt x="1328167" y="913119"/>
                </a:lnTo>
                <a:lnTo>
                  <a:pt x="1328167" y="830097"/>
                </a:lnTo>
                <a:lnTo>
                  <a:pt x="1245145" y="830097"/>
                </a:lnTo>
                <a:close/>
                <a:moveTo>
                  <a:pt x="1494180" y="830097"/>
                </a:moveTo>
                <a:lnTo>
                  <a:pt x="1494180" y="913119"/>
                </a:lnTo>
                <a:lnTo>
                  <a:pt x="1577202" y="913119"/>
                </a:lnTo>
                <a:lnTo>
                  <a:pt x="1577202" y="830097"/>
                </a:lnTo>
                <a:lnTo>
                  <a:pt x="1494180" y="830097"/>
                </a:lnTo>
                <a:close/>
                <a:moveTo>
                  <a:pt x="1577202" y="830097"/>
                </a:moveTo>
                <a:lnTo>
                  <a:pt x="1577202" y="913119"/>
                </a:lnTo>
                <a:lnTo>
                  <a:pt x="1660194" y="913119"/>
                </a:lnTo>
                <a:lnTo>
                  <a:pt x="1660194" y="830097"/>
                </a:lnTo>
                <a:lnTo>
                  <a:pt x="1577202" y="830097"/>
                </a:lnTo>
                <a:close/>
                <a:moveTo>
                  <a:pt x="1743216" y="830097"/>
                </a:moveTo>
                <a:lnTo>
                  <a:pt x="1743216" y="913119"/>
                </a:lnTo>
                <a:lnTo>
                  <a:pt x="1826237" y="913119"/>
                </a:lnTo>
                <a:lnTo>
                  <a:pt x="1826237" y="830097"/>
                </a:lnTo>
                <a:lnTo>
                  <a:pt x="1743216" y="830097"/>
                </a:lnTo>
                <a:close/>
                <a:moveTo>
                  <a:pt x="1826237" y="830097"/>
                </a:moveTo>
                <a:lnTo>
                  <a:pt x="1826237" y="913119"/>
                </a:lnTo>
                <a:lnTo>
                  <a:pt x="1909229" y="913119"/>
                </a:lnTo>
                <a:lnTo>
                  <a:pt x="1909229" y="830097"/>
                </a:lnTo>
                <a:lnTo>
                  <a:pt x="1826237" y="830097"/>
                </a:lnTo>
                <a:close/>
                <a:moveTo>
                  <a:pt x="1992251" y="830097"/>
                </a:moveTo>
                <a:lnTo>
                  <a:pt x="1992251" y="913119"/>
                </a:lnTo>
                <a:lnTo>
                  <a:pt x="2075272" y="913119"/>
                </a:lnTo>
                <a:lnTo>
                  <a:pt x="2075272" y="830097"/>
                </a:lnTo>
                <a:lnTo>
                  <a:pt x="1992251" y="830097"/>
                </a:lnTo>
                <a:close/>
                <a:moveTo>
                  <a:pt x="2075272" y="830097"/>
                </a:moveTo>
                <a:lnTo>
                  <a:pt x="2075272" y="913119"/>
                </a:lnTo>
                <a:lnTo>
                  <a:pt x="2158264" y="913119"/>
                </a:lnTo>
                <a:lnTo>
                  <a:pt x="2158264" y="830097"/>
                </a:lnTo>
                <a:lnTo>
                  <a:pt x="2075272" y="830097"/>
                </a:lnTo>
                <a:close/>
                <a:moveTo>
                  <a:pt x="2158264" y="830097"/>
                </a:moveTo>
                <a:lnTo>
                  <a:pt x="2158264" y="913119"/>
                </a:lnTo>
                <a:lnTo>
                  <a:pt x="2241286" y="913119"/>
                </a:lnTo>
                <a:lnTo>
                  <a:pt x="2241286" y="830097"/>
                </a:lnTo>
                <a:lnTo>
                  <a:pt x="2158264" y="830097"/>
                </a:lnTo>
                <a:close/>
                <a:moveTo>
                  <a:pt x="2241286" y="830097"/>
                </a:moveTo>
                <a:lnTo>
                  <a:pt x="2241286" y="913119"/>
                </a:lnTo>
                <a:lnTo>
                  <a:pt x="2324277" y="913119"/>
                </a:lnTo>
                <a:lnTo>
                  <a:pt x="2324277" y="830097"/>
                </a:lnTo>
                <a:lnTo>
                  <a:pt x="2241286" y="830097"/>
                </a:lnTo>
                <a:close/>
                <a:moveTo>
                  <a:pt x="249035" y="913119"/>
                </a:moveTo>
                <a:lnTo>
                  <a:pt x="249035" y="996110"/>
                </a:lnTo>
                <a:lnTo>
                  <a:pt x="332027" y="996110"/>
                </a:lnTo>
                <a:lnTo>
                  <a:pt x="332027" y="913119"/>
                </a:lnTo>
                <a:lnTo>
                  <a:pt x="249035" y="913119"/>
                </a:lnTo>
                <a:close/>
                <a:moveTo>
                  <a:pt x="415048" y="913119"/>
                </a:moveTo>
                <a:lnTo>
                  <a:pt x="415048" y="996110"/>
                </a:lnTo>
                <a:lnTo>
                  <a:pt x="498070" y="996110"/>
                </a:lnTo>
                <a:lnTo>
                  <a:pt x="498070" y="913119"/>
                </a:lnTo>
                <a:lnTo>
                  <a:pt x="415048" y="913119"/>
                </a:lnTo>
                <a:close/>
                <a:moveTo>
                  <a:pt x="830097" y="913119"/>
                </a:moveTo>
                <a:lnTo>
                  <a:pt x="830097" y="996110"/>
                </a:lnTo>
                <a:lnTo>
                  <a:pt x="913119" y="996110"/>
                </a:lnTo>
                <a:lnTo>
                  <a:pt x="913119" y="913119"/>
                </a:lnTo>
                <a:lnTo>
                  <a:pt x="830097" y="913119"/>
                </a:lnTo>
                <a:close/>
                <a:moveTo>
                  <a:pt x="913119" y="913119"/>
                </a:moveTo>
                <a:lnTo>
                  <a:pt x="913119" y="996110"/>
                </a:lnTo>
                <a:lnTo>
                  <a:pt x="996110" y="996110"/>
                </a:lnTo>
                <a:lnTo>
                  <a:pt x="996110" y="913119"/>
                </a:lnTo>
                <a:lnTo>
                  <a:pt x="913119" y="913119"/>
                </a:lnTo>
                <a:close/>
                <a:moveTo>
                  <a:pt x="1079132" y="913119"/>
                </a:moveTo>
                <a:lnTo>
                  <a:pt x="1079132" y="996110"/>
                </a:lnTo>
                <a:lnTo>
                  <a:pt x="1162154" y="996110"/>
                </a:lnTo>
                <a:lnTo>
                  <a:pt x="1162154" y="913119"/>
                </a:lnTo>
                <a:lnTo>
                  <a:pt x="1079132" y="913119"/>
                </a:lnTo>
                <a:close/>
                <a:moveTo>
                  <a:pt x="1162154" y="913119"/>
                </a:moveTo>
                <a:lnTo>
                  <a:pt x="1162154" y="996110"/>
                </a:lnTo>
                <a:lnTo>
                  <a:pt x="1245145" y="996110"/>
                </a:lnTo>
                <a:lnTo>
                  <a:pt x="1245145" y="913119"/>
                </a:lnTo>
                <a:lnTo>
                  <a:pt x="1162154" y="913119"/>
                </a:lnTo>
                <a:close/>
                <a:moveTo>
                  <a:pt x="1494180" y="913119"/>
                </a:moveTo>
                <a:lnTo>
                  <a:pt x="1494180" y="996110"/>
                </a:lnTo>
                <a:lnTo>
                  <a:pt x="1577202" y="996110"/>
                </a:lnTo>
                <a:lnTo>
                  <a:pt x="1577202" y="913119"/>
                </a:lnTo>
                <a:lnTo>
                  <a:pt x="1494180" y="913119"/>
                </a:lnTo>
                <a:close/>
                <a:moveTo>
                  <a:pt x="1743216" y="913119"/>
                </a:moveTo>
                <a:lnTo>
                  <a:pt x="1743216" y="996110"/>
                </a:lnTo>
                <a:lnTo>
                  <a:pt x="1826237" y="996110"/>
                </a:lnTo>
                <a:lnTo>
                  <a:pt x="1826237" y="913119"/>
                </a:lnTo>
                <a:lnTo>
                  <a:pt x="1743216" y="913119"/>
                </a:lnTo>
                <a:close/>
                <a:moveTo>
                  <a:pt x="1826237" y="913119"/>
                </a:moveTo>
                <a:lnTo>
                  <a:pt x="1826237" y="996110"/>
                </a:lnTo>
                <a:lnTo>
                  <a:pt x="1909229" y="996110"/>
                </a:lnTo>
                <a:lnTo>
                  <a:pt x="1909229" y="913119"/>
                </a:lnTo>
                <a:lnTo>
                  <a:pt x="1826237" y="913119"/>
                </a:lnTo>
                <a:close/>
                <a:moveTo>
                  <a:pt x="1909229" y="913119"/>
                </a:moveTo>
                <a:lnTo>
                  <a:pt x="1909229" y="996110"/>
                </a:lnTo>
                <a:lnTo>
                  <a:pt x="1992251" y="996110"/>
                </a:lnTo>
                <a:lnTo>
                  <a:pt x="1992251" y="913119"/>
                </a:lnTo>
                <a:lnTo>
                  <a:pt x="1909229" y="913119"/>
                </a:lnTo>
                <a:close/>
                <a:moveTo>
                  <a:pt x="1992251" y="913119"/>
                </a:moveTo>
                <a:lnTo>
                  <a:pt x="1992251" y="996110"/>
                </a:lnTo>
                <a:lnTo>
                  <a:pt x="2075272" y="996110"/>
                </a:lnTo>
                <a:lnTo>
                  <a:pt x="2075272" y="913119"/>
                </a:lnTo>
                <a:lnTo>
                  <a:pt x="1992251" y="913119"/>
                </a:lnTo>
                <a:close/>
                <a:moveTo>
                  <a:pt x="2075272" y="913119"/>
                </a:moveTo>
                <a:lnTo>
                  <a:pt x="2075272" y="996110"/>
                </a:lnTo>
                <a:lnTo>
                  <a:pt x="2158264" y="996110"/>
                </a:lnTo>
                <a:lnTo>
                  <a:pt x="2158264" y="913119"/>
                </a:lnTo>
                <a:lnTo>
                  <a:pt x="2075272" y="913119"/>
                </a:lnTo>
                <a:close/>
                <a:moveTo>
                  <a:pt x="2241286" y="913119"/>
                </a:moveTo>
                <a:lnTo>
                  <a:pt x="2241286" y="996110"/>
                </a:lnTo>
                <a:lnTo>
                  <a:pt x="2324277" y="996110"/>
                </a:lnTo>
                <a:lnTo>
                  <a:pt x="2324277" y="913119"/>
                </a:lnTo>
                <a:lnTo>
                  <a:pt x="2241286" y="913119"/>
                </a:lnTo>
                <a:close/>
                <a:moveTo>
                  <a:pt x="0" y="996110"/>
                </a:moveTo>
                <a:lnTo>
                  <a:pt x="0" y="1079132"/>
                </a:lnTo>
                <a:lnTo>
                  <a:pt x="83022" y="1079132"/>
                </a:lnTo>
                <a:lnTo>
                  <a:pt x="83022" y="996110"/>
                </a:lnTo>
                <a:lnTo>
                  <a:pt x="0" y="996110"/>
                </a:lnTo>
                <a:close/>
                <a:moveTo>
                  <a:pt x="83022" y="996110"/>
                </a:moveTo>
                <a:lnTo>
                  <a:pt x="83022" y="1079132"/>
                </a:lnTo>
                <a:lnTo>
                  <a:pt x="166013" y="1079132"/>
                </a:lnTo>
                <a:lnTo>
                  <a:pt x="166013" y="996110"/>
                </a:lnTo>
                <a:lnTo>
                  <a:pt x="83022" y="996110"/>
                </a:lnTo>
                <a:close/>
                <a:moveTo>
                  <a:pt x="166013" y="996110"/>
                </a:moveTo>
                <a:lnTo>
                  <a:pt x="166013" y="1079132"/>
                </a:lnTo>
                <a:lnTo>
                  <a:pt x="249035" y="1079132"/>
                </a:lnTo>
                <a:lnTo>
                  <a:pt x="249035" y="996110"/>
                </a:lnTo>
                <a:lnTo>
                  <a:pt x="166013" y="996110"/>
                </a:lnTo>
                <a:close/>
                <a:moveTo>
                  <a:pt x="249035" y="996110"/>
                </a:moveTo>
                <a:lnTo>
                  <a:pt x="249035" y="1079132"/>
                </a:lnTo>
                <a:lnTo>
                  <a:pt x="332027" y="1079132"/>
                </a:lnTo>
                <a:lnTo>
                  <a:pt x="332027" y="996110"/>
                </a:lnTo>
                <a:lnTo>
                  <a:pt x="249035" y="996110"/>
                </a:lnTo>
                <a:close/>
                <a:moveTo>
                  <a:pt x="415048" y="996110"/>
                </a:moveTo>
                <a:lnTo>
                  <a:pt x="415048" y="1079132"/>
                </a:lnTo>
                <a:lnTo>
                  <a:pt x="498070" y="1079132"/>
                </a:lnTo>
                <a:lnTo>
                  <a:pt x="498070" y="996110"/>
                </a:lnTo>
                <a:lnTo>
                  <a:pt x="415048" y="996110"/>
                </a:lnTo>
                <a:close/>
                <a:moveTo>
                  <a:pt x="498070" y="996110"/>
                </a:moveTo>
                <a:lnTo>
                  <a:pt x="498070" y="1079132"/>
                </a:lnTo>
                <a:lnTo>
                  <a:pt x="581062" y="1079132"/>
                </a:lnTo>
                <a:lnTo>
                  <a:pt x="581062" y="996110"/>
                </a:lnTo>
                <a:lnTo>
                  <a:pt x="498070" y="996110"/>
                </a:lnTo>
                <a:close/>
                <a:moveTo>
                  <a:pt x="581062" y="996110"/>
                </a:moveTo>
                <a:lnTo>
                  <a:pt x="581062" y="1079132"/>
                </a:lnTo>
                <a:lnTo>
                  <a:pt x="664084" y="1079132"/>
                </a:lnTo>
                <a:lnTo>
                  <a:pt x="664084" y="996110"/>
                </a:lnTo>
                <a:lnTo>
                  <a:pt x="581062" y="996110"/>
                </a:lnTo>
                <a:close/>
                <a:moveTo>
                  <a:pt x="664084" y="996110"/>
                </a:moveTo>
                <a:lnTo>
                  <a:pt x="664084" y="1079132"/>
                </a:lnTo>
                <a:lnTo>
                  <a:pt x="747105" y="1079132"/>
                </a:lnTo>
                <a:lnTo>
                  <a:pt x="747105" y="996110"/>
                </a:lnTo>
                <a:lnTo>
                  <a:pt x="664084" y="996110"/>
                </a:lnTo>
                <a:close/>
                <a:moveTo>
                  <a:pt x="913119" y="996110"/>
                </a:moveTo>
                <a:lnTo>
                  <a:pt x="913119" y="1079132"/>
                </a:lnTo>
                <a:lnTo>
                  <a:pt x="996110" y="1079132"/>
                </a:lnTo>
                <a:lnTo>
                  <a:pt x="996110" y="996110"/>
                </a:lnTo>
                <a:lnTo>
                  <a:pt x="913119" y="996110"/>
                </a:lnTo>
                <a:close/>
                <a:moveTo>
                  <a:pt x="1328167" y="996110"/>
                </a:moveTo>
                <a:lnTo>
                  <a:pt x="1328167" y="1079132"/>
                </a:lnTo>
                <a:lnTo>
                  <a:pt x="1411189" y="1079132"/>
                </a:lnTo>
                <a:lnTo>
                  <a:pt x="1411189" y="996110"/>
                </a:lnTo>
                <a:lnTo>
                  <a:pt x="1328167" y="996110"/>
                </a:lnTo>
                <a:close/>
                <a:moveTo>
                  <a:pt x="1577202" y="996110"/>
                </a:moveTo>
                <a:lnTo>
                  <a:pt x="1577202" y="1079132"/>
                </a:lnTo>
                <a:lnTo>
                  <a:pt x="1660194" y="1079132"/>
                </a:lnTo>
                <a:lnTo>
                  <a:pt x="1660194" y="996110"/>
                </a:lnTo>
                <a:lnTo>
                  <a:pt x="1577202" y="996110"/>
                </a:lnTo>
                <a:close/>
                <a:moveTo>
                  <a:pt x="1826237" y="996110"/>
                </a:moveTo>
                <a:lnTo>
                  <a:pt x="1826237" y="1079132"/>
                </a:lnTo>
                <a:lnTo>
                  <a:pt x="1909229" y="1079132"/>
                </a:lnTo>
                <a:lnTo>
                  <a:pt x="1909229" y="996110"/>
                </a:lnTo>
                <a:lnTo>
                  <a:pt x="1826237" y="996110"/>
                </a:lnTo>
                <a:close/>
                <a:moveTo>
                  <a:pt x="2158264" y="996110"/>
                </a:moveTo>
                <a:lnTo>
                  <a:pt x="2158264" y="1079132"/>
                </a:lnTo>
                <a:lnTo>
                  <a:pt x="2241286" y="1079132"/>
                </a:lnTo>
                <a:lnTo>
                  <a:pt x="2241286" y="996110"/>
                </a:lnTo>
                <a:lnTo>
                  <a:pt x="2158264" y="996110"/>
                </a:lnTo>
                <a:close/>
                <a:moveTo>
                  <a:pt x="2241286" y="996110"/>
                </a:moveTo>
                <a:lnTo>
                  <a:pt x="2241286" y="1079132"/>
                </a:lnTo>
                <a:lnTo>
                  <a:pt x="2324277" y="1079132"/>
                </a:lnTo>
                <a:lnTo>
                  <a:pt x="2324277" y="996110"/>
                </a:lnTo>
                <a:lnTo>
                  <a:pt x="2241286" y="996110"/>
                </a:lnTo>
                <a:close/>
                <a:moveTo>
                  <a:pt x="2324277" y="996110"/>
                </a:moveTo>
                <a:lnTo>
                  <a:pt x="2324277" y="1079132"/>
                </a:lnTo>
                <a:lnTo>
                  <a:pt x="2407299" y="1079132"/>
                </a:lnTo>
                <a:lnTo>
                  <a:pt x="2407299" y="996110"/>
                </a:lnTo>
                <a:lnTo>
                  <a:pt x="2324277" y="996110"/>
                </a:lnTo>
                <a:close/>
                <a:moveTo>
                  <a:pt x="581062" y="1079132"/>
                </a:moveTo>
                <a:lnTo>
                  <a:pt x="581062" y="1162154"/>
                </a:lnTo>
                <a:lnTo>
                  <a:pt x="664084" y="1162154"/>
                </a:lnTo>
                <a:lnTo>
                  <a:pt x="664084" y="1079132"/>
                </a:lnTo>
                <a:lnTo>
                  <a:pt x="581062" y="1079132"/>
                </a:lnTo>
                <a:close/>
                <a:moveTo>
                  <a:pt x="664084" y="1079132"/>
                </a:moveTo>
                <a:lnTo>
                  <a:pt x="664084" y="1162154"/>
                </a:lnTo>
                <a:lnTo>
                  <a:pt x="747105" y="1162154"/>
                </a:lnTo>
                <a:lnTo>
                  <a:pt x="747105" y="1079132"/>
                </a:lnTo>
                <a:lnTo>
                  <a:pt x="664084" y="1079132"/>
                </a:lnTo>
                <a:close/>
                <a:moveTo>
                  <a:pt x="747105" y="1079132"/>
                </a:moveTo>
                <a:lnTo>
                  <a:pt x="747105" y="1162154"/>
                </a:lnTo>
                <a:lnTo>
                  <a:pt x="830097" y="1162154"/>
                </a:lnTo>
                <a:lnTo>
                  <a:pt x="830097" y="1079132"/>
                </a:lnTo>
                <a:lnTo>
                  <a:pt x="747105" y="1079132"/>
                </a:lnTo>
                <a:close/>
                <a:moveTo>
                  <a:pt x="830097" y="1079132"/>
                </a:moveTo>
                <a:lnTo>
                  <a:pt x="830097" y="1162154"/>
                </a:lnTo>
                <a:lnTo>
                  <a:pt x="913119" y="1162154"/>
                </a:lnTo>
                <a:lnTo>
                  <a:pt x="913119" y="1079132"/>
                </a:lnTo>
                <a:lnTo>
                  <a:pt x="830097" y="1079132"/>
                </a:lnTo>
                <a:close/>
                <a:moveTo>
                  <a:pt x="913119" y="1079132"/>
                </a:moveTo>
                <a:lnTo>
                  <a:pt x="913119" y="1162154"/>
                </a:lnTo>
                <a:lnTo>
                  <a:pt x="996110" y="1162154"/>
                </a:lnTo>
                <a:lnTo>
                  <a:pt x="996110" y="1079132"/>
                </a:lnTo>
                <a:lnTo>
                  <a:pt x="913119" y="1079132"/>
                </a:lnTo>
                <a:close/>
                <a:moveTo>
                  <a:pt x="996110" y="1079132"/>
                </a:moveTo>
                <a:lnTo>
                  <a:pt x="996110" y="1162154"/>
                </a:lnTo>
                <a:lnTo>
                  <a:pt x="1079132" y="1162154"/>
                </a:lnTo>
                <a:lnTo>
                  <a:pt x="1079132" y="1079132"/>
                </a:lnTo>
                <a:lnTo>
                  <a:pt x="996110" y="1079132"/>
                </a:lnTo>
                <a:close/>
                <a:moveTo>
                  <a:pt x="1079132" y="1079132"/>
                </a:moveTo>
                <a:lnTo>
                  <a:pt x="1079132" y="1162154"/>
                </a:lnTo>
                <a:lnTo>
                  <a:pt x="1162154" y="1162154"/>
                </a:lnTo>
                <a:lnTo>
                  <a:pt x="1162154" y="1079132"/>
                </a:lnTo>
                <a:lnTo>
                  <a:pt x="1079132" y="1079132"/>
                </a:lnTo>
                <a:close/>
                <a:moveTo>
                  <a:pt x="1162154" y="1079132"/>
                </a:moveTo>
                <a:lnTo>
                  <a:pt x="1162154" y="1162154"/>
                </a:lnTo>
                <a:lnTo>
                  <a:pt x="1245145" y="1162154"/>
                </a:lnTo>
                <a:lnTo>
                  <a:pt x="1245145" y="1079132"/>
                </a:lnTo>
                <a:lnTo>
                  <a:pt x="1162154" y="1079132"/>
                </a:lnTo>
                <a:close/>
                <a:moveTo>
                  <a:pt x="1411189" y="1079132"/>
                </a:moveTo>
                <a:lnTo>
                  <a:pt x="1411189" y="1162154"/>
                </a:lnTo>
                <a:lnTo>
                  <a:pt x="1494180" y="1162154"/>
                </a:lnTo>
                <a:lnTo>
                  <a:pt x="1494180" y="1079132"/>
                </a:lnTo>
                <a:lnTo>
                  <a:pt x="1411189" y="1079132"/>
                </a:lnTo>
                <a:close/>
                <a:moveTo>
                  <a:pt x="1660194" y="1079132"/>
                </a:moveTo>
                <a:lnTo>
                  <a:pt x="1660194" y="1162154"/>
                </a:lnTo>
                <a:lnTo>
                  <a:pt x="1743216" y="1162154"/>
                </a:lnTo>
                <a:lnTo>
                  <a:pt x="1743216" y="1079132"/>
                </a:lnTo>
                <a:lnTo>
                  <a:pt x="1660194" y="1079132"/>
                </a:lnTo>
                <a:close/>
                <a:moveTo>
                  <a:pt x="1992251" y="1079132"/>
                </a:moveTo>
                <a:lnTo>
                  <a:pt x="1992251" y="1162154"/>
                </a:lnTo>
                <a:lnTo>
                  <a:pt x="2075272" y="1162154"/>
                </a:lnTo>
                <a:lnTo>
                  <a:pt x="2075272" y="1079132"/>
                </a:lnTo>
                <a:lnTo>
                  <a:pt x="1992251" y="1079132"/>
                </a:lnTo>
                <a:close/>
                <a:moveTo>
                  <a:pt x="2158264" y="1079132"/>
                </a:moveTo>
                <a:lnTo>
                  <a:pt x="2158264" y="1162154"/>
                </a:lnTo>
                <a:lnTo>
                  <a:pt x="2241286" y="1162154"/>
                </a:lnTo>
                <a:lnTo>
                  <a:pt x="2241286" y="1079132"/>
                </a:lnTo>
                <a:lnTo>
                  <a:pt x="2158264" y="1079132"/>
                </a:lnTo>
                <a:close/>
                <a:moveTo>
                  <a:pt x="2241286" y="1079132"/>
                </a:moveTo>
                <a:lnTo>
                  <a:pt x="2241286" y="1162154"/>
                </a:lnTo>
                <a:lnTo>
                  <a:pt x="2324277" y="1162154"/>
                </a:lnTo>
                <a:lnTo>
                  <a:pt x="2324277" y="1079132"/>
                </a:lnTo>
                <a:lnTo>
                  <a:pt x="2241286" y="1079132"/>
                </a:lnTo>
                <a:close/>
                <a:moveTo>
                  <a:pt x="2324277" y="1079132"/>
                </a:moveTo>
                <a:lnTo>
                  <a:pt x="2324277" y="1162154"/>
                </a:lnTo>
                <a:lnTo>
                  <a:pt x="2407299" y="1162154"/>
                </a:lnTo>
                <a:lnTo>
                  <a:pt x="2407299" y="1079132"/>
                </a:lnTo>
                <a:lnTo>
                  <a:pt x="2324277" y="1079132"/>
                </a:lnTo>
                <a:close/>
                <a:moveTo>
                  <a:pt x="332027" y="1162154"/>
                </a:moveTo>
                <a:lnTo>
                  <a:pt x="332027" y="1245145"/>
                </a:lnTo>
                <a:lnTo>
                  <a:pt x="415048" y="1245145"/>
                </a:lnTo>
                <a:lnTo>
                  <a:pt x="415048" y="1162154"/>
                </a:lnTo>
                <a:lnTo>
                  <a:pt x="332027" y="1162154"/>
                </a:lnTo>
                <a:close/>
                <a:moveTo>
                  <a:pt x="498070" y="1162154"/>
                </a:moveTo>
                <a:lnTo>
                  <a:pt x="498070" y="1245145"/>
                </a:lnTo>
                <a:lnTo>
                  <a:pt x="581062" y="1245145"/>
                </a:lnTo>
                <a:lnTo>
                  <a:pt x="581062" y="1162154"/>
                </a:lnTo>
                <a:lnTo>
                  <a:pt x="498070" y="1162154"/>
                </a:lnTo>
                <a:close/>
                <a:moveTo>
                  <a:pt x="1079132" y="1162154"/>
                </a:moveTo>
                <a:lnTo>
                  <a:pt x="1079132" y="1245145"/>
                </a:lnTo>
                <a:lnTo>
                  <a:pt x="1162154" y="1245145"/>
                </a:lnTo>
                <a:lnTo>
                  <a:pt x="1162154" y="1162154"/>
                </a:lnTo>
                <a:lnTo>
                  <a:pt x="1079132" y="1162154"/>
                </a:lnTo>
                <a:close/>
                <a:moveTo>
                  <a:pt x="1328167" y="1162154"/>
                </a:moveTo>
                <a:lnTo>
                  <a:pt x="1328167" y="1245145"/>
                </a:lnTo>
                <a:lnTo>
                  <a:pt x="1411189" y="1245145"/>
                </a:lnTo>
                <a:lnTo>
                  <a:pt x="1411189" y="1162154"/>
                </a:lnTo>
                <a:lnTo>
                  <a:pt x="1328167" y="1162154"/>
                </a:lnTo>
                <a:close/>
                <a:moveTo>
                  <a:pt x="1411189" y="1162154"/>
                </a:moveTo>
                <a:lnTo>
                  <a:pt x="1411189" y="1245145"/>
                </a:lnTo>
                <a:lnTo>
                  <a:pt x="1494180" y="1245145"/>
                </a:lnTo>
                <a:lnTo>
                  <a:pt x="1494180" y="1162154"/>
                </a:lnTo>
                <a:lnTo>
                  <a:pt x="1411189" y="1162154"/>
                </a:lnTo>
                <a:close/>
                <a:moveTo>
                  <a:pt x="1577202" y="1162154"/>
                </a:moveTo>
                <a:lnTo>
                  <a:pt x="1577202" y="1245145"/>
                </a:lnTo>
                <a:lnTo>
                  <a:pt x="1660194" y="1245145"/>
                </a:lnTo>
                <a:lnTo>
                  <a:pt x="1660194" y="1162154"/>
                </a:lnTo>
                <a:lnTo>
                  <a:pt x="1577202" y="1162154"/>
                </a:lnTo>
                <a:close/>
                <a:moveTo>
                  <a:pt x="1660194" y="1162154"/>
                </a:moveTo>
                <a:lnTo>
                  <a:pt x="1660194" y="1245145"/>
                </a:lnTo>
                <a:lnTo>
                  <a:pt x="1743216" y="1245145"/>
                </a:lnTo>
                <a:lnTo>
                  <a:pt x="1743216" y="1162154"/>
                </a:lnTo>
                <a:lnTo>
                  <a:pt x="1660194" y="1162154"/>
                </a:lnTo>
                <a:close/>
                <a:moveTo>
                  <a:pt x="1743216" y="1162154"/>
                </a:moveTo>
                <a:lnTo>
                  <a:pt x="1743216" y="1245145"/>
                </a:lnTo>
                <a:lnTo>
                  <a:pt x="1826237" y="1245145"/>
                </a:lnTo>
                <a:lnTo>
                  <a:pt x="1826237" y="1162154"/>
                </a:lnTo>
                <a:lnTo>
                  <a:pt x="1743216" y="1162154"/>
                </a:lnTo>
                <a:close/>
                <a:moveTo>
                  <a:pt x="1826237" y="1162154"/>
                </a:moveTo>
                <a:lnTo>
                  <a:pt x="1826237" y="1245145"/>
                </a:lnTo>
                <a:lnTo>
                  <a:pt x="1909229" y="1245145"/>
                </a:lnTo>
                <a:lnTo>
                  <a:pt x="1909229" y="1162154"/>
                </a:lnTo>
                <a:lnTo>
                  <a:pt x="1826237" y="1162154"/>
                </a:lnTo>
                <a:close/>
                <a:moveTo>
                  <a:pt x="1909229" y="1162154"/>
                </a:moveTo>
                <a:lnTo>
                  <a:pt x="1909229" y="1245145"/>
                </a:lnTo>
                <a:lnTo>
                  <a:pt x="1992251" y="1245145"/>
                </a:lnTo>
                <a:lnTo>
                  <a:pt x="1992251" y="1162154"/>
                </a:lnTo>
                <a:lnTo>
                  <a:pt x="1909229" y="1162154"/>
                </a:lnTo>
                <a:close/>
                <a:moveTo>
                  <a:pt x="1992251" y="1162154"/>
                </a:moveTo>
                <a:lnTo>
                  <a:pt x="1992251" y="1245145"/>
                </a:lnTo>
                <a:lnTo>
                  <a:pt x="2075272" y="1245145"/>
                </a:lnTo>
                <a:lnTo>
                  <a:pt x="2075272" y="1162154"/>
                </a:lnTo>
                <a:lnTo>
                  <a:pt x="1992251" y="1162154"/>
                </a:lnTo>
                <a:close/>
                <a:moveTo>
                  <a:pt x="2241286" y="1162154"/>
                </a:moveTo>
                <a:lnTo>
                  <a:pt x="2241286" y="1245145"/>
                </a:lnTo>
                <a:lnTo>
                  <a:pt x="2324277" y="1245145"/>
                </a:lnTo>
                <a:lnTo>
                  <a:pt x="2324277" y="1162154"/>
                </a:lnTo>
                <a:lnTo>
                  <a:pt x="2241286" y="1162154"/>
                </a:lnTo>
                <a:close/>
                <a:moveTo>
                  <a:pt x="2324277" y="1162154"/>
                </a:moveTo>
                <a:lnTo>
                  <a:pt x="2324277" y="1245145"/>
                </a:lnTo>
                <a:lnTo>
                  <a:pt x="2407299" y="1245145"/>
                </a:lnTo>
                <a:lnTo>
                  <a:pt x="2407299" y="1162154"/>
                </a:lnTo>
                <a:lnTo>
                  <a:pt x="2324277" y="1162154"/>
                </a:lnTo>
                <a:close/>
                <a:moveTo>
                  <a:pt x="0" y="1245145"/>
                </a:moveTo>
                <a:lnTo>
                  <a:pt x="0" y="1328167"/>
                </a:lnTo>
                <a:lnTo>
                  <a:pt x="83022" y="1328167"/>
                </a:lnTo>
                <a:lnTo>
                  <a:pt x="83022" y="1245145"/>
                </a:lnTo>
                <a:lnTo>
                  <a:pt x="0" y="1245145"/>
                </a:lnTo>
                <a:close/>
                <a:moveTo>
                  <a:pt x="166013" y="1245145"/>
                </a:moveTo>
                <a:lnTo>
                  <a:pt x="166013" y="1328167"/>
                </a:lnTo>
                <a:lnTo>
                  <a:pt x="249035" y="1328167"/>
                </a:lnTo>
                <a:lnTo>
                  <a:pt x="249035" y="1245145"/>
                </a:lnTo>
                <a:lnTo>
                  <a:pt x="166013" y="1245145"/>
                </a:lnTo>
                <a:close/>
                <a:moveTo>
                  <a:pt x="332027" y="1245145"/>
                </a:moveTo>
                <a:lnTo>
                  <a:pt x="332027" y="1328167"/>
                </a:lnTo>
                <a:lnTo>
                  <a:pt x="415048" y="1328167"/>
                </a:lnTo>
                <a:lnTo>
                  <a:pt x="415048" y="1245145"/>
                </a:lnTo>
                <a:lnTo>
                  <a:pt x="332027" y="1245145"/>
                </a:lnTo>
                <a:close/>
                <a:moveTo>
                  <a:pt x="415048" y="1245145"/>
                </a:moveTo>
                <a:lnTo>
                  <a:pt x="415048" y="1328167"/>
                </a:lnTo>
                <a:lnTo>
                  <a:pt x="498070" y="1328167"/>
                </a:lnTo>
                <a:lnTo>
                  <a:pt x="498070" y="1245145"/>
                </a:lnTo>
                <a:lnTo>
                  <a:pt x="415048" y="1245145"/>
                </a:lnTo>
                <a:close/>
                <a:moveTo>
                  <a:pt x="581062" y="1245145"/>
                </a:moveTo>
                <a:lnTo>
                  <a:pt x="581062" y="1328167"/>
                </a:lnTo>
                <a:lnTo>
                  <a:pt x="664084" y="1328167"/>
                </a:lnTo>
                <a:lnTo>
                  <a:pt x="664084" y="1245145"/>
                </a:lnTo>
                <a:lnTo>
                  <a:pt x="581062" y="1245145"/>
                </a:lnTo>
                <a:close/>
                <a:moveTo>
                  <a:pt x="830097" y="1245145"/>
                </a:moveTo>
                <a:lnTo>
                  <a:pt x="830097" y="1328167"/>
                </a:lnTo>
                <a:lnTo>
                  <a:pt x="913119" y="1328167"/>
                </a:lnTo>
                <a:lnTo>
                  <a:pt x="913119" y="1245145"/>
                </a:lnTo>
                <a:lnTo>
                  <a:pt x="830097" y="1245145"/>
                </a:lnTo>
                <a:close/>
                <a:moveTo>
                  <a:pt x="913119" y="1245145"/>
                </a:moveTo>
                <a:lnTo>
                  <a:pt x="913119" y="1328167"/>
                </a:lnTo>
                <a:lnTo>
                  <a:pt x="996110" y="1328167"/>
                </a:lnTo>
                <a:lnTo>
                  <a:pt x="996110" y="1245145"/>
                </a:lnTo>
                <a:lnTo>
                  <a:pt x="913119" y="1245145"/>
                </a:lnTo>
                <a:close/>
                <a:moveTo>
                  <a:pt x="1079132" y="1245145"/>
                </a:moveTo>
                <a:lnTo>
                  <a:pt x="1079132" y="1328167"/>
                </a:lnTo>
                <a:lnTo>
                  <a:pt x="1162154" y="1328167"/>
                </a:lnTo>
                <a:lnTo>
                  <a:pt x="1162154" y="1245145"/>
                </a:lnTo>
                <a:lnTo>
                  <a:pt x="1079132" y="1245145"/>
                </a:lnTo>
                <a:close/>
                <a:moveTo>
                  <a:pt x="1162154" y="1245145"/>
                </a:moveTo>
                <a:lnTo>
                  <a:pt x="1162154" y="1328167"/>
                </a:lnTo>
                <a:lnTo>
                  <a:pt x="1245145" y="1328167"/>
                </a:lnTo>
                <a:lnTo>
                  <a:pt x="1245145" y="1245145"/>
                </a:lnTo>
                <a:lnTo>
                  <a:pt x="1162154" y="1245145"/>
                </a:lnTo>
                <a:close/>
                <a:moveTo>
                  <a:pt x="1328167" y="1245145"/>
                </a:moveTo>
                <a:lnTo>
                  <a:pt x="1328167" y="1328167"/>
                </a:lnTo>
                <a:lnTo>
                  <a:pt x="1411189" y="1328167"/>
                </a:lnTo>
                <a:lnTo>
                  <a:pt x="1411189" y="1245145"/>
                </a:lnTo>
                <a:lnTo>
                  <a:pt x="1328167" y="1245145"/>
                </a:lnTo>
                <a:close/>
                <a:moveTo>
                  <a:pt x="1411189" y="1245145"/>
                </a:moveTo>
                <a:lnTo>
                  <a:pt x="1411189" y="1328167"/>
                </a:lnTo>
                <a:lnTo>
                  <a:pt x="1494180" y="1328167"/>
                </a:lnTo>
                <a:lnTo>
                  <a:pt x="1494180" y="1245145"/>
                </a:lnTo>
                <a:lnTo>
                  <a:pt x="1411189" y="1245145"/>
                </a:lnTo>
                <a:close/>
                <a:moveTo>
                  <a:pt x="1494180" y="1245145"/>
                </a:moveTo>
                <a:lnTo>
                  <a:pt x="1494180" y="1328167"/>
                </a:lnTo>
                <a:lnTo>
                  <a:pt x="1577202" y="1328167"/>
                </a:lnTo>
                <a:lnTo>
                  <a:pt x="1577202" y="1245145"/>
                </a:lnTo>
                <a:lnTo>
                  <a:pt x="1494180" y="1245145"/>
                </a:lnTo>
                <a:close/>
                <a:moveTo>
                  <a:pt x="1577202" y="1245145"/>
                </a:moveTo>
                <a:lnTo>
                  <a:pt x="1577202" y="1328167"/>
                </a:lnTo>
                <a:lnTo>
                  <a:pt x="1660194" y="1328167"/>
                </a:lnTo>
                <a:lnTo>
                  <a:pt x="1660194" y="1245145"/>
                </a:lnTo>
                <a:lnTo>
                  <a:pt x="1577202" y="1245145"/>
                </a:lnTo>
                <a:close/>
                <a:moveTo>
                  <a:pt x="1660194" y="1245145"/>
                </a:moveTo>
                <a:lnTo>
                  <a:pt x="1660194" y="1328167"/>
                </a:lnTo>
                <a:lnTo>
                  <a:pt x="1743216" y="1328167"/>
                </a:lnTo>
                <a:lnTo>
                  <a:pt x="1743216" y="1245145"/>
                </a:lnTo>
                <a:lnTo>
                  <a:pt x="1660194" y="1245145"/>
                </a:lnTo>
                <a:close/>
                <a:moveTo>
                  <a:pt x="1743216" y="1245145"/>
                </a:moveTo>
                <a:lnTo>
                  <a:pt x="1743216" y="1328167"/>
                </a:lnTo>
                <a:lnTo>
                  <a:pt x="1826237" y="1328167"/>
                </a:lnTo>
                <a:lnTo>
                  <a:pt x="1826237" y="1245145"/>
                </a:lnTo>
                <a:lnTo>
                  <a:pt x="1743216" y="1245145"/>
                </a:lnTo>
                <a:close/>
                <a:moveTo>
                  <a:pt x="1826237" y="1245145"/>
                </a:moveTo>
                <a:lnTo>
                  <a:pt x="1826237" y="1328167"/>
                </a:lnTo>
                <a:lnTo>
                  <a:pt x="1909229" y="1328167"/>
                </a:lnTo>
                <a:lnTo>
                  <a:pt x="1909229" y="1245145"/>
                </a:lnTo>
                <a:lnTo>
                  <a:pt x="1826237" y="1245145"/>
                </a:lnTo>
                <a:close/>
                <a:moveTo>
                  <a:pt x="1909229" y="1245145"/>
                </a:moveTo>
                <a:lnTo>
                  <a:pt x="1909229" y="1328167"/>
                </a:lnTo>
                <a:lnTo>
                  <a:pt x="1992251" y="1328167"/>
                </a:lnTo>
                <a:lnTo>
                  <a:pt x="1992251" y="1245145"/>
                </a:lnTo>
                <a:lnTo>
                  <a:pt x="1909229" y="1245145"/>
                </a:lnTo>
                <a:close/>
                <a:moveTo>
                  <a:pt x="2075272" y="1245145"/>
                </a:moveTo>
                <a:lnTo>
                  <a:pt x="2075272" y="1328167"/>
                </a:lnTo>
                <a:lnTo>
                  <a:pt x="2158264" y="1328167"/>
                </a:lnTo>
                <a:lnTo>
                  <a:pt x="2158264" y="1245145"/>
                </a:lnTo>
                <a:lnTo>
                  <a:pt x="2075272" y="1245145"/>
                </a:lnTo>
                <a:close/>
                <a:moveTo>
                  <a:pt x="2158264" y="1245145"/>
                </a:moveTo>
                <a:lnTo>
                  <a:pt x="2158264" y="1328167"/>
                </a:lnTo>
                <a:lnTo>
                  <a:pt x="2241286" y="1328167"/>
                </a:lnTo>
                <a:lnTo>
                  <a:pt x="2241286" y="1245145"/>
                </a:lnTo>
                <a:lnTo>
                  <a:pt x="2158264" y="1245145"/>
                </a:lnTo>
                <a:close/>
                <a:moveTo>
                  <a:pt x="2241286" y="1245145"/>
                </a:moveTo>
                <a:lnTo>
                  <a:pt x="2241286" y="1328167"/>
                </a:lnTo>
                <a:lnTo>
                  <a:pt x="2324277" y="1328167"/>
                </a:lnTo>
                <a:lnTo>
                  <a:pt x="2324277" y="1245145"/>
                </a:lnTo>
                <a:lnTo>
                  <a:pt x="2241286" y="1245145"/>
                </a:lnTo>
                <a:close/>
                <a:moveTo>
                  <a:pt x="2324277" y="1245145"/>
                </a:moveTo>
                <a:lnTo>
                  <a:pt x="2324277" y="1328167"/>
                </a:lnTo>
                <a:lnTo>
                  <a:pt x="2407299" y="1328167"/>
                </a:lnTo>
                <a:lnTo>
                  <a:pt x="2407299" y="1245145"/>
                </a:lnTo>
                <a:lnTo>
                  <a:pt x="2324277" y="1245145"/>
                </a:lnTo>
                <a:close/>
                <a:moveTo>
                  <a:pt x="0" y="1328167"/>
                </a:moveTo>
                <a:lnTo>
                  <a:pt x="0" y="1411189"/>
                </a:lnTo>
                <a:lnTo>
                  <a:pt x="83022" y="1411189"/>
                </a:lnTo>
                <a:lnTo>
                  <a:pt x="83022" y="1328167"/>
                </a:lnTo>
                <a:lnTo>
                  <a:pt x="0" y="1328167"/>
                </a:lnTo>
                <a:close/>
                <a:moveTo>
                  <a:pt x="83022" y="1328167"/>
                </a:moveTo>
                <a:lnTo>
                  <a:pt x="83022" y="1411189"/>
                </a:lnTo>
                <a:lnTo>
                  <a:pt x="166013" y="1411189"/>
                </a:lnTo>
                <a:lnTo>
                  <a:pt x="166013" y="1328167"/>
                </a:lnTo>
                <a:lnTo>
                  <a:pt x="83022" y="1328167"/>
                </a:lnTo>
                <a:close/>
                <a:moveTo>
                  <a:pt x="166013" y="1328167"/>
                </a:moveTo>
                <a:lnTo>
                  <a:pt x="166013" y="1411189"/>
                </a:lnTo>
                <a:lnTo>
                  <a:pt x="249035" y="1411189"/>
                </a:lnTo>
                <a:lnTo>
                  <a:pt x="249035" y="1328167"/>
                </a:lnTo>
                <a:lnTo>
                  <a:pt x="166013" y="1328167"/>
                </a:lnTo>
                <a:close/>
                <a:moveTo>
                  <a:pt x="249035" y="1328167"/>
                </a:moveTo>
                <a:lnTo>
                  <a:pt x="249035" y="1411189"/>
                </a:lnTo>
                <a:lnTo>
                  <a:pt x="332027" y="1411189"/>
                </a:lnTo>
                <a:lnTo>
                  <a:pt x="332027" y="1328167"/>
                </a:lnTo>
                <a:lnTo>
                  <a:pt x="249035" y="1328167"/>
                </a:lnTo>
                <a:close/>
                <a:moveTo>
                  <a:pt x="332027" y="1328167"/>
                </a:moveTo>
                <a:lnTo>
                  <a:pt x="332027" y="1411189"/>
                </a:lnTo>
                <a:lnTo>
                  <a:pt x="415048" y="1411189"/>
                </a:lnTo>
                <a:lnTo>
                  <a:pt x="415048" y="1328167"/>
                </a:lnTo>
                <a:lnTo>
                  <a:pt x="332027" y="1328167"/>
                </a:lnTo>
                <a:close/>
                <a:moveTo>
                  <a:pt x="415048" y="1328167"/>
                </a:moveTo>
                <a:lnTo>
                  <a:pt x="415048" y="1411189"/>
                </a:lnTo>
                <a:lnTo>
                  <a:pt x="498070" y="1411189"/>
                </a:lnTo>
                <a:lnTo>
                  <a:pt x="498070" y="1328167"/>
                </a:lnTo>
                <a:lnTo>
                  <a:pt x="415048" y="1328167"/>
                </a:lnTo>
                <a:close/>
                <a:moveTo>
                  <a:pt x="498070" y="1328167"/>
                </a:moveTo>
                <a:lnTo>
                  <a:pt x="498070" y="1411189"/>
                </a:lnTo>
                <a:lnTo>
                  <a:pt x="581062" y="1411189"/>
                </a:lnTo>
                <a:lnTo>
                  <a:pt x="581062" y="1328167"/>
                </a:lnTo>
                <a:lnTo>
                  <a:pt x="498070" y="1328167"/>
                </a:lnTo>
                <a:close/>
                <a:moveTo>
                  <a:pt x="581062" y="1328167"/>
                </a:moveTo>
                <a:lnTo>
                  <a:pt x="581062" y="1411189"/>
                </a:lnTo>
                <a:lnTo>
                  <a:pt x="664084" y="1411189"/>
                </a:lnTo>
                <a:lnTo>
                  <a:pt x="664084" y="1328167"/>
                </a:lnTo>
                <a:lnTo>
                  <a:pt x="581062" y="1328167"/>
                </a:lnTo>
                <a:close/>
                <a:moveTo>
                  <a:pt x="664084" y="1328167"/>
                </a:moveTo>
                <a:lnTo>
                  <a:pt x="664084" y="1411189"/>
                </a:lnTo>
                <a:lnTo>
                  <a:pt x="747105" y="1411189"/>
                </a:lnTo>
                <a:lnTo>
                  <a:pt x="747105" y="1328167"/>
                </a:lnTo>
                <a:lnTo>
                  <a:pt x="664084" y="1328167"/>
                </a:lnTo>
                <a:close/>
                <a:moveTo>
                  <a:pt x="747105" y="1328167"/>
                </a:moveTo>
                <a:lnTo>
                  <a:pt x="747105" y="1411189"/>
                </a:lnTo>
                <a:lnTo>
                  <a:pt x="830097" y="1411189"/>
                </a:lnTo>
                <a:lnTo>
                  <a:pt x="830097" y="1328167"/>
                </a:lnTo>
                <a:lnTo>
                  <a:pt x="747105" y="1328167"/>
                </a:lnTo>
                <a:close/>
                <a:moveTo>
                  <a:pt x="830097" y="1328167"/>
                </a:moveTo>
                <a:lnTo>
                  <a:pt x="830097" y="1411189"/>
                </a:lnTo>
                <a:lnTo>
                  <a:pt x="913119" y="1411189"/>
                </a:lnTo>
                <a:lnTo>
                  <a:pt x="913119" y="1328167"/>
                </a:lnTo>
                <a:lnTo>
                  <a:pt x="830097" y="1328167"/>
                </a:lnTo>
                <a:close/>
                <a:moveTo>
                  <a:pt x="996110" y="1328167"/>
                </a:moveTo>
                <a:lnTo>
                  <a:pt x="996110" y="1411189"/>
                </a:lnTo>
                <a:lnTo>
                  <a:pt x="1079132" y="1411189"/>
                </a:lnTo>
                <a:lnTo>
                  <a:pt x="1079132" y="1328167"/>
                </a:lnTo>
                <a:lnTo>
                  <a:pt x="996110" y="1328167"/>
                </a:lnTo>
                <a:close/>
                <a:moveTo>
                  <a:pt x="1494180" y="1328167"/>
                </a:moveTo>
                <a:lnTo>
                  <a:pt x="1494180" y="1411189"/>
                </a:lnTo>
                <a:lnTo>
                  <a:pt x="1577202" y="1411189"/>
                </a:lnTo>
                <a:lnTo>
                  <a:pt x="1577202" y="1328167"/>
                </a:lnTo>
                <a:lnTo>
                  <a:pt x="1494180" y="1328167"/>
                </a:lnTo>
                <a:close/>
                <a:moveTo>
                  <a:pt x="1660194" y="1328167"/>
                </a:moveTo>
                <a:lnTo>
                  <a:pt x="1660194" y="1411189"/>
                </a:lnTo>
                <a:lnTo>
                  <a:pt x="1743216" y="1411189"/>
                </a:lnTo>
                <a:lnTo>
                  <a:pt x="1743216" y="1328167"/>
                </a:lnTo>
                <a:lnTo>
                  <a:pt x="1660194" y="1328167"/>
                </a:lnTo>
                <a:close/>
                <a:moveTo>
                  <a:pt x="1992251" y="1328167"/>
                </a:moveTo>
                <a:lnTo>
                  <a:pt x="1992251" y="1411189"/>
                </a:lnTo>
                <a:lnTo>
                  <a:pt x="2075272" y="1411189"/>
                </a:lnTo>
                <a:lnTo>
                  <a:pt x="2075272" y="1328167"/>
                </a:lnTo>
                <a:lnTo>
                  <a:pt x="1992251" y="1328167"/>
                </a:lnTo>
                <a:close/>
                <a:moveTo>
                  <a:pt x="2241286" y="1328167"/>
                </a:moveTo>
                <a:lnTo>
                  <a:pt x="2241286" y="1411189"/>
                </a:lnTo>
                <a:lnTo>
                  <a:pt x="2324277" y="1411189"/>
                </a:lnTo>
                <a:lnTo>
                  <a:pt x="2324277" y="1328167"/>
                </a:lnTo>
                <a:lnTo>
                  <a:pt x="2241286" y="1328167"/>
                </a:lnTo>
                <a:close/>
                <a:moveTo>
                  <a:pt x="2324277" y="1328167"/>
                </a:moveTo>
                <a:lnTo>
                  <a:pt x="2324277" y="1411189"/>
                </a:lnTo>
                <a:lnTo>
                  <a:pt x="2407299" y="1411189"/>
                </a:lnTo>
                <a:lnTo>
                  <a:pt x="2407299" y="1328167"/>
                </a:lnTo>
                <a:lnTo>
                  <a:pt x="2324277" y="1328167"/>
                </a:lnTo>
                <a:close/>
                <a:moveTo>
                  <a:pt x="0" y="1411189"/>
                </a:moveTo>
                <a:lnTo>
                  <a:pt x="0" y="1494180"/>
                </a:lnTo>
                <a:lnTo>
                  <a:pt x="83022" y="1494180"/>
                </a:lnTo>
                <a:lnTo>
                  <a:pt x="83022" y="1411189"/>
                </a:lnTo>
                <a:lnTo>
                  <a:pt x="0" y="1411189"/>
                </a:lnTo>
                <a:close/>
                <a:moveTo>
                  <a:pt x="83022" y="1411189"/>
                </a:moveTo>
                <a:lnTo>
                  <a:pt x="83022" y="1494180"/>
                </a:lnTo>
                <a:lnTo>
                  <a:pt x="166013" y="1494180"/>
                </a:lnTo>
                <a:lnTo>
                  <a:pt x="166013" y="1411189"/>
                </a:lnTo>
                <a:lnTo>
                  <a:pt x="83022" y="1411189"/>
                </a:lnTo>
                <a:close/>
                <a:moveTo>
                  <a:pt x="249035" y="1411189"/>
                </a:moveTo>
                <a:lnTo>
                  <a:pt x="249035" y="1494180"/>
                </a:lnTo>
                <a:lnTo>
                  <a:pt x="332027" y="1494180"/>
                </a:lnTo>
                <a:lnTo>
                  <a:pt x="332027" y="1411189"/>
                </a:lnTo>
                <a:lnTo>
                  <a:pt x="249035" y="1411189"/>
                </a:lnTo>
                <a:close/>
                <a:moveTo>
                  <a:pt x="332027" y="1411189"/>
                </a:moveTo>
                <a:lnTo>
                  <a:pt x="332027" y="1494180"/>
                </a:lnTo>
                <a:lnTo>
                  <a:pt x="415048" y="1494180"/>
                </a:lnTo>
                <a:lnTo>
                  <a:pt x="415048" y="1411189"/>
                </a:lnTo>
                <a:lnTo>
                  <a:pt x="332027" y="1411189"/>
                </a:lnTo>
                <a:close/>
                <a:moveTo>
                  <a:pt x="664084" y="1411189"/>
                </a:moveTo>
                <a:lnTo>
                  <a:pt x="664084" y="1494180"/>
                </a:lnTo>
                <a:lnTo>
                  <a:pt x="747105" y="1494180"/>
                </a:lnTo>
                <a:lnTo>
                  <a:pt x="747105" y="1411189"/>
                </a:lnTo>
                <a:lnTo>
                  <a:pt x="664084" y="1411189"/>
                </a:lnTo>
                <a:close/>
                <a:moveTo>
                  <a:pt x="830097" y="1411189"/>
                </a:moveTo>
                <a:lnTo>
                  <a:pt x="830097" y="1494180"/>
                </a:lnTo>
                <a:lnTo>
                  <a:pt x="913119" y="1494180"/>
                </a:lnTo>
                <a:lnTo>
                  <a:pt x="913119" y="1411189"/>
                </a:lnTo>
                <a:lnTo>
                  <a:pt x="830097" y="1411189"/>
                </a:lnTo>
                <a:close/>
                <a:moveTo>
                  <a:pt x="913119" y="1411189"/>
                </a:moveTo>
                <a:lnTo>
                  <a:pt x="913119" y="1494180"/>
                </a:lnTo>
                <a:lnTo>
                  <a:pt x="996110" y="1494180"/>
                </a:lnTo>
                <a:lnTo>
                  <a:pt x="996110" y="1411189"/>
                </a:lnTo>
                <a:lnTo>
                  <a:pt x="913119" y="1411189"/>
                </a:lnTo>
                <a:close/>
                <a:moveTo>
                  <a:pt x="1162154" y="1411189"/>
                </a:moveTo>
                <a:lnTo>
                  <a:pt x="1162154" y="1494180"/>
                </a:lnTo>
                <a:lnTo>
                  <a:pt x="1245145" y="1494180"/>
                </a:lnTo>
                <a:lnTo>
                  <a:pt x="1245145" y="1411189"/>
                </a:lnTo>
                <a:lnTo>
                  <a:pt x="1162154" y="1411189"/>
                </a:lnTo>
                <a:close/>
                <a:moveTo>
                  <a:pt x="1411189" y="1411189"/>
                </a:moveTo>
                <a:lnTo>
                  <a:pt x="1411189" y="1494180"/>
                </a:lnTo>
                <a:lnTo>
                  <a:pt x="1494180" y="1494180"/>
                </a:lnTo>
                <a:lnTo>
                  <a:pt x="1494180" y="1411189"/>
                </a:lnTo>
                <a:lnTo>
                  <a:pt x="1411189" y="1411189"/>
                </a:lnTo>
                <a:close/>
                <a:moveTo>
                  <a:pt x="1660194" y="1411189"/>
                </a:moveTo>
                <a:lnTo>
                  <a:pt x="1660194" y="1494180"/>
                </a:lnTo>
                <a:lnTo>
                  <a:pt x="1743216" y="1494180"/>
                </a:lnTo>
                <a:lnTo>
                  <a:pt x="1743216" y="1411189"/>
                </a:lnTo>
                <a:lnTo>
                  <a:pt x="1660194" y="1411189"/>
                </a:lnTo>
                <a:close/>
                <a:moveTo>
                  <a:pt x="1826237" y="1411189"/>
                </a:moveTo>
                <a:lnTo>
                  <a:pt x="1826237" y="1494180"/>
                </a:lnTo>
                <a:lnTo>
                  <a:pt x="1909229" y="1494180"/>
                </a:lnTo>
                <a:lnTo>
                  <a:pt x="1909229" y="1411189"/>
                </a:lnTo>
                <a:lnTo>
                  <a:pt x="1826237" y="1411189"/>
                </a:lnTo>
                <a:close/>
                <a:moveTo>
                  <a:pt x="1909229" y="1411189"/>
                </a:moveTo>
                <a:lnTo>
                  <a:pt x="1909229" y="1494180"/>
                </a:lnTo>
                <a:lnTo>
                  <a:pt x="1992251" y="1494180"/>
                </a:lnTo>
                <a:lnTo>
                  <a:pt x="1992251" y="1411189"/>
                </a:lnTo>
                <a:lnTo>
                  <a:pt x="1909229" y="1411189"/>
                </a:lnTo>
                <a:close/>
                <a:moveTo>
                  <a:pt x="2075272" y="1411189"/>
                </a:moveTo>
                <a:lnTo>
                  <a:pt x="2075272" y="1494180"/>
                </a:lnTo>
                <a:lnTo>
                  <a:pt x="2158264" y="1494180"/>
                </a:lnTo>
                <a:lnTo>
                  <a:pt x="2158264" y="1411189"/>
                </a:lnTo>
                <a:lnTo>
                  <a:pt x="2075272" y="1411189"/>
                </a:lnTo>
                <a:close/>
                <a:moveTo>
                  <a:pt x="0" y="1494180"/>
                </a:moveTo>
                <a:lnTo>
                  <a:pt x="0" y="1577202"/>
                </a:lnTo>
                <a:lnTo>
                  <a:pt x="83022" y="1577202"/>
                </a:lnTo>
                <a:lnTo>
                  <a:pt x="83022" y="1494180"/>
                </a:lnTo>
                <a:lnTo>
                  <a:pt x="0" y="1494180"/>
                </a:lnTo>
                <a:close/>
                <a:moveTo>
                  <a:pt x="83022" y="1494180"/>
                </a:moveTo>
                <a:lnTo>
                  <a:pt x="83022" y="1577202"/>
                </a:lnTo>
                <a:lnTo>
                  <a:pt x="166013" y="1577202"/>
                </a:lnTo>
                <a:lnTo>
                  <a:pt x="166013" y="1494180"/>
                </a:lnTo>
                <a:lnTo>
                  <a:pt x="83022" y="1494180"/>
                </a:lnTo>
                <a:close/>
                <a:moveTo>
                  <a:pt x="166013" y="1494180"/>
                </a:moveTo>
                <a:lnTo>
                  <a:pt x="166013" y="1577202"/>
                </a:lnTo>
                <a:lnTo>
                  <a:pt x="249035" y="1577202"/>
                </a:lnTo>
                <a:lnTo>
                  <a:pt x="249035" y="1494180"/>
                </a:lnTo>
                <a:lnTo>
                  <a:pt x="166013" y="1494180"/>
                </a:lnTo>
                <a:close/>
                <a:moveTo>
                  <a:pt x="415048" y="1494180"/>
                </a:moveTo>
                <a:lnTo>
                  <a:pt x="415048" y="1577202"/>
                </a:lnTo>
                <a:lnTo>
                  <a:pt x="498070" y="1577202"/>
                </a:lnTo>
                <a:lnTo>
                  <a:pt x="498070" y="1494180"/>
                </a:lnTo>
                <a:lnTo>
                  <a:pt x="415048" y="1494180"/>
                </a:lnTo>
                <a:close/>
                <a:moveTo>
                  <a:pt x="498070" y="1494180"/>
                </a:moveTo>
                <a:lnTo>
                  <a:pt x="498070" y="1577202"/>
                </a:lnTo>
                <a:lnTo>
                  <a:pt x="581062" y="1577202"/>
                </a:lnTo>
                <a:lnTo>
                  <a:pt x="581062" y="1494180"/>
                </a:lnTo>
                <a:lnTo>
                  <a:pt x="498070" y="1494180"/>
                </a:lnTo>
                <a:close/>
                <a:moveTo>
                  <a:pt x="581062" y="1494180"/>
                </a:moveTo>
                <a:lnTo>
                  <a:pt x="581062" y="1577202"/>
                </a:lnTo>
                <a:lnTo>
                  <a:pt x="664084" y="1577202"/>
                </a:lnTo>
                <a:lnTo>
                  <a:pt x="664084" y="1494180"/>
                </a:lnTo>
                <a:lnTo>
                  <a:pt x="581062" y="1494180"/>
                </a:lnTo>
                <a:close/>
                <a:moveTo>
                  <a:pt x="1162154" y="1494180"/>
                </a:moveTo>
                <a:lnTo>
                  <a:pt x="1162154" y="1577202"/>
                </a:lnTo>
                <a:lnTo>
                  <a:pt x="1245145" y="1577202"/>
                </a:lnTo>
                <a:lnTo>
                  <a:pt x="1245145" y="1494180"/>
                </a:lnTo>
                <a:lnTo>
                  <a:pt x="1162154" y="1494180"/>
                </a:lnTo>
                <a:close/>
                <a:moveTo>
                  <a:pt x="1494180" y="1494180"/>
                </a:moveTo>
                <a:lnTo>
                  <a:pt x="1494180" y="1577202"/>
                </a:lnTo>
                <a:lnTo>
                  <a:pt x="1577202" y="1577202"/>
                </a:lnTo>
                <a:lnTo>
                  <a:pt x="1577202" y="1494180"/>
                </a:lnTo>
                <a:lnTo>
                  <a:pt x="1494180" y="1494180"/>
                </a:lnTo>
                <a:close/>
                <a:moveTo>
                  <a:pt x="1743216" y="1494180"/>
                </a:moveTo>
                <a:lnTo>
                  <a:pt x="1743216" y="1577202"/>
                </a:lnTo>
                <a:lnTo>
                  <a:pt x="1826237" y="1577202"/>
                </a:lnTo>
                <a:lnTo>
                  <a:pt x="1826237" y="1494180"/>
                </a:lnTo>
                <a:lnTo>
                  <a:pt x="1743216" y="1494180"/>
                </a:lnTo>
                <a:close/>
                <a:moveTo>
                  <a:pt x="2075272" y="1494180"/>
                </a:moveTo>
                <a:lnTo>
                  <a:pt x="2075272" y="1577202"/>
                </a:lnTo>
                <a:lnTo>
                  <a:pt x="2158264" y="1577202"/>
                </a:lnTo>
                <a:lnTo>
                  <a:pt x="2158264" y="1494180"/>
                </a:lnTo>
                <a:lnTo>
                  <a:pt x="2075272" y="1494180"/>
                </a:lnTo>
                <a:close/>
                <a:moveTo>
                  <a:pt x="2241286" y="1494180"/>
                </a:moveTo>
                <a:lnTo>
                  <a:pt x="2241286" y="1577202"/>
                </a:lnTo>
                <a:lnTo>
                  <a:pt x="2324277" y="1577202"/>
                </a:lnTo>
                <a:lnTo>
                  <a:pt x="2324277" y="1494180"/>
                </a:lnTo>
                <a:lnTo>
                  <a:pt x="2241286" y="1494180"/>
                </a:lnTo>
                <a:close/>
                <a:moveTo>
                  <a:pt x="83022" y="1577202"/>
                </a:moveTo>
                <a:lnTo>
                  <a:pt x="83022" y="1660194"/>
                </a:lnTo>
                <a:lnTo>
                  <a:pt x="166013" y="1660194"/>
                </a:lnTo>
                <a:lnTo>
                  <a:pt x="166013" y="1577202"/>
                </a:lnTo>
                <a:lnTo>
                  <a:pt x="83022" y="1577202"/>
                </a:lnTo>
                <a:close/>
                <a:moveTo>
                  <a:pt x="166013" y="1577202"/>
                </a:moveTo>
                <a:lnTo>
                  <a:pt x="166013" y="1660194"/>
                </a:lnTo>
                <a:lnTo>
                  <a:pt x="249035" y="1660194"/>
                </a:lnTo>
                <a:lnTo>
                  <a:pt x="249035" y="1577202"/>
                </a:lnTo>
                <a:lnTo>
                  <a:pt x="166013" y="1577202"/>
                </a:lnTo>
                <a:close/>
                <a:moveTo>
                  <a:pt x="249035" y="1577202"/>
                </a:moveTo>
                <a:lnTo>
                  <a:pt x="249035" y="1660194"/>
                </a:lnTo>
                <a:lnTo>
                  <a:pt x="332027" y="1660194"/>
                </a:lnTo>
                <a:lnTo>
                  <a:pt x="332027" y="1577202"/>
                </a:lnTo>
                <a:lnTo>
                  <a:pt x="249035" y="1577202"/>
                </a:lnTo>
                <a:close/>
                <a:moveTo>
                  <a:pt x="332027" y="1577202"/>
                </a:moveTo>
                <a:lnTo>
                  <a:pt x="332027" y="1660194"/>
                </a:lnTo>
                <a:lnTo>
                  <a:pt x="415048" y="1660194"/>
                </a:lnTo>
                <a:lnTo>
                  <a:pt x="415048" y="1577202"/>
                </a:lnTo>
                <a:lnTo>
                  <a:pt x="332027" y="1577202"/>
                </a:lnTo>
                <a:close/>
                <a:moveTo>
                  <a:pt x="664084" y="1577202"/>
                </a:moveTo>
                <a:lnTo>
                  <a:pt x="664084" y="1660194"/>
                </a:lnTo>
                <a:lnTo>
                  <a:pt x="747105" y="1660194"/>
                </a:lnTo>
                <a:lnTo>
                  <a:pt x="747105" y="1577202"/>
                </a:lnTo>
                <a:lnTo>
                  <a:pt x="664084" y="1577202"/>
                </a:lnTo>
                <a:close/>
                <a:moveTo>
                  <a:pt x="747105" y="1577202"/>
                </a:moveTo>
                <a:lnTo>
                  <a:pt x="747105" y="1660194"/>
                </a:lnTo>
                <a:lnTo>
                  <a:pt x="830097" y="1660194"/>
                </a:lnTo>
                <a:lnTo>
                  <a:pt x="830097" y="1577202"/>
                </a:lnTo>
                <a:lnTo>
                  <a:pt x="747105" y="1577202"/>
                </a:lnTo>
                <a:close/>
                <a:moveTo>
                  <a:pt x="913119" y="1577202"/>
                </a:moveTo>
                <a:lnTo>
                  <a:pt x="913119" y="1660194"/>
                </a:lnTo>
                <a:lnTo>
                  <a:pt x="996110" y="1660194"/>
                </a:lnTo>
                <a:lnTo>
                  <a:pt x="996110" y="1577202"/>
                </a:lnTo>
                <a:lnTo>
                  <a:pt x="913119" y="1577202"/>
                </a:lnTo>
                <a:close/>
                <a:moveTo>
                  <a:pt x="996110" y="1577202"/>
                </a:moveTo>
                <a:lnTo>
                  <a:pt x="996110" y="1660194"/>
                </a:lnTo>
                <a:lnTo>
                  <a:pt x="1079132" y="1660194"/>
                </a:lnTo>
                <a:lnTo>
                  <a:pt x="1079132" y="1577202"/>
                </a:lnTo>
                <a:lnTo>
                  <a:pt x="996110" y="1577202"/>
                </a:lnTo>
                <a:close/>
                <a:moveTo>
                  <a:pt x="1162154" y="1577202"/>
                </a:moveTo>
                <a:lnTo>
                  <a:pt x="1162154" y="1660194"/>
                </a:lnTo>
                <a:lnTo>
                  <a:pt x="1245145" y="1660194"/>
                </a:lnTo>
                <a:lnTo>
                  <a:pt x="1245145" y="1577202"/>
                </a:lnTo>
                <a:lnTo>
                  <a:pt x="1162154" y="1577202"/>
                </a:lnTo>
                <a:close/>
                <a:moveTo>
                  <a:pt x="1411189" y="1577202"/>
                </a:moveTo>
                <a:lnTo>
                  <a:pt x="1411189" y="1660194"/>
                </a:lnTo>
                <a:lnTo>
                  <a:pt x="1494180" y="1660194"/>
                </a:lnTo>
                <a:lnTo>
                  <a:pt x="1494180" y="1577202"/>
                </a:lnTo>
                <a:lnTo>
                  <a:pt x="1411189" y="1577202"/>
                </a:lnTo>
                <a:close/>
                <a:moveTo>
                  <a:pt x="1494180" y="1577202"/>
                </a:moveTo>
                <a:lnTo>
                  <a:pt x="1494180" y="1660194"/>
                </a:lnTo>
                <a:lnTo>
                  <a:pt x="1577202" y="1660194"/>
                </a:lnTo>
                <a:lnTo>
                  <a:pt x="1577202" y="1577202"/>
                </a:lnTo>
                <a:lnTo>
                  <a:pt x="1494180" y="1577202"/>
                </a:lnTo>
                <a:close/>
                <a:moveTo>
                  <a:pt x="1577202" y="1577202"/>
                </a:moveTo>
                <a:lnTo>
                  <a:pt x="1577202" y="1660194"/>
                </a:lnTo>
                <a:lnTo>
                  <a:pt x="1660194" y="1660194"/>
                </a:lnTo>
                <a:lnTo>
                  <a:pt x="1660194" y="1577202"/>
                </a:lnTo>
                <a:lnTo>
                  <a:pt x="1577202" y="1577202"/>
                </a:lnTo>
                <a:close/>
                <a:moveTo>
                  <a:pt x="1826237" y="1577202"/>
                </a:moveTo>
                <a:lnTo>
                  <a:pt x="1826237" y="1660194"/>
                </a:lnTo>
                <a:lnTo>
                  <a:pt x="1909229" y="1660194"/>
                </a:lnTo>
                <a:lnTo>
                  <a:pt x="1909229" y="1577202"/>
                </a:lnTo>
                <a:lnTo>
                  <a:pt x="1826237" y="1577202"/>
                </a:lnTo>
                <a:close/>
                <a:moveTo>
                  <a:pt x="1909229" y="1577202"/>
                </a:moveTo>
                <a:lnTo>
                  <a:pt x="1909229" y="1660194"/>
                </a:lnTo>
                <a:lnTo>
                  <a:pt x="1992251" y="1660194"/>
                </a:lnTo>
                <a:lnTo>
                  <a:pt x="1992251" y="1577202"/>
                </a:lnTo>
                <a:lnTo>
                  <a:pt x="1909229" y="1577202"/>
                </a:lnTo>
                <a:close/>
                <a:moveTo>
                  <a:pt x="1992251" y="1577202"/>
                </a:moveTo>
                <a:lnTo>
                  <a:pt x="1992251" y="1660194"/>
                </a:lnTo>
                <a:lnTo>
                  <a:pt x="2075272" y="1660194"/>
                </a:lnTo>
                <a:lnTo>
                  <a:pt x="2075272" y="1577202"/>
                </a:lnTo>
                <a:lnTo>
                  <a:pt x="1992251" y="1577202"/>
                </a:lnTo>
                <a:close/>
                <a:moveTo>
                  <a:pt x="2158264" y="1577202"/>
                </a:moveTo>
                <a:lnTo>
                  <a:pt x="2158264" y="1660194"/>
                </a:lnTo>
                <a:lnTo>
                  <a:pt x="2241286" y="1660194"/>
                </a:lnTo>
                <a:lnTo>
                  <a:pt x="2241286" y="1577202"/>
                </a:lnTo>
                <a:lnTo>
                  <a:pt x="2158264" y="1577202"/>
                </a:lnTo>
                <a:close/>
                <a:moveTo>
                  <a:pt x="2324277" y="1577202"/>
                </a:moveTo>
                <a:lnTo>
                  <a:pt x="2324277" y="1660194"/>
                </a:lnTo>
                <a:lnTo>
                  <a:pt x="2407299" y="1660194"/>
                </a:lnTo>
                <a:lnTo>
                  <a:pt x="2407299" y="1577202"/>
                </a:lnTo>
                <a:lnTo>
                  <a:pt x="2324277" y="1577202"/>
                </a:lnTo>
                <a:close/>
                <a:moveTo>
                  <a:pt x="83022" y="1660194"/>
                </a:moveTo>
                <a:lnTo>
                  <a:pt x="83022" y="1743216"/>
                </a:lnTo>
                <a:lnTo>
                  <a:pt x="166013" y="1743216"/>
                </a:lnTo>
                <a:lnTo>
                  <a:pt x="166013" y="1660194"/>
                </a:lnTo>
                <a:lnTo>
                  <a:pt x="83022" y="1660194"/>
                </a:lnTo>
                <a:close/>
                <a:moveTo>
                  <a:pt x="249035" y="1660194"/>
                </a:moveTo>
                <a:lnTo>
                  <a:pt x="249035" y="1743216"/>
                </a:lnTo>
                <a:lnTo>
                  <a:pt x="332027" y="1743216"/>
                </a:lnTo>
                <a:lnTo>
                  <a:pt x="332027" y="1660194"/>
                </a:lnTo>
                <a:lnTo>
                  <a:pt x="249035" y="1660194"/>
                </a:lnTo>
                <a:close/>
                <a:moveTo>
                  <a:pt x="415048" y="1660194"/>
                </a:moveTo>
                <a:lnTo>
                  <a:pt x="415048" y="1743216"/>
                </a:lnTo>
                <a:lnTo>
                  <a:pt x="498070" y="1743216"/>
                </a:lnTo>
                <a:lnTo>
                  <a:pt x="498070" y="1660194"/>
                </a:lnTo>
                <a:lnTo>
                  <a:pt x="415048" y="1660194"/>
                </a:lnTo>
                <a:close/>
                <a:moveTo>
                  <a:pt x="498070" y="1660194"/>
                </a:moveTo>
                <a:lnTo>
                  <a:pt x="498070" y="1743216"/>
                </a:lnTo>
                <a:lnTo>
                  <a:pt x="581062" y="1743216"/>
                </a:lnTo>
                <a:lnTo>
                  <a:pt x="581062" y="1660194"/>
                </a:lnTo>
                <a:lnTo>
                  <a:pt x="498070" y="1660194"/>
                </a:lnTo>
                <a:close/>
                <a:moveTo>
                  <a:pt x="581062" y="1660194"/>
                </a:moveTo>
                <a:lnTo>
                  <a:pt x="581062" y="1743216"/>
                </a:lnTo>
                <a:lnTo>
                  <a:pt x="664084" y="1743216"/>
                </a:lnTo>
                <a:lnTo>
                  <a:pt x="664084" y="1660194"/>
                </a:lnTo>
                <a:lnTo>
                  <a:pt x="581062" y="1660194"/>
                </a:lnTo>
                <a:close/>
                <a:moveTo>
                  <a:pt x="830097" y="1660194"/>
                </a:moveTo>
                <a:lnTo>
                  <a:pt x="830097" y="1743216"/>
                </a:lnTo>
                <a:lnTo>
                  <a:pt x="913119" y="1743216"/>
                </a:lnTo>
                <a:lnTo>
                  <a:pt x="913119" y="1660194"/>
                </a:lnTo>
                <a:lnTo>
                  <a:pt x="830097" y="1660194"/>
                </a:lnTo>
                <a:close/>
                <a:moveTo>
                  <a:pt x="1162154" y="1660194"/>
                </a:moveTo>
                <a:lnTo>
                  <a:pt x="1162154" y="1743216"/>
                </a:lnTo>
                <a:lnTo>
                  <a:pt x="1245145" y="1743216"/>
                </a:lnTo>
                <a:lnTo>
                  <a:pt x="1245145" y="1660194"/>
                </a:lnTo>
                <a:lnTo>
                  <a:pt x="1162154" y="1660194"/>
                </a:lnTo>
                <a:close/>
                <a:moveTo>
                  <a:pt x="1411189" y="1660194"/>
                </a:moveTo>
                <a:lnTo>
                  <a:pt x="1411189" y="1743216"/>
                </a:lnTo>
                <a:lnTo>
                  <a:pt x="1494180" y="1743216"/>
                </a:lnTo>
                <a:lnTo>
                  <a:pt x="1494180" y="1660194"/>
                </a:lnTo>
                <a:lnTo>
                  <a:pt x="1411189" y="1660194"/>
                </a:lnTo>
                <a:close/>
                <a:moveTo>
                  <a:pt x="1494180" y="1660194"/>
                </a:moveTo>
                <a:lnTo>
                  <a:pt x="1494180" y="1743216"/>
                </a:lnTo>
                <a:lnTo>
                  <a:pt x="1577202" y="1743216"/>
                </a:lnTo>
                <a:lnTo>
                  <a:pt x="1577202" y="1660194"/>
                </a:lnTo>
                <a:lnTo>
                  <a:pt x="1494180" y="1660194"/>
                </a:lnTo>
                <a:close/>
                <a:moveTo>
                  <a:pt x="1577202" y="1660194"/>
                </a:moveTo>
                <a:lnTo>
                  <a:pt x="1577202" y="1743216"/>
                </a:lnTo>
                <a:lnTo>
                  <a:pt x="1660194" y="1743216"/>
                </a:lnTo>
                <a:lnTo>
                  <a:pt x="1660194" y="1660194"/>
                </a:lnTo>
                <a:lnTo>
                  <a:pt x="1577202" y="1660194"/>
                </a:lnTo>
                <a:close/>
                <a:moveTo>
                  <a:pt x="1660194" y="1660194"/>
                </a:moveTo>
                <a:lnTo>
                  <a:pt x="1660194" y="1743216"/>
                </a:lnTo>
                <a:lnTo>
                  <a:pt x="1743216" y="1743216"/>
                </a:lnTo>
                <a:lnTo>
                  <a:pt x="1743216" y="1660194"/>
                </a:lnTo>
                <a:lnTo>
                  <a:pt x="1660194" y="1660194"/>
                </a:lnTo>
                <a:close/>
                <a:moveTo>
                  <a:pt x="1743216" y="1660194"/>
                </a:moveTo>
                <a:lnTo>
                  <a:pt x="1743216" y="1743216"/>
                </a:lnTo>
                <a:lnTo>
                  <a:pt x="1826237" y="1743216"/>
                </a:lnTo>
                <a:lnTo>
                  <a:pt x="1826237" y="1660194"/>
                </a:lnTo>
                <a:lnTo>
                  <a:pt x="1743216" y="1660194"/>
                </a:lnTo>
                <a:close/>
                <a:moveTo>
                  <a:pt x="1826237" y="1660194"/>
                </a:moveTo>
                <a:lnTo>
                  <a:pt x="1826237" y="1743216"/>
                </a:lnTo>
                <a:lnTo>
                  <a:pt x="1909229" y="1743216"/>
                </a:lnTo>
                <a:lnTo>
                  <a:pt x="1909229" y="1660194"/>
                </a:lnTo>
                <a:lnTo>
                  <a:pt x="1826237" y="1660194"/>
                </a:lnTo>
                <a:close/>
                <a:moveTo>
                  <a:pt x="1909229" y="1660194"/>
                </a:moveTo>
                <a:lnTo>
                  <a:pt x="1909229" y="1743216"/>
                </a:lnTo>
                <a:lnTo>
                  <a:pt x="1992251" y="1743216"/>
                </a:lnTo>
                <a:lnTo>
                  <a:pt x="1992251" y="1660194"/>
                </a:lnTo>
                <a:lnTo>
                  <a:pt x="1909229" y="1660194"/>
                </a:lnTo>
                <a:close/>
                <a:moveTo>
                  <a:pt x="1992251" y="1660194"/>
                </a:moveTo>
                <a:lnTo>
                  <a:pt x="1992251" y="1743216"/>
                </a:lnTo>
                <a:lnTo>
                  <a:pt x="2075272" y="1743216"/>
                </a:lnTo>
                <a:lnTo>
                  <a:pt x="2075272" y="1660194"/>
                </a:lnTo>
                <a:lnTo>
                  <a:pt x="1992251" y="1660194"/>
                </a:lnTo>
                <a:close/>
                <a:moveTo>
                  <a:pt x="2324277" y="1660194"/>
                </a:moveTo>
                <a:lnTo>
                  <a:pt x="2324277" y="1743216"/>
                </a:lnTo>
                <a:lnTo>
                  <a:pt x="2407299" y="1743216"/>
                </a:lnTo>
                <a:lnTo>
                  <a:pt x="2407299" y="1660194"/>
                </a:lnTo>
                <a:lnTo>
                  <a:pt x="2324277" y="1660194"/>
                </a:lnTo>
                <a:close/>
                <a:moveTo>
                  <a:pt x="664084" y="1743216"/>
                </a:moveTo>
                <a:lnTo>
                  <a:pt x="664084" y="1826237"/>
                </a:lnTo>
                <a:lnTo>
                  <a:pt x="747105" y="1826237"/>
                </a:lnTo>
                <a:lnTo>
                  <a:pt x="747105" y="1743216"/>
                </a:lnTo>
                <a:lnTo>
                  <a:pt x="664084" y="1743216"/>
                </a:lnTo>
                <a:close/>
                <a:moveTo>
                  <a:pt x="830097" y="1743216"/>
                </a:moveTo>
                <a:lnTo>
                  <a:pt x="830097" y="1826237"/>
                </a:lnTo>
                <a:lnTo>
                  <a:pt x="913119" y="1826237"/>
                </a:lnTo>
                <a:lnTo>
                  <a:pt x="913119" y="1743216"/>
                </a:lnTo>
                <a:lnTo>
                  <a:pt x="830097" y="1743216"/>
                </a:lnTo>
                <a:close/>
                <a:moveTo>
                  <a:pt x="913119" y="1743216"/>
                </a:moveTo>
                <a:lnTo>
                  <a:pt x="913119" y="1826237"/>
                </a:lnTo>
                <a:lnTo>
                  <a:pt x="996110" y="1826237"/>
                </a:lnTo>
                <a:lnTo>
                  <a:pt x="996110" y="1743216"/>
                </a:lnTo>
                <a:lnTo>
                  <a:pt x="913119" y="1743216"/>
                </a:lnTo>
                <a:close/>
                <a:moveTo>
                  <a:pt x="1079132" y="1743216"/>
                </a:moveTo>
                <a:lnTo>
                  <a:pt x="1079132" y="1826237"/>
                </a:lnTo>
                <a:lnTo>
                  <a:pt x="1162154" y="1826237"/>
                </a:lnTo>
                <a:lnTo>
                  <a:pt x="1162154" y="1743216"/>
                </a:lnTo>
                <a:lnTo>
                  <a:pt x="1079132" y="1743216"/>
                </a:lnTo>
                <a:close/>
                <a:moveTo>
                  <a:pt x="1162154" y="1743216"/>
                </a:moveTo>
                <a:lnTo>
                  <a:pt x="1162154" y="1826237"/>
                </a:lnTo>
                <a:lnTo>
                  <a:pt x="1245145" y="1826237"/>
                </a:lnTo>
                <a:lnTo>
                  <a:pt x="1245145" y="1743216"/>
                </a:lnTo>
                <a:lnTo>
                  <a:pt x="1162154" y="1743216"/>
                </a:lnTo>
                <a:close/>
                <a:moveTo>
                  <a:pt x="1245145" y="1743216"/>
                </a:moveTo>
                <a:lnTo>
                  <a:pt x="1245145" y="1826237"/>
                </a:lnTo>
                <a:lnTo>
                  <a:pt x="1328167" y="1826237"/>
                </a:lnTo>
                <a:lnTo>
                  <a:pt x="1328167" y="1743216"/>
                </a:lnTo>
                <a:lnTo>
                  <a:pt x="1245145" y="1743216"/>
                </a:lnTo>
                <a:close/>
                <a:moveTo>
                  <a:pt x="1660194" y="1743216"/>
                </a:moveTo>
                <a:lnTo>
                  <a:pt x="1660194" y="1826237"/>
                </a:lnTo>
                <a:lnTo>
                  <a:pt x="1743216" y="1826237"/>
                </a:lnTo>
                <a:lnTo>
                  <a:pt x="1743216" y="1743216"/>
                </a:lnTo>
                <a:lnTo>
                  <a:pt x="1660194" y="1743216"/>
                </a:lnTo>
                <a:close/>
                <a:moveTo>
                  <a:pt x="1992251" y="1743216"/>
                </a:moveTo>
                <a:lnTo>
                  <a:pt x="1992251" y="1826237"/>
                </a:lnTo>
                <a:lnTo>
                  <a:pt x="2075272" y="1826237"/>
                </a:lnTo>
                <a:lnTo>
                  <a:pt x="2075272" y="1743216"/>
                </a:lnTo>
                <a:lnTo>
                  <a:pt x="1992251" y="1743216"/>
                </a:lnTo>
                <a:close/>
                <a:moveTo>
                  <a:pt x="2075272" y="1743216"/>
                </a:moveTo>
                <a:lnTo>
                  <a:pt x="2075272" y="1826237"/>
                </a:lnTo>
                <a:lnTo>
                  <a:pt x="2158264" y="1826237"/>
                </a:lnTo>
                <a:lnTo>
                  <a:pt x="2158264" y="1743216"/>
                </a:lnTo>
                <a:lnTo>
                  <a:pt x="2075272" y="1743216"/>
                </a:lnTo>
                <a:close/>
                <a:moveTo>
                  <a:pt x="2158264" y="1743216"/>
                </a:moveTo>
                <a:lnTo>
                  <a:pt x="2158264" y="1826237"/>
                </a:lnTo>
                <a:lnTo>
                  <a:pt x="2241286" y="1826237"/>
                </a:lnTo>
                <a:lnTo>
                  <a:pt x="2241286" y="1743216"/>
                </a:lnTo>
                <a:lnTo>
                  <a:pt x="2158264" y="1743216"/>
                </a:lnTo>
                <a:close/>
                <a:moveTo>
                  <a:pt x="0" y="1826237"/>
                </a:moveTo>
                <a:lnTo>
                  <a:pt x="0" y="1909229"/>
                </a:lnTo>
                <a:lnTo>
                  <a:pt x="83022" y="1909229"/>
                </a:lnTo>
                <a:lnTo>
                  <a:pt x="83022" y="1826237"/>
                </a:lnTo>
                <a:lnTo>
                  <a:pt x="0" y="1826237"/>
                </a:lnTo>
                <a:close/>
                <a:moveTo>
                  <a:pt x="83022" y="1826237"/>
                </a:moveTo>
                <a:lnTo>
                  <a:pt x="83022" y="1909229"/>
                </a:lnTo>
                <a:lnTo>
                  <a:pt x="166013" y="1909229"/>
                </a:lnTo>
                <a:lnTo>
                  <a:pt x="166013" y="1826237"/>
                </a:lnTo>
                <a:lnTo>
                  <a:pt x="83022" y="1826237"/>
                </a:lnTo>
                <a:close/>
                <a:moveTo>
                  <a:pt x="166013" y="1826237"/>
                </a:moveTo>
                <a:lnTo>
                  <a:pt x="166013" y="1909229"/>
                </a:lnTo>
                <a:lnTo>
                  <a:pt x="249035" y="1909229"/>
                </a:lnTo>
                <a:lnTo>
                  <a:pt x="249035" y="1826237"/>
                </a:lnTo>
                <a:lnTo>
                  <a:pt x="166013" y="1826237"/>
                </a:lnTo>
                <a:close/>
                <a:moveTo>
                  <a:pt x="249035" y="1826237"/>
                </a:moveTo>
                <a:lnTo>
                  <a:pt x="249035" y="1909229"/>
                </a:lnTo>
                <a:lnTo>
                  <a:pt x="332027" y="1909229"/>
                </a:lnTo>
                <a:lnTo>
                  <a:pt x="332027" y="1826237"/>
                </a:lnTo>
                <a:lnTo>
                  <a:pt x="249035" y="1826237"/>
                </a:lnTo>
                <a:close/>
                <a:moveTo>
                  <a:pt x="332027" y="1826237"/>
                </a:moveTo>
                <a:lnTo>
                  <a:pt x="332027" y="1909229"/>
                </a:lnTo>
                <a:lnTo>
                  <a:pt x="415048" y="1909229"/>
                </a:lnTo>
                <a:lnTo>
                  <a:pt x="415048" y="1826237"/>
                </a:lnTo>
                <a:lnTo>
                  <a:pt x="332027" y="1826237"/>
                </a:lnTo>
                <a:close/>
                <a:moveTo>
                  <a:pt x="415048" y="1826237"/>
                </a:moveTo>
                <a:lnTo>
                  <a:pt x="415048" y="1909229"/>
                </a:lnTo>
                <a:lnTo>
                  <a:pt x="498070" y="1909229"/>
                </a:lnTo>
                <a:lnTo>
                  <a:pt x="498070" y="1826237"/>
                </a:lnTo>
                <a:lnTo>
                  <a:pt x="415048" y="1826237"/>
                </a:lnTo>
                <a:close/>
                <a:moveTo>
                  <a:pt x="498070" y="1826237"/>
                </a:moveTo>
                <a:lnTo>
                  <a:pt x="498070" y="1909229"/>
                </a:lnTo>
                <a:lnTo>
                  <a:pt x="581062" y="1909229"/>
                </a:lnTo>
                <a:lnTo>
                  <a:pt x="581062" y="1826237"/>
                </a:lnTo>
                <a:lnTo>
                  <a:pt x="498070" y="1826237"/>
                </a:lnTo>
                <a:close/>
                <a:moveTo>
                  <a:pt x="830097" y="1826237"/>
                </a:moveTo>
                <a:lnTo>
                  <a:pt x="830097" y="1909229"/>
                </a:lnTo>
                <a:lnTo>
                  <a:pt x="913119" y="1909229"/>
                </a:lnTo>
                <a:lnTo>
                  <a:pt x="913119" y="1826237"/>
                </a:lnTo>
                <a:lnTo>
                  <a:pt x="830097" y="1826237"/>
                </a:lnTo>
                <a:close/>
                <a:moveTo>
                  <a:pt x="913119" y="1826237"/>
                </a:moveTo>
                <a:lnTo>
                  <a:pt x="913119" y="1909229"/>
                </a:lnTo>
                <a:lnTo>
                  <a:pt x="996110" y="1909229"/>
                </a:lnTo>
                <a:lnTo>
                  <a:pt x="996110" y="1826237"/>
                </a:lnTo>
                <a:lnTo>
                  <a:pt x="913119" y="1826237"/>
                </a:lnTo>
                <a:close/>
                <a:moveTo>
                  <a:pt x="996110" y="1826237"/>
                </a:moveTo>
                <a:lnTo>
                  <a:pt x="996110" y="1909229"/>
                </a:lnTo>
                <a:lnTo>
                  <a:pt x="1079132" y="1909229"/>
                </a:lnTo>
                <a:lnTo>
                  <a:pt x="1079132" y="1826237"/>
                </a:lnTo>
                <a:lnTo>
                  <a:pt x="996110" y="1826237"/>
                </a:lnTo>
                <a:close/>
                <a:moveTo>
                  <a:pt x="1079132" y="1826237"/>
                </a:moveTo>
                <a:lnTo>
                  <a:pt x="1079132" y="1909229"/>
                </a:lnTo>
                <a:lnTo>
                  <a:pt x="1162154" y="1909229"/>
                </a:lnTo>
                <a:lnTo>
                  <a:pt x="1162154" y="1826237"/>
                </a:lnTo>
                <a:lnTo>
                  <a:pt x="1079132" y="1826237"/>
                </a:lnTo>
                <a:close/>
                <a:moveTo>
                  <a:pt x="1162154" y="1826237"/>
                </a:moveTo>
                <a:lnTo>
                  <a:pt x="1162154" y="1909229"/>
                </a:lnTo>
                <a:lnTo>
                  <a:pt x="1245145" y="1909229"/>
                </a:lnTo>
                <a:lnTo>
                  <a:pt x="1245145" y="1826237"/>
                </a:lnTo>
                <a:lnTo>
                  <a:pt x="1162154" y="1826237"/>
                </a:lnTo>
                <a:close/>
                <a:moveTo>
                  <a:pt x="1494180" y="1826237"/>
                </a:moveTo>
                <a:lnTo>
                  <a:pt x="1494180" y="1909229"/>
                </a:lnTo>
                <a:lnTo>
                  <a:pt x="1577202" y="1909229"/>
                </a:lnTo>
                <a:lnTo>
                  <a:pt x="1577202" y="1826237"/>
                </a:lnTo>
                <a:lnTo>
                  <a:pt x="1494180" y="1826237"/>
                </a:lnTo>
                <a:close/>
                <a:moveTo>
                  <a:pt x="1660194" y="1826237"/>
                </a:moveTo>
                <a:lnTo>
                  <a:pt x="1660194" y="1909229"/>
                </a:lnTo>
                <a:lnTo>
                  <a:pt x="1743216" y="1909229"/>
                </a:lnTo>
                <a:lnTo>
                  <a:pt x="1743216" y="1826237"/>
                </a:lnTo>
                <a:lnTo>
                  <a:pt x="1660194" y="1826237"/>
                </a:lnTo>
                <a:close/>
                <a:moveTo>
                  <a:pt x="1826237" y="1826237"/>
                </a:moveTo>
                <a:lnTo>
                  <a:pt x="1826237" y="1909229"/>
                </a:lnTo>
                <a:lnTo>
                  <a:pt x="1909229" y="1909229"/>
                </a:lnTo>
                <a:lnTo>
                  <a:pt x="1909229" y="1826237"/>
                </a:lnTo>
                <a:lnTo>
                  <a:pt x="1826237" y="1826237"/>
                </a:lnTo>
                <a:close/>
                <a:moveTo>
                  <a:pt x="1992251" y="1826237"/>
                </a:moveTo>
                <a:lnTo>
                  <a:pt x="1992251" y="1909229"/>
                </a:lnTo>
                <a:lnTo>
                  <a:pt x="2075272" y="1909229"/>
                </a:lnTo>
                <a:lnTo>
                  <a:pt x="2075272" y="1826237"/>
                </a:lnTo>
                <a:lnTo>
                  <a:pt x="1992251" y="1826237"/>
                </a:lnTo>
                <a:close/>
                <a:moveTo>
                  <a:pt x="2241286" y="1826237"/>
                </a:moveTo>
                <a:lnTo>
                  <a:pt x="2241286" y="1909229"/>
                </a:lnTo>
                <a:lnTo>
                  <a:pt x="2324277" y="1909229"/>
                </a:lnTo>
                <a:lnTo>
                  <a:pt x="2324277" y="1826237"/>
                </a:lnTo>
                <a:lnTo>
                  <a:pt x="2241286" y="1826237"/>
                </a:lnTo>
                <a:close/>
                <a:moveTo>
                  <a:pt x="0" y="1909229"/>
                </a:moveTo>
                <a:lnTo>
                  <a:pt x="0" y="1992251"/>
                </a:lnTo>
                <a:lnTo>
                  <a:pt x="83022" y="1992251"/>
                </a:lnTo>
                <a:lnTo>
                  <a:pt x="83022" y="1909229"/>
                </a:lnTo>
                <a:lnTo>
                  <a:pt x="0" y="1909229"/>
                </a:lnTo>
                <a:close/>
                <a:moveTo>
                  <a:pt x="498070" y="1909229"/>
                </a:moveTo>
                <a:lnTo>
                  <a:pt x="498070" y="1992251"/>
                </a:lnTo>
                <a:lnTo>
                  <a:pt x="581062" y="1992251"/>
                </a:lnTo>
                <a:lnTo>
                  <a:pt x="581062" y="1909229"/>
                </a:lnTo>
                <a:lnTo>
                  <a:pt x="498070" y="1909229"/>
                </a:lnTo>
                <a:close/>
                <a:moveTo>
                  <a:pt x="747105" y="1909229"/>
                </a:moveTo>
                <a:lnTo>
                  <a:pt x="747105" y="1992251"/>
                </a:lnTo>
                <a:lnTo>
                  <a:pt x="830097" y="1992251"/>
                </a:lnTo>
                <a:lnTo>
                  <a:pt x="830097" y="1909229"/>
                </a:lnTo>
                <a:lnTo>
                  <a:pt x="747105" y="1909229"/>
                </a:lnTo>
                <a:close/>
                <a:moveTo>
                  <a:pt x="830097" y="1909229"/>
                </a:moveTo>
                <a:lnTo>
                  <a:pt x="830097" y="1992251"/>
                </a:lnTo>
                <a:lnTo>
                  <a:pt x="913119" y="1992251"/>
                </a:lnTo>
                <a:lnTo>
                  <a:pt x="913119" y="1909229"/>
                </a:lnTo>
                <a:lnTo>
                  <a:pt x="830097" y="1909229"/>
                </a:lnTo>
                <a:close/>
                <a:moveTo>
                  <a:pt x="996110" y="1909229"/>
                </a:moveTo>
                <a:lnTo>
                  <a:pt x="996110" y="1992251"/>
                </a:lnTo>
                <a:lnTo>
                  <a:pt x="1079132" y="1992251"/>
                </a:lnTo>
                <a:lnTo>
                  <a:pt x="1079132" y="1909229"/>
                </a:lnTo>
                <a:lnTo>
                  <a:pt x="996110" y="1909229"/>
                </a:lnTo>
                <a:close/>
                <a:moveTo>
                  <a:pt x="1162154" y="1909229"/>
                </a:moveTo>
                <a:lnTo>
                  <a:pt x="1162154" y="1992251"/>
                </a:lnTo>
                <a:lnTo>
                  <a:pt x="1245145" y="1992251"/>
                </a:lnTo>
                <a:lnTo>
                  <a:pt x="1245145" y="1909229"/>
                </a:lnTo>
                <a:lnTo>
                  <a:pt x="1162154" y="1909229"/>
                </a:lnTo>
                <a:close/>
                <a:moveTo>
                  <a:pt x="1245145" y="1909229"/>
                </a:moveTo>
                <a:lnTo>
                  <a:pt x="1245145" y="1992251"/>
                </a:lnTo>
                <a:lnTo>
                  <a:pt x="1328167" y="1992251"/>
                </a:lnTo>
                <a:lnTo>
                  <a:pt x="1328167" y="1909229"/>
                </a:lnTo>
                <a:lnTo>
                  <a:pt x="1245145" y="1909229"/>
                </a:lnTo>
                <a:close/>
                <a:moveTo>
                  <a:pt x="1577202" y="1909229"/>
                </a:moveTo>
                <a:lnTo>
                  <a:pt x="1577202" y="1992251"/>
                </a:lnTo>
                <a:lnTo>
                  <a:pt x="1660194" y="1992251"/>
                </a:lnTo>
                <a:lnTo>
                  <a:pt x="1660194" y="1909229"/>
                </a:lnTo>
                <a:lnTo>
                  <a:pt x="1577202" y="1909229"/>
                </a:lnTo>
                <a:close/>
                <a:moveTo>
                  <a:pt x="1660194" y="1909229"/>
                </a:moveTo>
                <a:lnTo>
                  <a:pt x="1660194" y="1992251"/>
                </a:lnTo>
                <a:lnTo>
                  <a:pt x="1743216" y="1992251"/>
                </a:lnTo>
                <a:lnTo>
                  <a:pt x="1743216" y="1909229"/>
                </a:lnTo>
                <a:lnTo>
                  <a:pt x="1660194" y="1909229"/>
                </a:lnTo>
                <a:close/>
                <a:moveTo>
                  <a:pt x="1992251" y="1909229"/>
                </a:moveTo>
                <a:lnTo>
                  <a:pt x="1992251" y="1992251"/>
                </a:lnTo>
                <a:lnTo>
                  <a:pt x="2075272" y="1992251"/>
                </a:lnTo>
                <a:lnTo>
                  <a:pt x="2075272" y="1909229"/>
                </a:lnTo>
                <a:lnTo>
                  <a:pt x="1992251" y="1909229"/>
                </a:lnTo>
                <a:close/>
                <a:moveTo>
                  <a:pt x="2075272" y="1909229"/>
                </a:moveTo>
                <a:lnTo>
                  <a:pt x="2075272" y="1992251"/>
                </a:lnTo>
                <a:lnTo>
                  <a:pt x="2158264" y="1992251"/>
                </a:lnTo>
                <a:lnTo>
                  <a:pt x="2158264" y="1909229"/>
                </a:lnTo>
                <a:lnTo>
                  <a:pt x="2075272" y="1909229"/>
                </a:lnTo>
                <a:close/>
                <a:moveTo>
                  <a:pt x="2158264" y="1909229"/>
                </a:moveTo>
                <a:lnTo>
                  <a:pt x="2158264" y="1992251"/>
                </a:lnTo>
                <a:lnTo>
                  <a:pt x="2241286" y="1992251"/>
                </a:lnTo>
                <a:lnTo>
                  <a:pt x="2241286" y="1909229"/>
                </a:lnTo>
                <a:lnTo>
                  <a:pt x="2158264" y="1909229"/>
                </a:lnTo>
                <a:close/>
                <a:moveTo>
                  <a:pt x="2241286" y="1909229"/>
                </a:moveTo>
                <a:lnTo>
                  <a:pt x="2241286" y="1992251"/>
                </a:lnTo>
                <a:lnTo>
                  <a:pt x="2324277" y="1992251"/>
                </a:lnTo>
                <a:lnTo>
                  <a:pt x="2324277" y="1909229"/>
                </a:lnTo>
                <a:lnTo>
                  <a:pt x="2241286" y="1909229"/>
                </a:lnTo>
                <a:close/>
                <a:moveTo>
                  <a:pt x="0" y="1992251"/>
                </a:moveTo>
                <a:lnTo>
                  <a:pt x="0" y="2075272"/>
                </a:lnTo>
                <a:lnTo>
                  <a:pt x="83022" y="2075272"/>
                </a:lnTo>
                <a:lnTo>
                  <a:pt x="83022" y="1992251"/>
                </a:lnTo>
                <a:lnTo>
                  <a:pt x="0" y="1992251"/>
                </a:lnTo>
                <a:close/>
                <a:moveTo>
                  <a:pt x="166013" y="1992251"/>
                </a:moveTo>
                <a:lnTo>
                  <a:pt x="166013" y="2075272"/>
                </a:lnTo>
                <a:lnTo>
                  <a:pt x="249035" y="2075272"/>
                </a:lnTo>
                <a:lnTo>
                  <a:pt x="249035" y="1992251"/>
                </a:lnTo>
                <a:lnTo>
                  <a:pt x="166013" y="1992251"/>
                </a:lnTo>
                <a:close/>
                <a:moveTo>
                  <a:pt x="249035" y="1992251"/>
                </a:moveTo>
                <a:lnTo>
                  <a:pt x="249035" y="2075272"/>
                </a:lnTo>
                <a:lnTo>
                  <a:pt x="332027" y="2075272"/>
                </a:lnTo>
                <a:lnTo>
                  <a:pt x="332027" y="1992251"/>
                </a:lnTo>
                <a:lnTo>
                  <a:pt x="249035" y="1992251"/>
                </a:lnTo>
                <a:close/>
                <a:moveTo>
                  <a:pt x="332027" y="1992251"/>
                </a:moveTo>
                <a:lnTo>
                  <a:pt x="332027" y="2075272"/>
                </a:lnTo>
                <a:lnTo>
                  <a:pt x="415048" y="2075272"/>
                </a:lnTo>
                <a:lnTo>
                  <a:pt x="415048" y="1992251"/>
                </a:lnTo>
                <a:lnTo>
                  <a:pt x="332027" y="1992251"/>
                </a:lnTo>
                <a:close/>
                <a:moveTo>
                  <a:pt x="498070" y="1992251"/>
                </a:moveTo>
                <a:lnTo>
                  <a:pt x="498070" y="2075272"/>
                </a:lnTo>
                <a:lnTo>
                  <a:pt x="581062" y="2075272"/>
                </a:lnTo>
                <a:lnTo>
                  <a:pt x="581062" y="1992251"/>
                </a:lnTo>
                <a:lnTo>
                  <a:pt x="498070" y="1992251"/>
                </a:lnTo>
                <a:close/>
                <a:moveTo>
                  <a:pt x="664084" y="1992251"/>
                </a:moveTo>
                <a:lnTo>
                  <a:pt x="664084" y="2075272"/>
                </a:lnTo>
                <a:lnTo>
                  <a:pt x="747105" y="2075272"/>
                </a:lnTo>
                <a:lnTo>
                  <a:pt x="747105" y="1992251"/>
                </a:lnTo>
                <a:lnTo>
                  <a:pt x="664084" y="1992251"/>
                </a:lnTo>
                <a:close/>
                <a:moveTo>
                  <a:pt x="747105" y="1992251"/>
                </a:moveTo>
                <a:lnTo>
                  <a:pt x="747105" y="2075272"/>
                </a:lnTo>
                <a:lnTo>
                  <a:pt x="830097" y="2075272"/>
                </a:lnTo>
                <a:lnTo>
                  <a:pt x="830097" y="1992251"/>
                </a:lnTo>
                <a:lnTo>
                  <a:pt x="747105" y="1992251"/>
                </a:lnTo>
                <a:close/>
                <a:moveTo>
                  <a:pt x="1079132" y="1992251"/>
                </a:moveTo>
                <a:lnTo>
                  <a:pt x="1079132" y="2075272"/>
                </a:lnTo>
                <a:lnTo>
                  <a:pt x="1162154" y="2075272"/>
                </a:lnTo>
                <a:lnTo>
                  <a:pt x="1162154" y="1992251"/>
                </a:lnTo>
                <a:lnTo>
                  <a:pt x="1079132" y="1992251"/>
                </a:lnTo>
                <a:close/>
                <a:moveTo>
                  <a:pt x="1245145" y="1992251"/>
                </a:moveTo>
                <a:lnTo>
                  <a:pt x="1245145" y="2075272"/>
                </a:lnTo>
                <a:lnTo>
                  <a:pt x="1328167" y="2075272"/>
                </a:lnTo>
                <a:lnTo>
                  <a:pt x="1328167" y="1992251"/>
                </a:lnTo>
                <a:lnTo>
                  <a:pt x="1245145" y="1992251"/>
                </a:lnTo>
                <a:close/>
                <a:moveTo>
                  <a:pt x="1411189" y="1992251"/>
                </a:moveTo>
                <a:lnTo>
                  <a:pt x="1411189" y="2075272"/>
                </a:lnTo>
                <a:lnTo>
                  <a:pt x="1494180" y="2075272"/>
                </a:lnTo>
                <a:lnTo>
                  <a:pt x="1494180" y="1992251"/>
                </a:lnTo>
                <a:lnTo>
                  <a:pt x="1411189" y="1992251"/>
                </a:lnTo>
                <a:close/>
                <a:moveTo>
                  <a:pt x="1577202" y="1992251"/>
                </a:moveTo>
                <a:lnTo>
                  <a:pt x="1577202" y="2075272"/>
                </a:lnTo>
                <a:lnTo>
                  <a:pt x="1660194" y="2075272"/>
                </a:lnTo>
                <a:lnTo>
                  <a:pt x="1660194" y="1992251"/>
                </a:lnTo>
                <a:lnTo>
                  <a:pt x="1577202" y="1992251"/>
                </a:lnTo>
                <a:close/>
                <a:moveTo>
                  <a:pt x="1660194" y="1992251"/>
                </a:moveTo>
                <a:lnTo>
                  <a:pt x="1660194" y="2075272"/>
                </a:lnTo>
                <a:lnTo>
                  <a:pt x="1743216" y="2075272"/>
                </a:lnTo>
                <a:lnTo>
                  <a:pt x="1743216" y="1992251"/>
                </a:lnTo>
                <a:lnTo>
                  <a:pt x="1660194" y="1992251"/>
                </a:lnTo>
                <a:close/>
                <a:moveTo>
                  <a:pt x="1743216" y="1992251"/>
                </a:moveTo>
                <a:lnTo>
                  <a:pt x="1743216" y="2075272"/>
                </a:lnTo>
                <a:lnTo>
                  <a:pt x="1826237" y="2075272"/>
                </a:lnTo>
                <a:lnTo>
                  <a:pt x="1826237" y="1992251"/>
                </a:lnTo>
                <a:lnTo>
                  <a:pt x="1743216" y="1992251"/>
                </a:lnTo>
                <a:close/>
                <a:moveTo>
                  <a:pt x="1826237" y="1992251"/>
                </a:moveTo>
                <a:lnTo>
                  <a:pt x="1826237" y="2075272"/>
                </a:lnTo>
                <a:lnTo>
                  <a:pt x="1909229" y="2075272"/>
                </a:lnTo>
                <a:lnTo>
                  <a:pt x="1909229" y="1992251"/>
                </a:lnTo>
                <a:lnTo>
                  <a:pt x="1826237" y="1992251"/>
                </a:lnTo>
                <a:close/>
                <a:moveTo>
                  <a:pt x="1909229" y="1992251"/>
                </a:moveTo>
                <a:lnTo>
                  <a:pt x="1909229" y="2075272"/>
                </a:lnTo>
                <a:lnTo>
                  <a:pt x="1992251" y="2075272"/>
                </a:lnTo>
                <a:lnTo>
                  <a:pt x="1992251" y="1992251"/>
                </a:lnTo>
                <a:lnTo>
                  <a:pt x="1909229" y="1992251"/>
                </a:lnTo>
                <a:close/>
                <a:moveTo>
                  <a:pt x="1992251" y="1992251"/>
                </a:moveTo>
                <a:lnTo>
                  <a:pt x="1992251" y="2075272"/>
                </a:lnTo>
                <a:lnTo>
                  <a:pt x="2075272" y="2075272"/>
                </a:lnTo>
                <a:lnTo>
                  <a:pt x="2075272" y="1992251"/>
                </a:lnTo>
                <a:lnTo>
                  <a:pt x="1992251" y="1992251"/>
                </a:lnTo>
                <a:close/>
                <a:moveTo>
                  <a:pt x="2158264" y="1992251"/>
                </a:moveTo>
                <a:lnTo>
                  <a:pt x="2158264" y="2075272"/>
                </a:lnTo>
                <a:lnTo>
                  <a:pt x="2241286" y="2075272"/>
                </a:lnTo>
                <a:lnTo>
                  <a:pt x="2241286" y="1992251"/>
                </a:lnTo>
                <a:lnTo>
                  <a:pt x="2158264" y="1992251"/>
                </a:lnTo>
                <a:close/>
                <a:moveTo>
                  <a:pt x="2324277" y="1992251"/>
                </a:moveTo>
                <a:lnTo>
                  <a:pt x="2324277" y="2075272"/>
                </a:lnTo>
                <a:lnTo>
                  <a:pt x="2407299" y="2075272"/>
                </a:lnTo>
                <a:lnTo>
                  <a:pt x="2407299" y="1992251"/>
                </a:lnTo>
                <a:lnTo>
                  <a:pt x="2324277" y="1992251"/>
                </a:lnTo>
                <a:close/>
                <a:moveTo>
                  <a:pt x="0" y="2075272"/>
                </a:moveTo>
                <a:lnTo>
                  <a:pt x="0" y="2158264"/>
                </a:lnTo>
                <a:lnTo>
                  <a:pt x="83022" y="2158264"/>
                </a:lnTo>
                <a:lnTo>
                  <a:pt x="83022" y="2075272"/>
                </a:lnTo>
                <a:lnTo>
                  <a:pt x="0" y="2075272"/>
                </a:lnTo>
                <a:close/>
                <a:moveTo>
                  <a:pt x="166013" y="2075272"/>
                </a:moveTo>
                <a:lnTo>
                  <a:pt x="166013" y="2158264"/>
                </a:lnTo>
                <a:lnTo>
                  <a:pt x="249035" y="2158264"/>
                </a:lnTo>
                <a:lnTo>
                  <a:pt x="249035" y="2075272"/>
                </a:lnTo>
                <a:lnTo>
                  <a:pt x="166013" y="2075272"/>
                </a:lnTo>
                <a:close/>
                <a:moveTo>
                  <a:pt x="249035" y="2075272"/>
                </a:moveTo>
                <a:lnTo>
                  <a:pt x="249035" y="2158264"/>
                </a:lnTo>
                <a:lnTo>
                  <a:pt x="332027" y="2158264"/>
                </a:lnTo>
                <a:lnTo>
                  <a:pt x="332027" y="2075272"/>
                </a:lnTo>
                <a:lnTo>
                  <a:pt x="249035" y="2075272"/>
                </a:lnTo>
                <a:close/>
                <a:moveTo>
                  <a:pt x="332027" y="2075272"/>
                </a:moveTo>
                <a:lnTo>
                  <a:pt x="332027" y="2158264"/>
                </a:lnTo>
                <a:lnTo>
                  <a:pt x="415048" y="2158264"/>
                </a:lnTo>
                <a:lnTo>
                  <a:pt x="415048" y="2075272"/>
                </a:lnTo>
                <a:lnTo>
                  <a:pt x="332027" y="2075272"/>
                </a:lnTo>
                <a:close/>
                <a:moveTo>
                  <a:pt x="498070" y="2075272"/>
                </a:moveTo>
                <a:lnTo>
                  <a:pt x="498070" y="2158264"/>
                </a:lnTo>
                <a:lnTo>
                  <a:pt x="581062" y="2158264"/>
                </a:lnTo>
                <a:lnTo>
                  <a:pt x="581062" y="2075272"/>
                </a:lnTo>
                <a:lnTo>
                  <a:pt x="498070" y="2075272"/>
                </a:lnTo>
                <a:close/>
                <a:moveTo>
                  <a:pt x="913119" y="2075272"/>
                </a:moveTo>
                <a:lnTo>
                  <a:pt x="913119" y="2158264"/>
                </a:lnTo>
                <a:lnTo>
                  <a:pt x="996110" y="2158264"/>
                </a:lnTo>
                <a:lnTo>
                  <a:pt x="996110" y="2075272"/>
                </a:lnTo>
                <a:lnTo>
                  <a:pt x="913119" y="2075272"/>
                </a:lnTo>
                <a:close/>
                <a:moveTo>
                  <a:pt x="1079132" y="2075272"/>
                </a:moveTo>
                <a:lnTo>
                  <a:pt x="1079132" y="2158264"/>
                </a:lnTo>
                <a:lnTo>
                  <a:pt x="1162154" y="2158264"/>
                </a:lnTo>
                <a:lnTo>
                  <a:pt x="1162154" y="2075272"/>
                </a:lnTo>
                <a:lnTo>
                  <a:pt x="1079132" y="2075272"/>
                </a:lnTo>
                <a:close/>
                <a:moveTo>
                  <a:pt x="1328167" y="2075272"/>
                </a:moveTo>
                <a:lnTo>
                  <a:pt x="1328167" y="2158264"/>
                </a:lnTo>
                <a:lnTo>
                  <a:pt x="1411189" y="2158264"/>
                </a:lnTo>
                <a:lnTo>
                  <a:pt x="1411189" y="2075272"/>
                </a:lnTo>
                <a:lnTo>
                  <a:pt x="1328167" y="2075272"/>
                </a:lnTo>
                <a:close/>
                <a:moveTo>
                  <a:pt x="1494180" y="2075272"/>
                </a:moveTo>
                <a:lnTo>
                  <a:pt x="1494180" y="2158264"/>
                </a:lnTo>
                <a:lnTo>
                  <a:pt x="1577202" y="2158264"/>
                </a:lnTo>
                <a:lnTo>
                  <a:pt x="1577202" y="2075272"/>
                </a:lnTo>
                <a:lnTo>
                  <a:pt x="1494180" y="2075272"/>
                </a:lnTo>
                <a:close/>
                <a:moveTo>
                  <a:pt x="1577202" y="2075272"/>
                </a:moveTo>
                <a:lnTo>
                  <a:pt x="1577202" y="2158264"/>
                </a:lnTo>
                <a:lnTo>
                  <a:pt x="1660194" y="2158264"/>
                </a:lnTo>
                <a:lnTo>
                  <a:pt x="1660194" y="2075272"/>
                </a:lnTo>
                <a:lnTo>
                  <a:pt x="1577202" y="2075272"/>
                </a:lnTo>
                <a:close/>
                <a:moveTo>
                  <a:pt x="1660194" y="2075272"/>
                </a:moveTo>
                <a:lnTo>
                  <a:pt x="1660194" y="2158264"/>
                </a:lnTo>
                <a:lnTo>
                  <a:pt x="1743216" y="2158264"/>
                </a:lnTo>
                <a:lnTo>
                  <a:pt x="1743216" y="2075272"/>
                </a:lnTo>
                <a:lnTo>
                  <a:pt x="1660194" y="2075272"/>
                </a:lnTo>
                <a:close/>
                <a:moveTo>
                  <a:pt x="1743216" y="2075272"/>
                </a:moveTo>
                <a:lnTo>
                  <a:pt x="1743216" y="2158264"/>
                </a:lnTo>
                <a:lnTo>
                  <a:pt x="1826237" y="2158264"/>
                </a:lnTo>
                <a:lnTo>
                  <a:pt x="1826237" y="2075272"/>
                </a:lnTo>
                <a:lnTo>
                  <a:pt x="1743216" y="2075272"/>
                </a:lnTo>
                <a:close/>
                <a:moveTo>
                  <a:pt x="1826237" y="2075272"/>
                </a:moveTo>
                <a:lnTo>
                  <a:pt x="1826237" y="2158264"/>
                </a:lnTo>
                <a:lnTo>
                  <a:pt x="1909229" y="2158264"/>
                </a:lnTo>
                <a:lnTo>
                  <a:pt x="1909229" y="2075272"/>
                </a:lnTo>
                <a:lnTo>
                  <a:pt x="1826237" y="2075272"/>
                </a:lnTo>
                <a:close/>
                <a:moveTo>
                  <a:pt x="1992251" y="2075272"/>
                </a:moveTo>
                <a:lnTo>
                  <a:pt x="1992251" y="2158264"/>
                </a:lnTo>
                <a:lnTo>
                  <a:pt x="2075272" y="2158264"/>
                </a:lnTo>
                <a:lnTo>
                  <a:pt x="2075272" y="2075272"/>
                </a:lnTo>
                <a:lnTo>
                  <a:pt x="1992251" y="2075272"/>
                </a:lnTo>
                <a:close/>
                <a:moveTo>
                  <a:pt x="2241286" y="2075272"/>
                </a:moveTo>
                <a:lnTo>
                  <a:pt x="2241286" y="2158264"/>
                </a:lnTo>
                <a:lnTo>
                  <a:pt x="2324277" y="2158264"/>
                </a:lnTo>
                <a:lnTo>
                  <a:pt x="2324277" y="2075272"/>
                </a:lnTo>
                <a:lnTo>
                  <a:pt x="2241286" y="2075272"/>
                </a:lnTo>
                <a:close/>
                <a:moveTo>
                  <a:pt x="2324277" y="2075272"/>
                </a:moveTo>
                <a:lnTo>
                  <a:pt x="2324277" y="2158264"/>
                </a:lnTo>
                <a:lnTo>
                  <a:pt x="2407299" y="2158264"/>
                </a:lnTo>
                <a:lnTo>
                  <a:pt x="2407299" y="2075272"/>
                </a:lnTo>
                <a:lnTo>
                  <a:pt x="2324277" y="2075272"/>
                </a:lnTo>
                <a:close/>
                <a:moveTo>
                  <a:pt x="0" y="2158264"/>
                </a:moveTo>
                <a:lnTo>
                  <a:pt x="0" y="2241286"/>
                </a:lnTo>
                <a:lnTo>
                  <a:pt x="83022" y="2241286"/>
                </a:lnTo>
                <a:lnTo>
                  <a:pt x="83022" y="2158264"/>
                </a:lnTo>
                <a:lnTo>
                  <a:pt x="0" y="2158264"/>
                </a:lnTo>
                <a:close/>
                <a:moveTo>
                  <a:pt x="166013" y="2158264"/>
                </a:moveTo>
                <a:lnTo>
                  <a:pt x="166013" y="2241286"/>
                </a:lnTo>
                <a:lnTo>
                  <a:pt x="249035" y="2241286"/>
                </a:lnTo>
                <a:lnTo>
                  <a:pt x="249035" y="2158264"/>
                </a:lnTo>
                <a:lnTo>
                  <a:pt x="166013" y="2158264"/>
                </a:lnTo>
                <a:close/>
                <a:moveTo>
                  <a:pt x="249035" y="2158264"/>
                </a:moveTo>
                <a:lnTo>
                  <a:pt x="249035" y="2241286"/>
                </a:lnTo>
                <a:lnTo>
                  <a:pt x="332027" y="2241286"/>
                </a:lnTo>
                <a:lnTo>
                  <a:pt x="332027" y="2158264"/>
                </a:lnTo>
                <a:lnTo>
                  <a:pt x="249035" y="2158264"/>
                </a:lnTo>
                <a:close/>
                <a:moveTo>
                  <a:pt x="332027" y="2158264"/>
                </a:moveTo>
                <a:lnTo>
                  <a:pt x="332027" y="2241286"/>
                </a:lnTo>
                <a:lnTo>
                  <a:pt x="415048" y="2241286"/>
                </a:lnTo>
                <a:lnTo>
                  <a:pt x="415048" y="2158264"/>
                </a:lnTo>
                <a:lnTo>
                  <a:pt x="332027" y="2158264"/>
                </a:lnTo>
                <a:close/>
                <a:moveTo>
                  <a:pt x="498070" y="2158264"/>
                </a:moveTo>
                <a:lnTo>
                  <a:pt x="498070" y="2241286"/>
                </a:lnTo>
                <a:lnTo>
                  <a:pt x="581062" y="2241286"/>
                </a:lnTo>
                <a:lnTo>
                  <a:pt x="581062" y="2158264"/>
                </a:lnTo>
                <a:lnTo>
                  <a:pt x="498070" y="2158264"/>
                </a:lnTo>
                <a:close/>
                <a:moveTo>
                  <a:pt x="664084" y="2158264"/>
                </a:moveTo>
                <a:lnTo>
                  <a:pt x="664084" y="2241286"/>
                </a:lnTo>
                <a:lnTo>
                  <a:pt x="747105" y="2241286"/>
                </a:lnTo>
                <a:lnTo>
                  <a:pt x="747105" y="2158264"/>
                </a:lnTo>
                <a:lnTo>
                  <a:pt x="664084" y="2158264"/>
                </a:lnTo>
                <a:close/>
                <a:moveTo>
                  <a:pt x="747105" y="2158264"/>
                </a:moveTo>
                <a:lnTo>
                  <a:pt x="747105" y="2241286"/>
                </a:lnTo>
                <a:lnTo>
                  <a:pt x="830097" y="2241286"/>
                </a:lnTo>
                <a:lnTo>
                  <a:pt x="830097" y="2158264"/>
                </a:lnTo>
                <a:lnTo>
                  <a:pt x="747105" y="2158264"/>
                </a:lnTo>
                <a:close/>
                <a:moveTo>
                  <a:pt x="830097" y="2158264"/>
                </a:moveTo>
                <a:lnTo>
                  <a:pt x="830097" y="2241286"/>
                </a:lnTo>
                <a:lnTo>
                  <a:pt x="913119" y="2241286"/>
                </a:lnTo>
                <a:lnTo>
                  <a:pt x="913119" y="2158264"/>
                </a:lnTo>
                <a:lnTo>
                  <a:pt x="830097" y="2158264"/>
                </a:lnTo>
                <a:close/>
                <a:moveTo>
                  <a:pt x="1079132" y="2158264"/>
                </a:moveTo>
                <a:lnTo>
                  <a:pt x="1079132" y="2241286"/>
                </a:lnTo>
                <a:lnTo>
                  <a:pt x="1162154" y="2241286"/>
                </a:lnTo>
                <a:lnTo>
                  <a:pt x="1162154" y="2158264"/>
                </a:lnTo>
                <a:lnTo>
                  <a:pt x="1079132" y="2158264"/>
                </a:lnTo>
                <a:close/>
                <a:moveTo>
                  <a:pt x="1162154" y="2158264"/>
                </a:moveTo>
                <a:lnTo>
                  <a:pt x="1162154" y="2241286"/>
                </a:lnTo>
                <a:lnTo>
                  <a:pt x="1245145" y="2241286"/>
                </a:lnTo>
                <a:lnTo>
                  <a:pt x="1245145" y="2158264"/>
                </a:lnTo>
                <a:lnTo>
                  <a:pt x="1162154" y="2158264"/>
                </a:lnTo>
                <a:close/>
                <a:moveTo>
                  <a:pt x="1245145" y="2158264"/>
                </a:moveTo>
                <a:lnTo>
                  <a:pt x="1245145" y="2241286"/>
                </a:lnTo>
                <a:lnTo>
                  <a:pt x="1328167" y="2241286"/>
                </a:lnTo>
                <a:lnTo>
                  <a:pt x="1328167" y="2158264"/>
                </a:lnTo>
                <a:lnTo>
                  <a:pt x="1245145" y="2158264"/>
                </a:lnTo>
                <a:close/>
                <a:moveTo>
                  <a:pt x="1411189" y="2158264"/>
                </a:moveTo>
                <a:lnTo>
                  <a:pt x="1411189" y="2241286"/>
                </a:lnTo>
                <a:lnTo>
                  <a:pt x="1494180" y="2241286"/>
                </a:lnTo>
                <a:lnTo>
                  <a:pt x="1494180" y="2158264"/>
                </a:lnTo>
                <a:lnTo>
                  <a:pt x="1411189" y="2158264"/>
                </a:lnTo>
                <a:close/>
                <a:moveTo>
                  <a:pt x="1577202" y="2158264"/>
                </a:moveTo>
                <a:lnTo>
                  <a:pt x="1577202" y="2241286"/>
                </a:lnTo>
                <a:lnTo>
                  <a:pt x="1660194" y="2241286"/>
                </a:lnTo>
                <a:lnTo>
                  <a:pt x="1660194" y="2158264"/>
                </a:lnTo>
                <a:lnTo>
                  <a:pt x="1577202" y="2158264"/>
                </a:lnTo>
                <a:close/>
                <a:moveTo>
                  <a:pt x="1660194" y="2158264"/>
                </a:moveTo>
                <a:lnTo>
                  <a:pt x="1660194" y="2241286"/>
                </a:lnTo>
                <a:lnTo>
                  <a:pt x="1743216" y="2241286"/>
                </a:lnTo>
                <a:lnTo>
                  <a:pt x="1743216" y="2158264"/>
                </a:lnTo>
                <a:lnTo>
                  <a:pt x="1660194" y="2158264"/>
                </a:lnTo>
                <a:close/>
                <a:moveTo>
                  <a:pt x="2158264" y="2158264"/>
                </a:moveTo>
                <a:lnTo>
                  <a:pt x="2158264" y="2241286"/>
                </a:lnTo>
                <a:lnTo>
                  <a:pt x="2241286" y="2241286"/>
                </a:lnTo>
                <a:lnTo>
                  <a:pt x="2241286" y="2158264"/>
                </a:lnTo>
                <a:lnTo>
                  <a:pt x="2158264" y="2158264"/>
                </a:lnTo>
                <a:close/>
                <a:moveTo>
                  <a:pt x="2241286" y="2158264"/>
                </a:moveTo>
                <a:lnTo>
                  <a:pt x="2241286" y="2241286"/>
                </a:lnTo>
                <a:lnTo>
                  <a:pt x="2324277" y="2241286"/>
                </a:lnTo>
                <a:lnTo>
                  <a:pt x="2324277" y="2158264"/>
                </a:lnTo>
                <a:lnTo>
                  <a:pt x="2241286" y="2158264"/>
                </a:lnTo>
                <a:close/>
                <a:moveTo>
                  <a:pt x="0" y="2241286"/>
                </a:moveTo>
                <a:lnTo>
                  <a:pt x="0" y="2324277"/>
                </a:lnTo>
                <a:lnTo>
                  <a:pt x="83022" y="2324277"/>
                </a:lnTo>
                <a:lnTo>
                  <a:pt x="83022" y="2241286"/>
                </a:lnTo>
                <a:lnTo>
                  <a:pt x="0" y="2241286"/>
                </a:lnTo>
                <a:close/>
                <a:moveTo>
                  <a:pt x="498070" y="2241286"/>
                </a:moveTo>
                <a:lnTo>
                  <a:pt x="498070" y="2324277"/>
                </a:lnTo>
                <a:lnTo>
                  <a:pt x="581062" y="2324277"/>
                </a:lnTo>
                <a:lnTo>
                  <a:pt x="581062" y="2241286"/>
                </a:lnTo>
                <a:lnTo>
                  <a:pt x="498070" y="2241286"/>
                </a:lnTo>
                <a:close/>
                <a:moveTo>
                  <a:pt x="664084" y="2241286"/>
                </a:moveTo>
                <a:lnTo>
                  <a:pt x="664084" y="2324277"/>
                </a:lnTo>
                <a:lnTo>
                  <a:pt x="747105" y="2324277"/>
                </a:lnTo>
                <a:lnTo>
                  <a:pt x="747105" y="2241286"/>
                </a:lnTo>
                <a:lnTo>
                  <a:pt x="664084" y="2241286"/>
                </a:lnTo>
                <a:close/>
                <a:moveTo>
                  <a:pt x="747105" y="2241286"/>
                </a:moveTo>
                <a:lnTo>
                  <a:pt x="747105" y="2324277"/>
                </a:lnTo>
                <a:lnTo>
                  <a:pt x="830097" y="2324277"/>
                </a:lnTo>
                <a:lnTo>
                  <a:pt x="830097" y="2241286"/>
                </a:lnTo>
                <a:lnTo>
                  <a:pt x="747105" y="2241286"/>
                </a:lnTo>
                <a:close/>
                <a:moveTo>
                  <a:pt x="1079132" y="2241286"/>
                </a:moveTo>
                <a:lnTo>
                  <a:pt x="1079132" y="2324277"/>
                </a:lnTo>
                <a:lnTo>
                  <a:pt x="1162154" y="2324277"/>
                </a:lnTo>
                <a:lnTo>
                  <a:pt x="1162154" y="2241286"/>
                </a:lnTo>
                <a:lnTo>
                  <a:pt x="1079132" y="2241286"/>
                </a:lnTo>
                <a:close/>
                <a:moveTo>
                  <a:pt x="1411189" y="2241286"/>
                </a:moveTo>
                <a:lnTo>
                  <a:pt x="1411189" y="2324277"/>
                </a:lnTo>
                <a:lnTo>
                  <a:pt x="1494180" y="2324277"/>
                </a:lnTo>
                <a:lnTo>
                  <a:pt x="1494180" y="2241286"/>
                </a:lnTo>
                <a:lnTo>
                  <a:pt x="1411189" y="2241286"/>
                </a:lnTo>
                <a:close/>
                <a:moveTo>
                  <a:pt x="1660194" y="2241286"/>
                </a:moveTo>
                <a:lnTo>
                  <a:pt x="1660194" y="2324277"/>
                </a:lnTo>
                <a:lnTo>
                  <a:pt x="1743216" y="2324277"/>
                </a:lnTo>
                <a:lnTo>
                  <a:pt x="1743216" y="2241286"/>
                </a:lnTo>
                <a:lnTo>
                  <a:pt x="1660194" y="2241286"/>
                </a:lnTo>
                <a:close/>
                <a:moveTo>
                  <a:pt x="1992251" y="2241286"/>
                </a:moveTo>
                <a:lnTo>
                  <a:pt x="1992251" y="2324277"/>
                </a:lnTo>
                <a:lnTo>
                  <a:pt x="2075272" y="2324277"/>
                </a:lnTo>
                <a:lnTo>
                  <a:pt x="2075272" y="2241286"/>
                </a:lnTo>
                <a:lnTo>
                  <a:pt x="1992251" y="2241286"/>
                </a:lnTo>
                <a:close/>
                <a:moveTo>
                  <a:pt x="2158264" y="2241286"/>
                </a:moveTo>
                <a:lnTo>
                  <a:pt x="2158264" y="2324277"/>
                </a:lnTo>
                <a:lnTo>
                  <a:pt x="2241286" y="2324277"/>
                </a:lnTo>
                <a:lnTo>
                  <a:pt x="2241286" y="2241286"/>
                </a:lnTo>
                <a:lnTo>
                  <a:pt x="2158264" y="2241286"/>
                </a:lnTo>
                <a:close/>
                <a:moveTo>
                  <a:pt x="0" y="2324277"/>
                </a:moveTo>
                <a:lnTo>
                  <a:pt x="0" y="2407299"/>
                </a:lnTo>
                <a:lnTo>
                  <a:pt x="83022" y="2407299"/>
                </a:lnTo>
                <a:lnTo>
                  <a:pt x="83022" y="2324277"/>
                </a:lnTo>
                <a:lnTo>
                  <a:pt x="0" y="2324277"/>
                </a:lnTo>
                <a:close/>
                <a:moveTo>
                  <a:pt x="83022" y="2324277"/>
                </a:moveTo>
                <a:lnTo>
                  <a:pt x="83022" y="2407299"/>
                </a:lnTo>
                <a:lnTo>
                  <a:pt x="166013" y="2407299"/>
                </a:lnTo>
                <a:lnTo>
                  <a:pt x="166013" y="2324277"/>
                </a:lnTo>
                <a:lnTo>
                  <a:pt x="83022" y="2324277"/>
                </a:lnTo>
                <a:close/>
                <a:moveTo>
                  <a:pt x="166013" y="2324277"/>
                </a:moveTo>
                <a:lnTo>
                  <a:pt x="166013" y="2407299"/>
                </a:lnTo>
                <a:lnTo>
                  <a:pt x="249035" y="2407299"/>
                </a:lnTo>
                <a:lnTo>
                  <a:pt x="249035" y="2324277"/>
                </a:lnTo>
                <a:lnTo>
                  <a:pt x="166013" y="2324277"/>
                </a:lnTo>
                <a:close/>
                <a:moveTo>
                  <a:pt x="249035" y="2324277"/>
                </a:moveTo>
                <a:lnTo>
                  <a:pt x="249035" y="2407299"/>
                </a:lnTo>
                <a:lnTo>
                  <a:pt x="332027" y="2407299"/>
                </a:lnTo>
                <a:lnTo>
                  <a:pt x="332027" y="2324277"/>
                </a:lnTo>
                <a:lnTo>
                  <a:pt x="249035" y="2324277"/>
                </a:lnTo>
                <a:close/>
                <a:moveTo>
                  <a:pt x="332027" y="2324277"/>
                </a:moveTo>
                <a:lnTo>
                  <a:pt x="332027" y="2407299"/>
                </a:lnTo>
                <a:lnTo>
                  <a:pt x="415048" y="2407299"/>
                </a:lnTo>
                <a:lnTo>
                  <a:pt x="415048" y="2324277"/>
                </a:lnTo>
                <a:lnTo>
                  <a:pt x="332027" y="2324277"/>
                </a:lnTo>
                <a:close/>
                <a:moveTo>
                  <a:pt x="415048" y="2324277"/>
                </a:moveTo>
                <a:lnTo>
                  <a:pt x="415048" y="2407299"/>
                </a:lnTo>
                <a:lnTo>
                  <a:pt x="498070" y="2407299"/>
                </a:lnTo>
                <a:lnTo>
                  <a:pt x="498070" y="2324277"/>
                </a:lnTo>
                <a:lnTo>
                  <a:pt x="415048" y="2324277"/>
                </a:lnTo>
                <a:close/>
                <a:moveTo>
                  <a:pt x="498070" y="2324277"/>
                </a:moveTo>
                <a:lnTo>
                  <a:pt x="498070" y="2407299"/>
                </a:lnTo>
                <a:lnTo>
                  <a:pt x="581062" y="2407299"/>
                </a:lnTo>
                <a:lnTo>
                  <a:pt x="581062" y="2324277"/>
                </a:lnTo>
                <a:lnTo>
                  <a:pt x="498070" y="2324277"/>
                </a:lnTo>
                <a:close/>
                <a:moveTo>
                  <a:pt x="664084" y="2324277"/>
                </a:moveTo>
                <a:lnTo>
                  <a:pt x="664084" y="2407299"/>
                </a:lnTo>
                <a:lnTo>
                  <a:pt x="747105" y="2407299"/>
                </a:lnTo>
                <a:lnTo>
                  <a:pt x="747105" y="2324277"/>
                </a:lnTo>
                <a:lnTo>
                  <a:pt x="664084" y="2324277"/>
                </a:lnTo>
                <a:close/>
                <a:moveTo>
                  <a:pt x="913119" y="2324277"/>
                </a:moveTo>
                <a:lnTo>
                  <a:pt x="913119" y="2407299"/>
                </a:lnTo>
                <a:lnTo>
                  <a:pt x="996110" y="2407299"/>
                </a:lnTo>
                <a:lnTo>
                  <a:pt x="996110" y="2324277"/>
                </a:lnTo>
                <a:lnTo>
                  <a:pt x="913119" y="2324277"/>
                </a:lnTo>
                <a:close/>
                <a:moveTo>
                  <a:pt x="996110" y="2324277"/>
                </a:moveTo>
                <a:lnTo>
                  <a:pt x="996110" y="2407299"/>
                </a:lnTo>
                <a:lnTo>
                  <a:pt x="1079132" y="2407299"/>
                </a:lnTo>
                <a:lnTo>
                  <a:pt x="1079132" y="2324277"/>
                </a:lnTo>
                <a:lnTo>
                  <a:pt x="996110" y="2324277"/>
                </a:lnTo>
                <a:close/>
                <a:moveTo>
                  <a:pt x="1079132" y="2324277"/>
                </a:moveTo>
                <a:lnTo>
                  <a:pt x="1079132" y="2407299"/>
                </a:lnTo>
                <a:lnTo>
                  <a:pt x="1162154" y="2407299"/>
                </a:lnTo>
                <a:lnTo>
                  <a:pt x="1162154" y="2324277"/>
                </a:lnTo>
                <a:lnTo>
                  <a:pt x="1079132" y="2324277"/>
                </a:lnTo>
                <a:close/>
                <a:moveTo>
                  <a:pt x="1162154" y="2324277"/>
                </a:moveTo>
                <a:lnTo>
                  <a:pt x="1162154" y="2407299"/>
                </a:lnTo>
                <a:lnTo>
                  <a:pt x="1245145" y="2407299"/>
                </a:lnTo>
                <a:lnTo>
                  <a:pt x="1245145" y="2324277"/>
                </a:lnTo>
                <a:lnTo>
                  <a:pt x="1162154" y="2324277"/>
                </a:lnTo>
                <a:close/>
                <a:moveTo>
                  <a:pt x="1245145" y="2324277"/>
                </a:moveTo>
                <a:lnTo>
                  <a:pt x="1245145" y="2407299"/>
                </a:lnTo>
                <a:lnTo>
                  <a:pt x="1328167" y="2407299"/>
                </a:lnTo>
                <a:lnTo>
                  <a:pt x="1328167" y="2324277"/>
                </a:lnTo>
                <a:lnTo>
                  <a:pt x="1245145" y="2324277"/>
                </a:lnTo>
                <a:close/>
                <a:moveTo>
                  <a:pt x="1494180" y="2324277"/>
                </a:moveTo>
                <a:lnTo>
                  <a:pt x="1494180" y="2407299"/>
                </a:lnTo>
                <a:lnTo>
                  <a:pt x="1577202" y="2407299"/>
                </a:lnTo>
                <a:lnTo>
                  <a:pt x="1577202" y="2324277"/>
                </a:lnTo>
                <a:lnTo>
                  <a:pt x="1494180" y="2324277"/>
                </a:lnTo>
                <a:close/>
                <a:moveTo>
                  <a:pt x="1992251" y="2324277"/>
                </a:moveTo>
                <a:lnTo>
                  <a:pt x="1992251" y="2407299"/>
                </a:lnTo>
                <a:lnTo>
                  <a:pt x="2075272" y="2407299"/>
                </a:lnTo>
                <a:lnTo>
                  <a:pt x="2075272" y="2324277"/>
                </a:lnTo>
                <a:lnTo>
                  <a:pt x="1992251" y="2324277"/>
                </a:lnTo>
                <a:close/>
                <a:moveTo>
                  <a:pt x="2075272" y="2324277"/>
                </a:moveTo>
                <a:lnTo>
                  <a:pt x="2075272" y="2407299"/>
                </a:lnTo>
                <a:lnTo>
                  <a:pt x="2158264" y="2407299"/>
                </a:lnTo>
                <a:lnTo>
                  <a:pt x="2158264" y="2324277"/>
                </a:lnTo>
                <a:lnTo>
                  <a:pt x="2075272" y="2324277"/>
                </a:lnTo>
                <a:close/>
                <a:moveTo>
                  <a:pt x="2158264" y="2324277"/>
                </a:moveTo>
                <a:lnTo>
                  <a:pt x="2158264" y="2407299"/>
                </a:lnTo>
                <a:lnTo>
                  <a:pt x="2241286" y="2407299"/>
                </a:lnTo>
                <a:lnTo>
                  <a:pt x="2241286" y="2324277"/>
                </a:lnTo>
                <a:lnTo>
                  <a:pt x="2158264" y="2324277"/>
                </a:lnTo>
                <a:close/>
                <a:moveTo>
                  <a:pt x="2241286" y="2324277"/>
                </a:moveTo>
                <a:lnTo>
                  <a:pt x="2241286" y="2407299"/>
                </a:lnTo>
                <a:lnTo>
                  <a:pt x="2324277" y="2407299"/>
                </a:lnTo>
                <a:lnTo>
                  <a:pt x="2324277" y="2324277"/>
                </a:lnTo>
                <a:lnTo>
                  <a:pt x="2241286" y="2324277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6692C7F-24E1-09AD-D8DD-2BA846C8426C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2407299 w 2407299"/>
              <a:gd name="connsiteY1" fmla="*/ 0 h 2407299"/>
              <a:gd name="connsiteX2" fmla="*/ 2407299 w 2407299"/>
              <a:gd name="connsiteY2" fmla="*/ 2407299 h 2407299"/>
              <a:gd name="connsiteX3" fmla="*/ 0 w 2407299"/>
              <a:gd name="connsiteY3" fmla="*/ 2407299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2407299" y="0"/>
                </a:lnTo>
                <a:lnTo>
                  <a:pt x="2407299" y="2407299"/>
                </a:lnTo>
                <a:lnTo>
                  <a:pt x="0" y="2407299"/>
                </a:lnTo>
                <a:close/>
              </a:path>
            </a:pathLst>
          </a:custGeom>
          <a:solidFill>
            <a:srgbClr val="F9F9FA"/>
          </a:solidFill>
          <a:ln w="304800" cap="flat">
            <a:solidFill>
              <a:schemeClr val="tx1"/>
            </a:solidFill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C591FF5C-7D6A-9150-EAB6-E44644EC0E62}"/>
              </a:ext>
            </a:extLst>
          </p:cNvPr>
          <p:cNvSpPr/>
          <p:nvPr/>
        </p:nvSpPr>
        <p:spPr>
          <a:xfrm>
            <a:off x="8703904" y="2225348"/>
            <a:ext cx="2407299" cy="2407299"/>
          </a:xfrm>
          <a:custGeom>
            <a:avLst/>
            <a:gdLst>
              <a:gd name="connsiteX0" fmla="*/ 0 w 2407299"/>
              <a:gd name="connsiteY0" fmla="*/ 0 h 2407299"/>
              <a:gd name="connsiteX1" fmla="*/ 0 w 2407299"/>
              <a:gd name="connsiteY1" fmla="*/ 72941 h 2407299"/>
              <a:gd name="connsiteX2" fmla="*/ 72941 w 2407299"/>
              <a:gd name="connsiteY2" fmla="*/ 72941 h 2407299"/>
              <a:gd name="connsiteX3" fmla="*/ 72941 w 2407299"/>
              <a:gd name="connsiteY3" fmla="*/ 0 h 2407299"/>
              <a:gd name="connsiteX4" fmla="*/ 0 w 2407299"/>
              <a:gd name="connsiteY4" fmla="*/ 0 h 2407299"/>
              <a:gd name="connsiteX5" fmla="*/ 72941 w 2407299"/>
              <a:gd name="connsiteY5" fmla="*/ 0 h 2407299"/>
              <a:gd name="connsiteX6" fmla="*/ 72941 w 2407299"/>
              <a:gd name="connsiteY6" fmla="*/ 72941 h 2407299"/>
              <a:gd name="connsiteX7" fmla="*/ 145882 w 2407299"/>
              <a:gd name="connsiteY7" fmla="*/ 72941 h 2407299"/>
              <a:gd name="connsiteX8" fmla="*/ 145882 w 2407299"/>
              <a:gd name="connsiteY8" fmla="*/ 0 h 2407299"/>
              <a:gd name="connsiteX9" fmla="*/ 72941 w 2407299"/>
              <a:gd name="connsiteY9" fmla="*/ 0 h 2407299"/>
              <a:gd name="connsiteX10" fmla="*/ 145882 w 2407299"/>
              <a:gd name="connsiteY10" fmla="*/ 0 h 2407299"/>
              <a:gd name="connsiteX11" fmla="*/ 145882 w 2407299"/>
              <a:gd name="connsiteY11" fmla="*/ 72941 h 2407299"/>
              <a:gd name="connsiteX12" fmla="*/ 218854 w 2407299"/>
              <a:gd name="connsiteY12" fmla="*/ 72941 h 2407299"/>
              <a:gd name="connsiteX13" fmla="*/ 218854 w 2407299"/>
              <a:gd name="connsiteY13" fmla="*/ 0 h 2407299"/>
              <a:gd name="connsiteX14" fmla="*/ 145882 w 2407299"/>
              <a:gd name="connsiteY14" fmla="*/ 0 h 2407299"/>
              <a:gd name="connsiteX15" fmla="*/ 218854 w 2407299"/>
              <a:gd name="connsiteY15" fmla="*/ 0 h 2407299"/>
              <a:gd name="connsiteX16" fmla="*/ 218854 w 2407299"/>
              <a:gd name="connsiteY16" fmla="*/ 72941 h 2407299"/>
              <a:gd name="connsiteX17" fmla="*/ 291795 w 2407299"/>
              <a:gd name="connsiteY17" fmla="*/ 72941 h 2407299"/>
              <a:gd name="connsiteX18" fmla="*/ 291795 w 2407299"/>
              <a:gd name="connsiteY18" fmla="*/ 0 h 2407299"/>
              <a:gd name="connsiteX19" fmla="*/ 218854 w 2407299"/>
              <a:gd name="connsiteY19" fmla="*/ 0 h 2407299"/>
              <a:gd name="connsiteX20" fmla="*/ 291795 w 2407299"/>
              <a:gd name="connsiteY20" fmla="*/ 0 h 2407299"/>
              <a:gd name="connsiteX21" fmla="*/ 291795 w 2407299"/>
              <a:gd name="connsiteY21" fmla="*/ 72941 h 2407299"/>
              <a:gd name="connsiteX22" fmla="*/ 364736 w 2407299"/>
              <a:gd name="connsiteY22" fmla="*/ 72941 h 2407299"/>
              <a:gd name="connsiteX23" fmla="*/ 364736 w 2407299"/>
              <a:gd name="connsiteY23" fmla="*/ 0 h 2407299"/>
              <a:gd name="connsiteX24" fmla="*/ 291795 w 2407299"/>
              <a:gd name="connsiteY24" fmla="*/ 0 h 2407299"/>
              <a:gd name="connsiteX25" fmla="*/ 364736 w 2407299"/>
              <a:gd name="connsiteY25" fmla="*/ 0 h 2407299"/>
              <a:gd name="connsiteX26" fmla="*/ 364736 w 2407299"/>
              <a:gd name="connsiteY26" fmla="*/ 72941 h 2407299"/>
              <a:gd name="connsiteX27" fmla="*/ 437677 w 2407299"/>
              <a:gd name="connsiteY27" fmla="*/ 72941 h 2407299"/>
              <a:gd name="connsiteX28" fmla="*/ 437677 w 2407299"/>
              <a:gd name="connsiteY28" fmla="*/ 0 h 2407299"/>
              <a:gd name="connsiteX29" fmla="*/ 364736 w 2407299"/>
              <a:gd name="connsiteY29" fmla="*/ 0 h 2407299"/>
              <a:gd name="connsiteX30" fmla="*/ 437677 w 2407299"/>
              <a:gd name="connsiteY30" fmla="*/ 0 h 2407299"/>
              <a:gd name="connsiteX31" fmla="*/ 437677 w 2407299"/>
              <a:gd name="connsiteY31" fmla="*/ 72941 h 2407299"/>
              <a:gd name="connsiteX32" fmla="*/ 510648 w 2407299"/>
              <a:gd name="connsiteY32" fmla="*/ 72941 h 2407299"/>
              <a:gd name="connsiteX33" fmla="*/ 510648 w 2407299"/>
              <a:gd name="connsiteY33" fmla="*/ 0 h 2407299"/>
              <a:gd name="connsiteX34" fmla="*/ 437677 w 2407299"/>
              <a:gd name="connsiteY34" fmla="*/ 0 h 2407299"/>
              <a:gd name="connsiteX35" fmla="*/ 583589 w 2407299"/>
              <a:gd name="connsiteY35" fmla="*/ 0 h 2407299"/>
              <a:gd name="connsiteX36" fmla="*/ 583589 w 2407299"/>
              <a:gd name="connsiteY36" fmla="*/ 72941 h 2407299"/>
              <a:gd name="connsiteX37" fmla="*/ 656531 w 2407299"/>
              <a:gd name="connsiteY37" fmla="*/ 72941 h 2407299"/>
              <a:gd name="connsiteX38" fmla="*/ 656531 w 2407299"/>
              <a:gd name="connsiteY38" fmla="*/ 0 h 2407299"/>
              <a:gd name="connsiteX39" fmla="*/ 583589 w 2407299"/>
              <a:gd name="connsiteY39" fmla="*/ 0 h 2407299"/>
              <a:gd name="connsiteX40" fmla="*/ 729472 w 2407299"/>
              <a:gd name="connsiteY40" fmla="*/ 0 h 2407299"/>
              <a:gd name="connsiteX41" fmla="*/ 729472 w 2407299"/>
              <a:gd name="connsiteY41" fmla="*/ 72941 h 2407299"/>
              <a:gd name="connsiteX42" fmla="*/ 802443 w 2407299"/>
              <a:gd name="connsiteY42" fmla="*/ 72941 h 2407299"/>
              <a:gd name="connsiteX43" fmla="*/ 802443 w 2407299"/>
              <a:gd name="connsiteY43" fmla="*/ 0 h 2407299"/>
              <a:gd name="connsiteX44" fmla="*/ 729472 w 2407299"/>
              <a:gd name="connsiteY44" fmla="*/ 0 h 2407299"/>
              <a:gd name="connsiteX45" fmla="*/ 802443 w 2407299"/>
              <a:gd name="connsiteY45" fmla="*/ 0 h 2407299"/>
              <a:gd name="connsiteX46" fmla="*/ 802443 w 2407299"/>
              <a:gd name="connsiteY46" fmla="*/ 72941 h 2407299"/>
              <a:gd name="connsiteX47" fmla="*/ 875384 w 2407299"/>
              <a:gd name="connsiteY47" fmla="*/ 72941 h 2407299"/>
              <a:gd name="connsiteX48" fmla="*/ 875384 w 2407299"/>
              <a:gd name="connsiteY48" fmla="*/ 0 h 2407299"/>
              <a:gd name="connsiteX49" fmla="*/ 802443 w 2407299"/>
              <a:gd name="connsiteY49" fmla="*/ 0 h 2407299"/>
              <a:gd name="connsiteX50" fmla="*/ 948325 w 2407299"/>
              <a:gd name="connsiteY50" fmla="*/ 0 h 2407299"/>
              <a:gd name="connsiteX51" fmla="*/ 948325 w 2407299"/>
              <a:gd name="connsiteY51" fmla="*/ 72941 h 2407299"/>
              <a:gd name="connsiteX52" fmla="*/ 1021267 w 2407299"/>
              <a:gd name="connsiteY52" fmla="*/ 72941 h 2407299"/>
              <a:gd name="connsiteX53" fmla="*/ 1021267 w 2407299"/>
              <a:gd name="connsiteY53" fmla="*/ 0 h 2407299"/>
              <a:gd name="connsiteX54" fmla="*/ 948325 w 2407299"/>
              <a:gd name="connsiteY54" fmla="*/ 0 h 2407299"/>
              <a:gd name="connsiteX55" fmla="*/ 1021267 w 2407299"/>
              <a:gd name="connsiteY55" fmla="*/ 0 h 2407299"/>
              <a:gd name="connsiteX56" fmla="*/ 1021267 w 2407299"/>
              <a:gd name="connsiteY56" fmla="*/ 72941 h 2407299"/>
              <a:gd name="connsiteX57" fmla="*/ 1094238 w 2407299"/>
              <a:gd name="connsiteY57" fmla="*/ 72941 h 2407299"/>
              <a:gd name="connsiteX58" fmla="*/ 1094238 w 2407299"/>
              <a:gd name="connsiteY58" fmla="*/ 0 h 2407299"/>
              <a:gd name="connsiteX59" fmla="*/ 1021267 w 2407299"/>
              <a:gd name="connsiteY59" fmla="*/ 0 h 2407299"/>
              <a:gd name="connsiteX60" fmla="*/ 1240120 w 2407299"/>
              <a:gd name="connsiteY60" fmla="*/ 0 h 2407299"/>
              <a:gd name="connsiteX61" fmla="*/ 1240120 w 2407299"/>
              <a:gd name="connsiteY61" fmla="*/ 72941 h 2407299"/>
              <a:gd name="connsiteX62" fmla="*/ 1313061 w 2407299"/>
              <a:gd name="connsiteY62" fmla="*/ 72941 h 2407299"/>
              <a:gd name="connsiteX63" fmla="*/ 1313061 w 2407299"/>
              <a:gd name="connsiteY63" fmla="*/ 0 h 2407299"/>
              <a:gd name="connsiteX64" fmla="*/ 1240120 w 2407299"/>
              <a:gd name="connsiteY64" fmla="*/ 0 h 2407299"/>
              <a:gd name="connsiteX65" fmla="*/ 1386033 w 2407299"/>
              <a:gd name="connsiteY65" fmla="*/ 0 h 2407299"/>
              <a:gd name="connsiteX66" fmla="*/ 1386033 w 2407299"/>
              <a:gd name="connsiteY66" fmla="*/ 72941 h 2407299"/>
              <a:gd name="connsiteX67" fmla="*/ 1458974 w 2407299"/>
              <a:gd name="connsiteY67" fmla="*/ 72941 h 2407299"/>
              <a:gd name="connsiteX68" fmla="*/ 1458974 w 2407299"/>
              <a:gd name="connsiteY68" fmla="*/ 0 h 2407299"/>
              <a:gd name="connsiteX69" fmla="*/ 1386033 w 2407299"/>
              <a:gd name="connsiteY69" fmla="*/ 0 h 2407299"/>
              <a:gd name="connsiteX70" fmla="*/ 1458974 w 2407299"/>
              <a:gd name="connsiteY70" fmla="*/ 0 h 2407299"/>
              <a:gd name="connsiteX71" fmla="*/ 1458974 w 2407299"/>
              <a:gd name="connsiteY71" fmla="*/ 72941 h 2407299"/>
              <a:gd name="connsiteX72" fmla="*/ 1531915 w 2407299"/>
              <a:gd name="connsiteY72" fmla="*/ 72941 h 2407299"/>
              <a:gd name="connsiteX73" fmla="*/ 1531915 w 2407299"/>
              <a:gd name="connsiteY73" fmla="*/ 0 h 2407299"/>
              <a:gd name="connsiteX74" fmla="*/ 1458974 w 2407299"/>
              <a:gd name="connsiteY74" fmla="*/ 0 h 2407299"/>
              <a:gd name="connsiteX75" fmla="*/ 1531915 w 2407299"/>
              <a:gd name="connsiteY75" fmla="*/ 0 h 2407299"/>
              <a:gd name="connsiteX76" fmla="*/ 1531915 w 2407299"/>
              <a:gd name="connsiteY76" fmla="*/ 72941 h 2407299"/>
              <a:gd name="connsiteX77" fmla="*/ 1604856 w 2407299"/>
              <a:gd name="connsiteY77" fmla="*/ 72941 h 2407299"/>
              <a:gd name="connsiteX78" fmla="*/ 1604856 w 2407299"/>
              <a:gd name="connsiteY78" fmla="*/ 0 h 2407299"/>
              <a:gd name="connsiteX79" fmla="*/ 1531915 w 2407299"/>
              <a:gd name="connsiteY79" fmla="*/ 0 h 2407299"/>
              <a:gd name="connsiteX80" fmla="*/ 1750768 w 2407299"/>
              <a:gd name="connsiteY80" fmla="*/ 0 h 2407299"/>
              <a:gd name="connsiteX81" fmla="*/ 1750768 w 2407299"/>
              <a:gd name="connsiteY81" fmla="*/ 72941 h 2407299"/>
              <a:gd name="connsiteX82" fmla="*/ 1823710 w 2407299"/>
              <a:gd name="connsiteY82" fmla="*/ 72941 h 2407299"/>
              <a:gd name="connsiteX83" fmla="*/ 1823710 w 2407299"/>
              <a:gd name="connsiteY83" fmla="*/ 0 h 2407299"/>
              <a:gd name="connsiteX84" fmla="*/ 1750768 w 2407299"/>
              <a:gd name="connsiteY84" fmla="*/ 0 h 2407299"/>
              <a:gd name="connsiteX85" fmla="*/ 1896651 w 2407299"/>
              <a:gd name="connsiteY85" fmla="*/ 0 h 2407299"/>
              <a:gd name="connsiteX86" fmla="*/ 1896651 w 2407299"/>
              <a:gd name="connsiteY86" fmla="*/ 72941 h 2407299"/>
              <a:gd name="connsiteX87" fmla="*/ 1969622 w 2407299"/>
              <a:gd name="connsiteY87" fmla="*/ 72941 h 2407299"/>
              <a:gd name="connsiteX88" fmla="*/ 1969622 w 2407299"/>
              <a:gd name="connsiteY88" fmla="*/ 0 h 2407299"/>
              <a:gd name="connsiteX89" fmla="*/ 1896651 w 2407299"/>
              <a:gd name="connsiteY89" fmla="*/ 0 h 2407299"/>
              <a:gd name="connsiteX90" fmla="*/ 1969622 w 2407299"/>
              <a:gd name="connsiteY90" fmla="*/ 0 h 2407299"/>
              <a:gd name="connsiteX91" fmla="*/ 1969622 w 2407299"/>
              <a:gd name="connsiteY91" fmla="*/ 72941 h 2407299"/>
              <a:gd name="connsiteX92" fmla="*/ 2042563 w 2407299"/>
              <a:gd name="connsiteY92" fmla="*/ 72941 h 2407299"/>
              <a:gd name="connsiteX93" fmla="*/ 2042563 w 2407299"/>
              <a:gd name="connsiteY93" fmla="*/ 0 h 2407299"/>
              <a:gd name="connsiteX94" fmla="*/ 1969622 w 2407299"/>
              <a:gd name="connsiteY94" fmla="*/ 0 h 2407299"/>
              <a:gd name="connsiteX95" fmla="*/ 2042563 w 2407299"/>
              <a:gd name="connsiteY95" fmla="*/ 0 h 2407299"/>
              <a:gd name="connsiteX96" fmla="*/ 2042563 w 2407299"/>
              <a:gd name="connsiteY96" fmla="*/ 72941 h 2407299"/>
              <a:gd name="connsiteX97" fmla="*/ 2115504 w 2407299"/>
              <a:gd name="connsiteY97" fmla="*/ 72941 h 2407299"/>
              <a:gd name="connsiteX98" fmla="*/ 2115504 w 2407299"/>
              <a:gd name="connsiteY98" fmla="*/ 0 h 2407299"/>
              <a:gd name="connsiteX99" fmla="*/ 2042563 w 2407299"/>
              <a:gd name="connsiteY99" fmla="*/ 0 h 2407299"/>
              <a:gd name="connsiteX100" fmla="*/ 2115504 w 2407299"/>
              <a:gd name="connsiteY100" fmla="*/ 0 h 2407299"/>
              <a:gd name="connsiteX101" fmla="*/ 2115504 w 2407299"/>
              <a:gd name="connsiteY101" fmla="*/ 72941 h 2407299"/>
              <a:gd name="connsiteX102" fmla="*/ 2188446 w 2407299"/>
              <a:gd name="connsiteY102" fmla="*/ 72941 h 2407299"/>
              <a:gd name="connsiteX103" fmla="*/ 2188446 w 2407299"/>
              <a:gd name="connsiteY103" fmla="*/ 0 h 2407299"/>
              <a:gd name="connsiteX104" fmla="*/ 2115504 w 2407299"/>
              <a:gd name="connsiteY104" fmla="*/ 0 h 2407299"/>
              <a:gd name="connsiteX105" fmla="*/ 2188446 w 2407299"/>
              <a:gd name="connsiteY105" fmla="*/ 0 h 2407299"/>
              <a:gd name="connsiteX106" fmla="*/ 2188446 w 2407299"/>
              <a:gd name="connsiteY106" fmla="*/ 72941 h 2407299"/>
              <a:gd name="connsiteX107" fmla="*/ 2261417 w 2407299"/>
              <a:gd name="connsiteY107" fmla="*/ 72941 h 2407299"/>
              <a:gd name="connsiteX108" fmla="*/ 2261417 w 2407299"/>
              <a:gd name="connsiteY108" fmla="*/ 0 h 2407299"/>
              <a:gd name="connsiteX109" fmla="*/ 2188446 w 2407299"/>
              <a:gd name="connsiteY109" fmla="*/ 0 h 2407299"/>
              <a:gd name="connsiteX110" fmla="*/ 2261417 w 2407299"/>
              <a:gd name="connsiteY110" fmla="*/ 0 h 2407299"/>
              <a:gd name="connsiteX111" fmla="*/ 2261417 w 2407299"/>
              <a:gd name="connsiteY111" fmla="*/ 72941 h 2407299"/>
              <a:gd name="connsiteX112" fmla="*/ 2334358 w 2407299"/>
              <a:gd name="connsiteY112" fmla="*/ 72941 h 2407299"/>
              <a:gd name="connsiteX113" fmla="*/ 2334358 w 2407299"/>
              <a:gd name="connsiteY113" fmla="*/ 0 h 2407299"/>
              <a:gd name="connsiteX114" fmla="*/ 2261417 w 2407299"/>
              <a:gd name="connsiteY114" fmla="*/ 0 h 2407299"/>
              <a:gd name="connsiteX115" fmla="*/ 2334358 w 2407299"/>
              <a:gd name="connsiteY115" fmla="*/ 0 h 2407299"/>
              <a:gd name="connsiteX116" fmla="*/ 2334358 w 2407299"/>
              <a:gd name="connsiteY116" fmla="*/ 72941 h 2407299"/>
              <a:gd name="connsiteX117" fmla="*/ 2407299 w 2407299"/>
              <a:gd name="connsiteY117" fmla="*/ 72941 h 2407299"/>
              <a:gd name="connsiteX118" fmla="*/ 2407299 w 2407299"/>
              <a:gd name="connsiteY118" fmla="*/ 0 h 2407299"/>
              <a:gd name="connsiteX119" fmla="*/ 2334358 w 2407299"/>
              <a:gd name="connsiteY119" fmla="*/ 0 h 2407299"/>
              <a:gd name="connsiteX120" fmla="*/ 0 w 2407299"/>
              <a:gd name="connsiteY120" fmla="*/ 72941 h 2407299"/>
              <a:gd name="connsiteX121" fmla="*/ 0 w 2407299"/>
              <a:gd name="connsiteY121" fmla="*/ 145882 h 2407299"/>
              <a:gd name="connsiteX122" fmla="*/ 72941 w 2407299"/>
              <a:gd name="connsiteY122" fmla="*/ 145882 h 2407299"/>
              <a:gd name="connsiteX123" fmla="*/ 72941 w 2407299"/>
              <a:gd name="connsiteY123" fmla="*/ 72941 h 2407299"/>
              <a:gd name="connsiteX124" fmla="*/ 0 w 2407299"/>
              <a:gd name="connsiteY124" fmla="*/ 72941 h 2407299"/>
              <a:gd name="connsiteX125" fmla="*/ 437677 w 2407299"/>
              <a:gd name="connsiteY125" fmla="*/ 72941 h 2407299"/>
              <a:gd name="connsiteX126" fmla="*/ 437677 w 2407299"/>
              <a:gd name="connsiteY126" fmla="*/ 145882 h 2407299"/>
              <a:gd name="connsiteX127" fmla="*/ 510648 w 2407299"/>
              <a:gd name="connsiteY127" fmla="*/ 145882 h 2407299"/>
              <a:gd name="connsiteX128" fmla="*/ 510648 w 2407299"/>
              <a:gd name="connsiteY128" fmla="*/ 72941 h 2407299"/>
              <a:gd name="connsiteX129" fmla="*/ 437677 w 2407299"/>
              <a:gd name="connsiteY129" fmla="*/ 72941 h 2407299"/>
              <a:gd name="connsiteX130" fmla="*/ 656531 w 2407299"/>
              <a:gd name="connsiteY130" fmla="*/ 72941 h 2407299"/>
              <a:gd name="connsiteX131" fmla="*/ 656531 w 2407299"/>
              <a:gd name="connsiteY131" fmla="*/ 145882 h 2407299"/>
              <a:gd name="connsiteX132" fmla="*/ 729472 w 2407299"/>
              <a:gd name="connsiteY132" fmla="*/ 145882 h 2407299"/>
              <a:gd name="connsiteX133" fmla="*/ 729472 w 2407299"/>
              <a:gd name="connsiteY133" fmla="*/ 72941 h 2407299"/>
              <a:gd name="connsiteX134" fmla="*/ 656531 w 2407299"/>
              <a:gd name="connsiteY134" fmla="*/ 72941 h 2407299"/>
              <a:gd name="connsiteX135" fmla="*/ 729472 w 2407299"/>
              <a:gd name="connsiteY135" fmla="*/ 72941 h 2407299"/>
              <a:gd name="connsiteX136" fmla="*/ 729472 w 2407299"/>
              <a:gd name="connsiteY136" fmla="*/ 145882 h 2407299"/>
              <a:gd name="connsiteX137" fmla="*/ 802443 w 2407299"/>
              <a:gd name="connsiteY137" fmla="*/ 145882 h 2407299"/>
              <a:gd name="connsiteX138" fmla="*/ 802443 w 2407299"/>
              <a:gd name="connsiteY138" fmla="*/ 72941 h 2407299"/>
              <a:gd name="connsiteX139" fmla="*/ 729472 w 2407299"/>
              <a:gd name="connsiteY139" fmla="*/ 72941 h 2407299"/>
              <a:gd name="connsiteX140" fmla="*/ 802443 w 2407299"/>
              <a:gd name="connsiteY140" fmla="*/ 72941 h 2407299"/>
              <a:gd name="connsiteX141" fmla="*/ 802443 w 2407299"/>
              <a:gd name="connsiteY141" fmla="*/ 145882 h 2407299"/>
              <a:gd name="connsiteX142" fmla="*/ 875384 w 2407299"/>
              <a:gd name="connsiteY142" fmla="*/ 145882 h 2407299"/>
              <a:gd name="connsiteX143" fmla="*/ 875384 w 2407299"/>
              <a:gd name="connsiteY143" fmla="*/ 72941 h 2407299"/>
              <a:gd name="connsiteX144" fmla="*/ 802443 w 2407299"/>
              <a:gd name="connsiteY144" fmla="*/ 72941 h 2407299"/>
              <a:gd name="connsiteX145" fmla="*/ 875384 w 2407299"/>
              <a:gd name="connsiteY145" fmla="*/ 72941 h 2407299"/>
              <a:gd name="connsiteX146" fmla="*/ 875384 w 2407299"/>
              <a:gd name="connsiteY146" fmla="*/ 145882 h 2407299"/>
              <a:gd name="connsiteX147" fmla="*/ 948325 w 2407299"/>
              <a:gd name="connsiteY147" fmla="*/ 145882 h 2407299"/>
              <a:gd name="connsiteX148" fmla="*/ 948325 w 2407299"/>
              <a:gd name="connsiteY148" fmla="*/ 72941 h 2407299"/>
              <a:gd name="connsiteX149" fmla="*/ 875384 w 2407299"/>
              <a:gd name="connsiteY149" fmla="*/ 72941 h 2407299"/>
              <a:gd name="connsiteX150" fmla="*/ 948325 w 2407299"/>
              <a:gd name="connsiteY150" fmla="*/ 72941 h 2407299"/>
              <a:gd name="connsiteX151" fmla="*/ 948325 w 2407299"/>
              <a:gd name="connsiteY151" fmla="*/ 145882 h 2407299"/>
              <a:gd name="connsiteX152" fmla="*/ 1021267 w 2407299"/>
              <a:gd name="connsiteY152" fmla="*/ 145882 h 2407299"/>
              <a:gd name="connsiteX153" fmla="*/ 1021267 w 2407299"/>
              <a:gd name="connsiteY153" fmla="*/ 72941 h 2407299"/>
              <a:gd name="connsiteX154" fmla="*/ 948325 w 2407299"/>
              <a:gd name="connsiteY154" fmla="*/ 72941 h 2407299"/>
              <a:gd name="connsiteX155" fmla="*/ 1240120 w 2407299"/>
              <a:gd name="connsiteY155" fmla="*/ 72941 h 2407299"/>
              <a:gd name="connsiteX156" fmla="*/ 1240120 w 2407299"/>
              <a:gd name="connsiteY156" fmla="*/ 145882 h 2407299"/>
              <a:gd name="connsiteX157" fmla="*/ 1313061 w 2407299"/>
              <a:gd name="connsiteY157" fmla="*/ 145882 h 2407299"/>
              <a:gd name="connsiteX158" fmla="*/ 1313061 w 2407299"/>
              <a:gd name="connsiteY158" fmla="*/ 72941 h 2407299"/>
              <a:gd name="connsiteX159" fmla="*/ 1240120 w 2407299"/>
              <a:gd name="connsiteY159" fmla="*/ 72941 h 2407299"/>
              <a:gd name="connsiteX160" fmla="*/ 1313061 w 2407299"/>
              <a:gd name="connsiteY160" fmla="*/ 72941 h 2407299"/>
              <a:gd name="connsiteX161" fmla="*/ 1313061 w 2407299"/>
              <a:gd name="connsiteY161" fmla="*/ 145882 h 2407299"/>
              <a:gd name="connsiteX162" fmla="*/ 1386033 w 2407299"/>
              <a:gd name="connsiteY162" fmla="*/ 145882 h 2407299"/>
              <a:gd name="connsiteX163" fmla="*/ 1386033 w 2407299"/>
              <a:gd name="connsiteY163" fmla="*/ 72941 h 2407299"/>
              <a:gd name="connsiteX164" fmla="*/ 1313061 w 2407299"/>
              <a:gd name="connsiteY164" fmla="*/ 72941 h 2407299"/>
              <a:gd name="connsiteX165" fmla="*/ 1677827 w 2407299"/>
              <a:gd name="connsiteY165" fmla="*/ 72941 h 2407299"/>
              <a:gd name="connsiteX166" fmla="*/ 1677827 w 2407299"/>
              <a:gd name="connsiteY166" fmla="*/ 145882 h 2407299"/>
              <a:gd name="connsiteX167" fmla="*/ 1750768 w 2407299"/>
              <a:gd name="connsiteY167" fmla="*/ 145882 h 2407299"/>
              <a:gd name="connsiteX168" fmla="*/ 1750768 w 2407299"/>
              <a:gd name="connsiteY168" fmla="*/ 72941 h 2407299"/>
              <a:gd name="connsiteX169" fmla="*/ 1677827 w 2407299"/>
              <a:gd name="connsiteY169" fmla="*/ 72941 h 2407299"/>
              <a:gd name="connsiteX170" fmla="*/ 1896651 w 2407299"/>
              <a:gd name="connsiteY170" fmla="*/ 72941 h 2407299"/>
              <a:gd name="connsiteX171" fmla="*/ 1896651 w 2407299"/>
              <a:gd name="connsiteY171" fmla="*/ 145882 h 2407299"/>
              <a:gd name="connsiteX172" fmla="*/ 1969622 w 2407299"/>
              <a:gd name="connsiteY172" fmla="*/ 145882 h 2407299"/>
              <a:gd name="connsiteX173" fmla="*/ 1969622 w 2407299"/>
              <a:gd name="connsiteY173" fmla="*/ 72941 h 2407299"/>
              <a:gd name="connsiteX174" fmla="*/ 1896651 w 2407299"/>
              <a:gd name="connsiteY174" fmla="*/ 72941 h 2407299"/>
              <a:gd name="connsiteX175" fmla="*/ 2334358 w 2407299"/>
              <a:gd name="connsiteY175" fmla="*/ 72941 h 2407299"/>
              <a:gd name="connsiteX176" fmla="*/ 2334358 w 2407299"/>
              <a:gd name="connsiteY176" fmla="*/ 145882 h 2407299"/>
              <a:gd name="connsiteX177" fmla="*/ 2407299 w 2407299"/>
              <a:gd name="connsiteY177" fmla="*/ 145882 h 2407299"/>
              <a:gd name="connsiteX178" fmla="*/ 2407299 w 2407299"/>
              <a:gd name="connsiteY178" fmla="*/ 72941 h 2407299"/>
              <a:gd name="connsiteX179" fmla="*/ 2334358 w 2407299"/>
              <a:gd name="connsiteY179" fmla="*/ 72941 h 2407299"/>
              <a:gd name="connsiteX180" fmla="*/ 0 w 2407299"/>
              <a:gd name="connsiteY180" fmla="*/ 145882 h 2407299"/>
              <a:gd name="connsiteX181" fmla="*/ 0 w 2407299"/>
              <a:gd name="connsiteY181" fmla="*/ 218854 h 2407299"/>
              <a:gd name="connsiteX182" fmla="*/ 72941 w 2407299"/>
              <a:gd name="connsiteY182" fmla="*/ 218854 h 2407299"/>
              <a:gd name="connsiteX183" fmla="*/ 72941 w 2407299"/>
              <a:gd name="connsiteY183" fmla="*/ 145882 h 2407299"/>
              <a:gd name="connsiteX184" fmla="*/ 0 w 2407299"/>
              <a:gd name="connsiteY184" fmla="*/ 145882 h 2407299"/>
              <a:gd name="connsiteX185" fmla="*/ 145882 w 2407299"/>
              <a:gd name="connsiteY185" fmla="*/ 145882 h 2407299"/>
              <a:gd name="connsiteX186" fmla="*/ 145882 w 2407299"/>
              <a:gd name="connsiteY186" fmla="*/ 218854 h 2407299"/>
              <a:gd name="connsiteX187" fmla="*/ 218854 w 2407299"/>
              <a:gd name="connsiteY187" fmla="*/ 218854 h 2407299"/>
              <a:gd name="connsiteX188" fmla="*/ 218854 w 2407299"/>
              <a:gd name="connsiteY188" fmla="*/ 145882 h 2407299"/>
              <a:gd name="connsiteX189" fmla="*/ 145882 w 2407299"/>
              <a:gd name="connsiteY189" fmla="*/ 145882 h 2407299"/>
              <a:gd name="connsiteX190" fmla="*/ 218854 w 2407299"/>
              <a:gd name="connsiteY190" fmla="*/ 145882 h 2407299"/>
              <a:gd name="connsiteX191" fmla="*/ 218854 w 2407299"/>
              <a:gd name="connsiteY191" fmla="*/ 218854 h 2407299"/>
              <a:gd name="connsiteX192" fmla="*/ 291795 w 2407299"/>
              <a:gd name="connsiteY192" fmla="*/ 218854 h 2407299"/>
              <a:gd name="connsiteX193" fmla="*/ 291795 w 2407299"/>
              <a:gd name="connsiteY193" fmla="*/ 145882 h 2407299"/>
              <a:gd name="connsiteX194" fmla="*/ 218854 w 2407299"/>
              <a:gd name="connsiteY194" fmla="*/ 145882 h 2407299"/>
              <a:gd name="connsiteX195" fmla="*/ 291795 w 2407299"/>
              <a:gd name="connsiteY195" fmla="*/ 145882 h 2407299"/>
              <a:gd name="connsiteX196" fmla="*/ 291795 w 2407299"/>
              <a:gd name="connsiteY196" fmla="*/ 218854 h 2407299"/>
              <a:gd name="connsiteX197" fmla="*/ 364736 w 2407299"/>
              <a:gd name="connsiteY197" fmla="*/ 218854 h 2407299"/>
              <a:gd name="connsiteX198" fmla="*/ 364736 w 2407299"/>
              <a:gd name="connsiteY198" fmla="*/ 145882 h 2407299"/>
              <a:gd name="connsiteX199" fmla="*/ 291795 w 2407299"/>
              <a:gd name="connsiteY199" fmla="*/ 145882 h 2407299"/>
              <a:gd name="connsiteX200" fmla="*/ 437677 w 2407299"/>
              <a:gd name="connsiteY200" fmla="*/ 145882 h 2407299"/>
              <a:gd name="connsiteX201" fmla="*/ 437677 w 2407299"/>
              <a:gd name="connsiteY201" fmla="*/ 218854 h 2407299"/>
              <a:gd name="connsiteX202" fmla="*/ 510648 w 2407299"/>
              <a:gd name="connsiteY202" fmla="*/ 218854 h 2407299"/>
              <a:gd name="connsiteX203" fmla="*/ 510648 w 2407299"/>
              <a:gd name="connsiteY203" fmla="*/ 145882 h 2407299"/>
              <a:gd name="connsiteX204" fmla="*/ 437677 w 2407299"/>
              <a:gd name="connsiteY204" fmla="*/ 145882 h 2407299"/>
              <a:gd name="connsiteX205" fmla="*/ 583589 w 2407299"/>
              <a:gd name="connsiteY205" fmla="*/ 145882 h 2407299"/>
              <a:gd name="connsiteX206" fmla="*/ 583589 w 2407299"/>
              <a:gd name="connsiteY206" fmla="*/ 218854 h 2407299"/>
              <a:gd name="connsiteX207" fmla="*/ 656531 w 2407299"/>
              <a:gd name="connsiteY207" fmla="*/ 218854 h 2407299"/>
              <a:gd name="connsiteX208" fmla="*/ 656531 w 2407299"/>
              <a:gd name="connsiteY208" fmla="*/ 145882 h 2407299"/>
              <a:gd name="connsiteX209" fmla="*/ 583589 w 2407299"/>
              <a:gd name="connsiteY209" fmla="*/ 145882 h 2407299"/>
              <a:gd name="connsiteX210" fmla="*/ 656531 w 2407299"/>
              <a:gd name="connsiteY210" fmla="*/ 145882 h 2407299"/>
              <a:gd name="connsiteX211" fmla="*/ 656531 w 2407299"/>
              <a:gd name="connsiteY211" fmla="*/ 218854 h 2407299"/>
              <a:gd name="connsiteX212" fmla="*/ 729472 w 2407299"/>
              <a:gd name="connsiteY212" fmla="*/ 218854 h 2407299"/>
              <a:gd name="connsiteX213" fmla="*/ 729472 w 2407299"/>
              <a:gd name="connsiteY213" fmla="*/ 145882 h 2407299"/>
              <a:gd name="connsiteX214" fmla="*/ 656531 w 2407299"/>
              <a:gd name="connsiteY214" fmla="*/ 145882 h 2407299"/>
              <a:gd name="connsiteX215" fmla="*/ 729472 w 2407299"/>
              <a:gd name="connsiteY215" fmla="*/ 145882 h 2407299"/>
              <a:gd name="connsiteX216" fmla="*/ 729472 w 2407299"/>
              <a:gd name="connsiteY216" fmla="*/ 218854 h 2407299"/>
              <a:gd name="connsiteX217" fmla="*/ 802443 w 2407299"/>
              <a:gd name="connsiteY217" fmla="*/ 218854 h 2407299"/>
              <a:gd name="connsiteX218" fmla="*/ 802443 w 2407299"/>
              <a:gd name="connsiteY218" fmla="*/ 145882 h 2407299"/>
              <a:gd name="connsiteX219" fmla="*/ 729472 w 2407299"/>
              <a:gd name="connsiteY219" fmla="*/ 145882 h 2407299"/>
              <a:gd name="connsiteX220" fmla="*/ 948325 w 2407299"/>
              <a:gd name="connsiteY220" fmla="*/ 145882 h 2407299"/>
              <a:gd name="connsiteX221" fmla="*/ 948325 w 2407299"/>
              <a:gd name="connsiteY221" fmla="*/ 218854 h 2407299"/>
              <a:gd name="connsiteX222" fmla="*/ 1021267 w 2407299"/>
              <a:gd name="connsiteY222" fmla="*/ 218854 h 2407299"/>
              <a:gd name="connsiteX223" fmla="*/ 1021267 w 2407299"/>
              <a:gd name="connsiteY223" fmla="*/ 145882 h 2407299"/>
              <a:gd name="connsiteX224" fmla="*/ 948325 w 2407299"/>
              <a:gd name="connsiteY224" fmla="*/ 145882 h 2407299"/>
              <a:gd name="connsiteX225" fmla="*/ 1021267 w 2407299"/>
              <a:gd name="connsiteY225" fmla="*/ 145882 h 2407299"/>
              <a:gd name="connsiteX226" fmla="*/ 1021267 w 2407299"/>
              <a:gd name="connsiteY226" fmla="*/ 218854 h 2407299"/>
              <a:gd name="connsiteX227" fmla="*/ 1094238 w 2407299"/>
              <a:gd name="connsiteY227" fmla="*/ 218854 h 2407299"/>
              <a:gd name="connsiteX228" fmla="*/ 1094238 w 2407299"/>
              <a:gd name="connsiteY228" fmla="*/ 145882 h 2407299"/>
              <a:gd name="connsiteX229" fmla="*/ 1021267 w 2407299"/>
              <a:gd name="connsiteY229" fmla="*/ 145882 h 2407299"/>
              <a:gd name="connsiteX230" fmla="*/ 1094238 w 2407299"/>
              <a:gd name="connsiteY230" fmla="*/ 145882 h 2407299"/>
              <a:gd name="connsiteX231" fmla="*/ 1094238 w 2407299"/>
              <a:gd name="connsiteY231" fmla="*/ 218854 h 2407299"/>
              <a:gd name="connsiteX232" fmla="*/ 1167179 w 2407299"/>
              <a:gd name="connsiteY232" fmla="*/ 218854 h 2407299"/>
              <a:gd name="connsiteX233" fmla="*/ 1167179 w 2407299"/>
              <a:gd name="connsiteY233" fmla="*/ 145882 h 2407299"/>
              <a:gd name="connsiteX234" fmla="*/ 1094238 w 2407299"/>
              <a:gd name="connsiteY234" fmla="*/ 145882 h 2407299"/>
              <a:gd name="connsiteX235" fmla="*/ 1167179 w 2407299"/>
              <a:gd name="connsiteY235" fmla="*/ 145882 h 2407299"/>
              <a:gd name="connsiteX236" fmla="*/ 1167179 w 2407299"/>
              <a:gd name="connsiteY236" fmla="*/ 218854 h 2407299"/>
              <a:gd name="connsiteX237" fmla="*/ 1240120 w 2407299"/>
              <a:gd name="connsiteY237" fmla="*/ 218854 h 2407299"/>
              <a:gd name="connsiteX238" fmla="*/ 1240120 w 2407299"/>
              <a:gd name="connsiteY238" fmla="*/ 145882 h 2407299"/>
              <a:gd name="connsiteX239" fmla="*/ 1167179 w 2407299"/>
              <a:gd name="connsiteY239" fmla="*/ 145882 h 2407299"/>
              <a:gd name="connsiteX240" fmla="*/ 1240120 w 2407299"/>
              <a:gd name="connsiteY240" fmla="*/ 145882 h 2407299"/>
              <a:gd name="connsiteX241" fmla="*/ 1240120 w 2407299"/>
              <a:gd name="connsiteY241" fmla="*/ 218854 h 2407299"/>
              <a:gd name="connsiteX242" fmla="*/ 1313061 w 2407299"/>
              <a:gd name="connsiteY242" fmla="*/ 218854 h 2407299"/>
              <a:gd name="connsiteX243" fmla="*/ 1313061 w 2407299"/>
              <a:gd name="connsiteY243" fmla="*/ 145882 h 2407299"/>
              <a:gd name="connsiteX244" fmla="*/ 1240120 w 2407299"/>
              <a:gd name="connsiteY244" fmla="*/ 145882 h 2407299"/>
              <a:gd name="connsiteX245" fmla="*/ 1313061 w 2407299"/>
              <a:gd name="connsiteY245" fmla="*/ 145882 h 2407299"/>
              <a:gd name="connsiteX246" fmla="*/ 1313061 w 2407299"/>
              <a:gd name="connsiteY246" fmla="*/ 218854 h 2407299"/>
              <a:gd name="connsiteX247" fmla="*/ 1386033 w 2407299"/>
              <a:gd name="connsiteY247" fmla="*/ 218854 h 2407299"/>
              <a:gd name="connsiteX248" fmla="*/ 1386033 w 2407299"/>
              <a:gd name="connsiteY248" fmla="*/ 145882 h 2407299"/>
              <a:gd name="connsiteX249" fmla="*/ 1313061 w 2407299"/>
              <a:gd name="connsiteY249" fmla="*/ 145882 h 2407299"/>
              <a:gd name="connsiteX250" fmla="*/ 1386033 w 2407299"/>
              <a:gd name="connsiteY250" fmla="*/ 145882 h 2407299"/>
              <a:gd name="connsiteX251" fmla="*/ 1386033 w 2407299"/>
              <a:gd name="connsiteY251" fmla="*/ 218854 h 2407299"/>
              <a:gd name="connsiteX252" fmla="*/ 1458974 w 2407299"/>
              <a:gd name="connsiteY252" fmla="*/ 218854 h 2407299"/>
              <a:gd name="connsiteX253" fmla="*/ 1458974 w 2407299"/>
              <a:gd name="connsiteY253" fmla="*/ 145882 h 2407299"/>
              <a:gd name="connsiteX254" fmla="*/ 1386033 w 2407299"/>
              <a:gd name="connsiteY254" fmla="*/ 145882 h 2407299"/>
              <a:gd name="connsiteX255" fmla="*/ 1531915 w 2407299"/>
              <a:gd name="connsiteY255" fmla="*/ 145882 h 2407299"/>
              <a:gd name="connsiteX256" fmla="*/ 1531915 w 2407299"/>
              <a:gd name="connsiteY256" fmla="*/ 218854 h 2407299"/>
              <a:gd name="connsiteX257" fmla="*/ 1604856 w 2407299"/>
              <a:gd name="connsiteY257" fmla="*/ 218854 h 2407299"/>
              <a:gd name="connsiteX258" fmla="*/ 1604856 w 2407299"/>
              <a:gd name="connsiteY258" fmla="*/ 145882 h 2407299"/>
              <a:gd name="connsiteX259" fmla="*/ 1531915 w 2407299"/>
              <a:gd name="connsiteY259" fmla="*/ 145882 h 2407299"/>
              <a:gd name="connsiteX260" fmla="*/ 1677827 w 2407299"/>
              <a:gd name="connsiteY260" fmla="*/ 145882 h 2407299"/>
              <a:gd name="connsiteX261" fmla="*/ 1677827 w 2407299"/>
              <a:gd name="connsiteY261" fmla="*/ 218854 h 2407299"/>
              <a:gd name="connsiteX262" fmla="*/ 1750768 w 2407299"/>
              <a:gd name="connsiteY262" fmla="*/ 218854 h 2407299"/>
              <a:gd name="connsiteX263" fmla="*/ 1750768 w 2407299"/>
              <a:gd name="connsiteY263" fmla="*/ 145882 h 2407299"/>
              <a:gd name="connsiteX264" fmla="*/ 1677827 w 2407299"/>
              <a:gd name="connsiteY264" fmla="*/ 145882 h 2407299"/>
              <a:gd name="connsiteX265" fmla="*/ 1896651 w 2407299"/>
              <a:gd name="connsiteY265" fmla="*/ 145882 h 2407299"/>
              <a:gd name="connsiteX266" fmla="*/ 1896651 w 2407299"/>
              <a:gd name="connsiteY266" fmla="*/ 218854 h 2407299"/>
              <a:gd name="connsiteX267" fmla="*/ 1969622 w 2407299"/>
              <a:gd name="connsiteY267" fmla="*/ 218854 h 2407299"/>
              <a:gd name="connsiteX268" fmla="*/ 1969622 w 2407299"/>
              <a:gd name="connsiteY268" fmla="*/ 145882 h 2407299"/>
              <a:gd name="connsiteX269" fmla="*/ 1896651 w 2407299"/>
              <a:gd name="connsiteY269" fmla="*/ 145882 h 2407299"/>
              <a:gd name="connsiteX270" fmla="*/ 2042563 w 2407299"/>
              <a:gd name="connsiteY270" fmla="*/ 145882 h 2407299"/>
              <a:gd name="connsiteX271" fmla="*/ 2042563 w 2407299"/>
              <a:gd name="connsiteY271" fmla="*/ 218854 h 2407299"/>
              <a:gd name="connsiteX272" fmla="*/ 2115504 w 2407299"/>
              <a:gd name="connsiteY272" fmla="*/ 218854 h 2407299"/>
              <a:gd name="connsiteX273" fmla="*/ 2115504 w 2407299"/>
              <a:gd name="connsiteY273" fmla="*/ 145882 h 2407299"/>
              <a:gd name="connsiteX274" fmla="*/ 2042563 w 2407299"/>
              <a:gd name="connsiteY274" fmla="*/ 145882 h 2407299"/>
              <a:gd name="connsiteX275" fmla="*/ 2115504 w 2407299"/>
              <a:gd name="connsiteY275" fmla="*/ 145882 h 2407299"/>
              <a:gd name="connsiteX276" fmla="*/ 2115504 w 2407299"/>
              <a:gd name="connsiteY276" fmla="*/ 218854 h 2407299"/>
              <a:gd name="connsiteX277" fmla="*/ 2188446 w 2407299"/>
              <a:gd name="connsiteY277" fmla="*/ 218854 h 2407299"/>
              <a:gd name="connsiteX278" fmla="*/ 2188446 w 2407299"/>
              <a:gd name="connsiteY278" fmla="*/ 145882 h 2407299"/>
              <a:gd name="connsiteX279" fmla="*/ 2115504 w 2407299"/>
              <a:gd name="connsiteY279" fmla="*/ 145882 h 2407299"/>
              <a:gd name="connsiteX280" fmla="*/ 2188446 w 2407299"/>
              <a:gd name="connsiteY280" fmla="*/ 145882 h 2407299"/>
              <a:gd name="connsiteX281" fmla="*/ 2188446 w 2407299"/>
              <a:gd name="connsiteY281" fmla="*/ 218854 h 2407299"/>
              <a:gd name="connsiteX282" fmla="*/ 2261417 w 2407299"/>
              <a:gd name="connsiteY282" fmla="*/ 218854 h 2407299"/>
              <a:gd name="connsiteX283" fmla="*/ 2261417 w 2407299"/>
              <a:gd name="connsiteY283" fmla="*/ 145882 h 2407299"/>
              <a:gd name="connsiteX284" fmla="*/ 2188446 w 2407299"/>
              <a:gd name="connsiteY284" fmla="*/ 145882 h 2407299"/>
              <a:gd name="connsiteX285" fmla="*/ 2334358 w 2407299"/>
              <a:gd name="connsiteY285" fmla="*/ 145882 h 2407299"/>
              <a:gd name="connsiteX286" fmla="*/ 2334358 w 2407299"/>
              <a:gd name="connsiteY286" fmla="*/ 218854 h 2407299"/>
              <a:gd name="connsiteX287" fmla="*/ 2407299 w 2407299"/>
              <a:gd name="connsiteY287" fmla="*/ 218854 h 2407299"/>
              <a:gd name="connsiteX288" fmla="*/ 2407299 w 2407299"/>
              <a:gd name="connsiteY288" fmla="*/ 145882 h 2407299"/>
              <a:gd name="connsiteX289" fmla="*/ 2334358 w 2407299"/>
              <a:gd name="connsiteY289" fmla="*/ 145882 h 2407299"/>
              <a:gd name="connsiteX290" fmla="*/ 0 w 2407299"/>
              <a:gd name="connsiteY290" fmla="*/ 218854 h 2407299"/>
              <a:gd name="connsiteX291" fmla="*/ 0 w 2407299"/>
              <a:gd name="connsiteY291" fmla="*/ 291795 h 2407299"/>
              <a:gd name="connsiteX292" fmla="*/ 72941 w 2407299"/>
              <a:gd name="connsiteY292" fmla="*/ 291795 h 2407299"/>
              <a:gd name="connsiteX293" fmla="*/ 72941 w 2407299"/>
              <a:gd name="connsiteY293" fmla="*/ 218854 h 2407299"/>
              <a:gd name="connsiteX294" fmla="*/ 0 w 2407299"/>
              <a:gd name="connsiteY294" fmla="*/ 218854 h 2407299"/>
              <a:gd name="connsiteX295" fmla="*/ 145882 w 2407299"/>
              <a:gd name="connsiteY295" fmla="*/ 218854 h 2407299"/>
              <a:gd name="connsiteX296" fmla="*/ 145882 w 2407299"/>
              <a:gd name="connsiteY296" fmla="*/ 291795 h 2407299"/>
              <a:gd name="connsiteX297" fmla="*/ 218854 w 2407299"/>
              <a:gd name="connsiteY297" fmla="*/ 291795 h 2407299"/>
              <a:gd name="connsiteX298" fmla="*/ 218854 w 2407299"/>
              <a:gd name="connsiteY298" fmla="*/ 218854 h 2407299"/>
              <a:gd name="connsiteX299" fmla="*/ 145882 w 2407299"/>
              <a:gd name="connsiteY299" fmla="*/ 218854 h 2407299"/>
              <a:gd name="connsiteX300" fmla="*/ 218854 w 2407299"/>
              <a:gd name="connsiteY300" fmla="*/ 218854 h 2407299"/>
              <a:gd name="connsiteX301" fmla="*/ 218854 w 2407299"/>
              <a:gd name="connsiteY301" fmla="*/ 291795 h 2407299"/>
              <a:gd name="connsiteX302" fmla="*/ 291795 w 2407299"/>
              <a:gd name="connsiteY302" fmla="*/ 291795 h 2407299"/>
              <a:gd name="connsiteX303" fmla="*/ 291795 w 2407299"/>
              <a:gd name="connsiteY303" fmla="*/ 218854 h 2407299"/>
              <a:gd name="connsiteX304" fmla="*/ 218854 w 2407299"/>
              <a:gd name="connsiteY304" fmla="*/ 218854 h 2407299"/>
              <a:gd name="connsiteX305" fmla="*/ 291795 w 2407299"/>
              <a:gd name="connsiteY305" fmla="*/ 218854 h 2407299"/>
              <a:gd name="connsiteX306" fmla="*/ 291795 w 2407299"/>
              <a:gd name="connsiteY306" fmla="*/ 291795 h 2407299"/>
              <a:gd name="connsiteX307" fmla="*/ 364736 w 2407299"/>
              <a:gd name="connsiteY307" fmla="*/ 291795 h 2407299"/>
              <a:gd name="connsiteX308" fmla="*/ 364736 w 2407299"/>
              <a:gd name="connsiteY308" fmla="*/ 218854 h 2407299"/>
              <a:gd name="connsiteX309" fmla="*/ 291795 w 2407299"/>
              <a:gd name="connsiteY309" fmla="*/ 218854 h 2407299"/>
              <a:gd name="connsiteX310" fmla="*/ 437677 w 2407299"/>
              <a:gd name="connsiteY310" fmla="*/ 218854 h 2407299"/>
              <a:gd name="connsiteX311" fmla="*/ 437677 w 2407299"/>
              <a:gd name="connsiteY311" fmla="*/ 291795 h 2407299"/>
              <a:gd name="connsiteX312" fmla="*/ 510648 w 2407299"/>
              <a:gd name="connsiteY312" fmla="*/ 291795 h 2407299"/>
              <a:gd name="connsiteX313" fmla="*/ 510648 w 2407299"/>
              <a:gd name="connsiteY313" fmla="*/ 218854 h 2407299"/>
              <a:gd name="connsiteX314" fmla="*/ 437677 w 2407299"/>
              <a:gd name="connsiteY314" fmla="*/ 218854 h 2407299"/>
              <a:gd name="connsiteX315" fmla="*/ 583589 w 2407299"/>
              <a:gd name="connsiteY315" fmla="*/ 218854 h 2407299"/>
              <a:gd name="connsiteX316" fmla="*/ 583589 w 2407299"/>
              <a:gd name="connsiteY316" fmla="*/ 291795 h 2407299"/>
              <a:gd name="connsiteX317" fmla="*/ 656531 w 2407299"/>
              <a:gd name="connsiteY317" fmla="*/ 291795 h 2407299"/>
              <a:gd name="connsiteX318" fmla="*/ 656531 w 2407299"/>
              <a:gd name="connsiteY318" fmla="*/ 218854 h 2407299"/>
              <a:gd name="connsiteX319" fmla="*/ 583589 w 2407299"/>
              <a:gd name="connsiteY319" fmla="*/ 218854 h 2407299"/>
              <a:gd name="connsiteX320" fmla="*/ 656531 w 2407299"/>
              <a:gd name="connsiteY320" fmla="*/ 218854 h 2407299"/>
              <a:gd name="connsiteX321" fmla="*/ 656531 w 2407299"/>
              <a:gd name="connsiteY321" fmla="*/ 291795 h 2407299"/>
              <a:gd name="connsiteX322" fmla="*/ 729472 w 2407299"/>
              <a:gd name="connsiteY322" fmla="*/ 291795 h 2407299"/>
              <a:gd name="connsiteX323" fmla="*/ 729472 w 2407299"/>
              <a:gd name="connsiteY323" fmla="*/ 218854 h 2407299"/>
              <a:gd name="connsiteX324" fmla="*/ 656531 w 2407299"/>
              <a:gd name="connsiteY324" fmla="*/ 218854 h 2407299"/>
              <a:gd name="connsiteX325" fmla="*/ 729472 w 2407299"/>
              <a:gd name="connsiteY325" fmla="*/ 218854 h 2407299"/>
              <a:gd name="connsiteX326" fmla="*/ 729472 w 2407299"/>
              <a:gd name="connsiteY326" fmla="*/ 291795 h 2407299"/>
              <a:gd name="connsiteX327" fmla="*/ 802443 w 2407299"/>
              <a:gd name="connsiteY327" fmla="*/ 291795 h 2407299"/>
              <a:gd name="connsiteX328" fmla="*/ 802443 w 2407299"/>
              <a:gd name="connsiteY328" fmla="*/ 218854 h 2407299"/>
              <a:gd name="connsiteX329" fmla="*/ 729472 w 2407299"/>
              <a:gd name="connsiteY329" fmla="*/ 218854 h 2407299"/>
              <a:gd name="connsiteX330" fmla="*/ 802443 w 2407299"/>
              <a:gd name="connsiteY330" fmla="*/ 218854 h 2407299"/>
              <a:gd name="connsiteX331" fmla="*/ 802443 w 2407299"/>
              <a:gd name="connsiteY331" fmla="*/ 291795 h 2407299"/>
              <a:gd name="connsiteX332" fmla="*/ 875384 w 2407299"/>
              <a:gd name="connsiteY332" fmla="*/ 291795 h 2407299"/>
              <a:gd name="connsiteX333" fmla="*/ 875384 w 2407299"/>
              <a:gd name="connsiteY333" fmla="*/ 218854 h 2407299"/>
              <a:gd name="connsiteX334" fmla="*/ 802443 w 2407299"/>
              <a:gd name="connsiteY334" fmla="*/ 218854 h 2407299"/>
              <a:gd name="connsiteX335" fmla="*/ 1021267 w 2407299"/>
              <a:gd name="connsiteY335" fmla="*/ 218854 h 2407299"/>
              <a:gd name="connsiteX336" fmla="*/ 1021267 w 2407299"/>
              <a:gd name="connsiteY336" fmla="*/ 291795 h 2407299"/>
              <a:gd name="connsiteX337" fmla="*/ 1094238 w 2407299"/>
              <a:gd name="connsiteY337" fmla="*/ 291795 h 2407299"/>
              <a:gd name="connsiteX338" fmla="*/ 1094238 w 2407299"/>
              <a:gd name="connsiteY338" fmla="*/ 218854 h 2407299"/>
              <a:gd name="connsiteX339" fmla="*/ 1021267 w 2407299"/>
              <a:gd name="connsiteY339" fmla="*/ 218854 h 2407299"/>
              <a:gd name="connsiteX340" fmla="*/ 1240120 w 2407299"/>
              <a:gd name="connsiteY340" fmla="*/ 218854 h 2407299"/>
              <a:gd name="connsiteX341" fmla="*/ 1240120 w 2407299"/>
              <a:gd name="connsiteY341" fmla="*/ 291795 h 2407299"/>
              <a:gd name="connsiteX342" fmla="*/ 1313061 w 2407299"/>
              <a:gd name="connsiteY342" fmla="*/ 291795 h 2407299"/>
              <a:gd name="connsiteX343" fmla="*/ 1313061 w 2407299"/>
              <a:gd name="connsiteY343" fmla="*/ 218854 h 2407299"/>
              <a:gd name="connsiteX344" fmla="*/ 1240120 w 2407299"/>
              <a:gd name="connsiteY344" fmla="*/ 218854 h 2407299"/>
              <a:gd name="connsiteX345" fmla="*/ 1604856 w 2407299"/>
              <a:gd name="connsiteY345" fmla="*/ 218854 h 2407299"/>
              <a:gd name="connsiteX346" fmla="*/ 1604856 w 2407299"/>
              <a:gd name="connsiteY346" fmla="*/ 291795 h 2407299"/>
              <a:gd name="connsiteX347" fmla="*/ 1677827 w 2407299"/>
              <a:gd name="connsiteY347" fmla="*/ 291795 h 2407299"/>
              <a:gd name="connsiteX348" fmla="*/ 1677827 w 2407299"/>
              <a:gd name="connsiteY348" fmla="*/ 218854 h 2407299"/>
              <a:gd name="connsiteX349" fmla="*/ 1604856 w 2407299"/>
              <a:gd name="connsiteY349" fmla="*/ 218854 h 2407299"/>
              <a:gd name="connsiteX350" fmla="*/ 1750768 w 2407299"/>
              <a:gd name="connsiteY350" fmla="*/ 218854 h 2407299"/>
              <a:gd name="connsiteX351" fmla="*/ 1750768 w 2407299"/>
              <a:gd name="connsiteY351" fmla="*/ 291795 h 2407299"/>
              <a:gd name="connsiteX352" fmla="*/ 1823710 w 2407299"/>
              <a:gd name="connsiteY352" fmla="*/ 291795 h 2407299"/>
              <a:gd name="connsiteX353" fmla="*/ 1823710 w 2407299"/>
              <a:gd name="connsiteY353" fmla="*/ 218854 h 2407299"/>
              <a:gd name="connsiteX354" fmla="*/ 1750768 w 2407299"/>
              <a:gd name="connsiteY354" fmla="*/ 218854 h 2407299"/>
              <a:gd name="connsiteX355" fmla="*/ 1896651 w 2407299"/>
              <a:gd name="connsiteY355" fmla="*/ 218854 h 2407299"/>
              <a:gd name="connsiteX356" fmla="*/ 1896651 w 2407299"/>
              <a:gd name="connsiteY356" fmla="*/ 291795 h 2407299"/>
              <a:gd name="connsiteX357" fmla="*/ 1969622 w 2407299"/>
              <a:gd name="connsiteY357" fmla="*/ 291795 h 2407299"/>
              <a:gd name="connsiteX358" fmla="*/ 1969622 w 2407299"/>
              <a:gd name="connsiteY358" fmla="*/ 218854 h 2407299"/>
              <a:gd name="connsiteX359" fmla="*/ 1896651 w 2407299"/>
              <a:gd name="connsiteY359" fmla="*/ 218854 h 2407299"/>
              <a:gd name="connsiteX360" fmla="*/ 2042563 w 2407299"/>
              <a:gd name="connsiteY360" fmla="*/ 218854 h 2407299"/>
              <a:gd name="connsiteX361" fmla="*/ 2042563 w 2407299"/>
              <a:gd name="connsiteY361" fmla="*/ 291795 h 2407299"/>
              <a:gd name="connsiteX362" fmla="*/ 2115504 w 2407299"/>
              <a:gd name="connsiteY362" fmla="*/ 291795 h 2407299"/>
              <a:gd name="connsiteX363" fmla="*/ 2115504 w 2407299"/>
              <a:gd name="connsiteY363" fmla="*/ 218854 h 2407299"/>
              <a:gd name="connsiteX364" fmla="*/ 2042563 w 2407299"/>
              <a:gd name="connsiteY364" fmla="*/ 218854 h 2407299"/>
              <a:gd name="connsiteX365" fmla="*/ 2115504 w 2407299"/>
              <a:gd name="connsiteY365" fmla="*/ 218854 h 2407299"/>
              <a:gd name="connsiteX366" fmla="*/ 2115504 w 2407299"/>
              <a:gd name="connsiteY366" fmla="*/ 291795 h 2407299"/>
              <a:gd name="connsiteX367" fmla="*/ 2188446 w 2407299"/>
              <a:gd name="connsiteY367" fmla="*/ 291795 h 2407299"/>
              <a:gd name="connsiteX368" fmla="*/ 2188446 w 2407299"/>
              <a:gd name="connsiteY368" fmla="*/ 218854 h 2407299"/>
              <a:gd name="connsiteX369" fmla="*/ 2115504 w 2407299"/>
              <a:gd name="connsiteY369" fmla="*/ 218854 h 2407299"/>
              <a:gd name="connsiteX370" fmla="*/ 2188446 w 2407299"/>
              <a:gd name="connsiteY370" fmla="*/ 218854 h 2407299"/>
              <a:gd name="connsiteX371" fmla="*/ 2188446 w 2407299"/>
              <a:gd name="connsiteY371" fmla="*/ 291795 h 2407299"/>
              <a:gd name="connsiteX372" fmla="*/ 2261417 w 2407299"/>
              <a:gd name="connsiteY372" fmla="*/ 291795 h 2407299"/>
              <a:gd name="connsiteX373" fmla="*/ 2261417 w 2407299"/>
              <a:gd name="connsiteY373" fmla="*/ 218854 h 2407299"/>
              <a:gd name="connsiteX374" fmla="*/ 2188446 w 2407299"/>
              <a:gd name="connsiteY374" fmla="*/ 218854 h 2407299"/>
              <a:gd name="connsiteX375" fmla="*/ 2334358 w 2407299"/>
              <a:gd name="connsiteY375" fmla="*/ 218854 h 2407299"/>
              <a:gd name="connsiteX376" fmla="*/ 2334358 w 2407299"/>
              <a:gd name="connsiteY376" fmla="*/ 291795 h 2407299"/>
              <a:gd name="connsiteX377" fmla="*/ 2407299 w 2407299"/>
              <a:gd name="connsiteY377" fmla="*/ 291795 h 2407299"/>
              <a:gd name="connsiteX378" fmla="*/ 2407299 w 2407299"/>
              <a:gd name="connsiteY378" fmla="*/ 218854 h 2407299"/>
              <a:gd name="connsiteX379" fmla="*/ 2334358 w 2407299"/>
              <a:gd name="connsiteY379" fmla="*/ 218854 h 2407299"/>
              <a:gd name="connsiteX380" fmla="*/ 0 w 2407299"/>
              <a:gd name="connsiteY380" fmla="*/ 291795 h 2407299"/>
              <a:gd name="connsiteX381" fmla="*/ 0 w 2407299"/>
              <a:gd name="connsiteY381" fmla="*/ 364736 h 2407299"/>
              <a:gd name="connsiteX382" fmla="*/ 72941 w 2407299"/>
              <a:gd name="connsiteY382" fmla="*/ 364736 h 2407299"/>
              <a:gd name="connsiteX383" fmla="*/ 72941 w 2407299"/>
              <a:gd name="connsiteY383" fmla="*/ 291795 h 2407299"/>
              <a:gd name="connsiteX384" fmla="*/ 0 w 2407299"/>
              <a:gd name="connsiteY384" fmla="*/ 291795 h 2407299"/>
              <a:gd name="connsiteX385" fmla="*/ 145882 w 2407299"/>
              <a:gd name="connsiteY385" fmla="*/ 291795 h 2407299"/>
              <a:gd name="connsiteX386" fmla="*/ 145882 w 2407299"/>
              <a:gd name="connsiteY386" fmla="*/ 364736 h 2407299"/>
              <a:gd name="connsiteX387" fmla="*/ 218854 w 2407299"/>
              <a:gd name="connsiteY387" fmla="*/ 364736 h 2407299"/>
              <a:gd name="connsiteX388" fmla="*/ 218854 w 2407299"/>
              <a:gd name="connsiteY388" fmla="*/ 291795 h 2407299"/>
              <a:gd name="connsiteX389" fmla="*/ 145882 w 2407299"/>
              <a:gd name="connsiteY389" fmla="*/ 291795 h 2407299"/>
              <a:gd name="connsiteX390" fmla="*/ 218854 w 2407299"/>
              <a:gd name="connsiteY390" fmla="*/ 291795 h 2407299"/>
              <a:gd name="connsiteX391" fmla="*/ 218854 w 2407299"/>
              <a:gd name="connsiteY391" fmla="*/ 364736 h 2407299"/>
              <a:gd name="connsiteX392" fmla="*/ 291795 w 2407299"/>
              <a:gd name="connsiteY392" fmla="*/ 364736 h 2407299"/>
              <a:gd name="connsiteX393" fmla="*/ 291795 w 2407299"/>
              <a:gd name="connsiteY393" fmla="*/ 291795 h 2407299"/>
              <a:gd name="connsiteX394" fmla="*/ 218854 w 2407299"/>
              <a:gd name="connsiteY394" fmla="*/ 291795 h 2407299"/>
              <a:gd name="connsiteX395" fmla="*/ 291795 w 2407299"/>
              <a:gd name="connsiteY395" fmla="*/ 291795 h 2407299"/>
              <a:gd name="connsiteX396" fmla="*/ 291795 w 2407299"/>
              <a:gd name="connsiteY396" fmla="*/ 364736 h 2407299"/>
              <a:gd name="connsiteX397" fmla="*/ 364736 w 2407299"/>
              <a:gd name="connsiteY397" fmla="*/ 364736 h 2407299"/>
              <a:gd name="connsiteX398" fmla="*/ 364736 w 2407299"/>
              <a:gd name="connsiteY398" fmla="*/ 291795 h 2407299"/>
              <a:gd name="connsiteX399" fmla="*/ 291795 w 2407299"/>
              <a:gd name="connsiteY399" fmla="*/ 291795 h 2407299"/>
              <a:gd name="connsiteX400" fmla="*/ 437677 w 2407299"/>
              <a:gd name="connsiteY400" fmla="*/ 291795 h 2407299"/>
              <a:gd name="connsiteX401" fmla="*/ 437677 w 2407299"/>
              <a:gd name="connsiteY401" fmla="*/ 364736 h 2407299"/>
              <a:gd name="connsiteX402" fmla="*/ 510648 w 2407299"/>
              <a:gd name="connsiteY402" fmla="*/ 364736 h 2407299"/>
              <a:gd name="connsiteX403" fmla="*/ 510648 w 2407299"/>
              <a:gd name="connsiteY403" fmla="*/ 291795 h 2407299"/>
              <a:gd name="connsiteX404" fmla="*/ 437677 w 2407299"/>
              <a:gd name="connsiteY404" fmla="*/ 291795 h 2407299"/>
              <a:gd name="connsiteX405" fmla="*/ 656531 w 2407299"/>
              <a:gd name="connsiteY405" fmla="*/ 291795 h 2407299"/>
              <a:gd name="connsiteX406" fmla="*/ 656531 w 2407299"/>
              <a:gd name="connsiteY406" fmla="*/ 364736 h 2407299"/>
              <a:gd name="connsiteX407" fmla="*/ 729472 w 2407299"/>
              <a:gd name="connsiteY407" fmla="*/ 364736 h 2407299"/>
              <a:gd name="connsiteX408" fmla="*/ 729472 w 2407299"/>
              <a:gd name="connsiteY408" fmla="*/ 291795 h 2407299"/>
              <a:gd name="connsiteX409" fmla="*/ 656531 w 2407299"/>
              <a:gd name="connsiteY409" fmla="*/ 291795 h 2407299"/>
              <a:gd name="connsiteX410" fmla="*/ 948325 w 2407299"/>
              <a:gd name="connsiteY410" fmla="*/ 291795 h 2407299"/>
              <a:gd name="connsiteX411" fmla="*/ 948325 w 2407299"/>
              <a:gd name="connsiteY411" fmla="*/ 364736 h 2407299"/>
              <a:gd name="connsiteX412" fmla="*/ 1021267 w 2407299"/>
              <a:gd name="connsiteY412" fmla="*/ 364736 h 2407299"/>
              <a:gd name="connsiteX413" fmla="*/ 1021267 w 2407299"/>
              <a:gd name="connsiteY413" fmla="*/ 291795 h 2407299"/>
              <a:gd name="connsiteX414" fmla="*/ 948325 w 2407299"/>
              <a:gd name="connsiteY414" fmla="*/ 291795 h 2407299"/>
              <a:gd name="connsiteX415" fmla="*/ 1167179 w 2407299"/>
              <a:gd name="connsiteY415" fmla="*/ 291795 h 2407299"/>
              <a:gd name="connsiteX416" fmla="*/ 1167179 w 2407299"/>
              <a:gd name="connsiteY416" fmla="*/ 364736 h 2407299"/>
              <a:gd name="connsiteX417" fmla="*/ 1240120 w 2407299"/>
              <a:gd name="connsiteY417" fmla="*/ 364736 h 2407299"/>
              <a:gd name="connsiteX418" fmla="*/ 1240120 w 2407299"/>
              <a:gd name="connsiteY418" fmla="*/ 291795 h 2407299"/>
              <a:gd name="connsiteX419" fmla="*/ 1167179 w 2407299"/>
              <a:gd name="connsiteY419" fmla="*/ 291795 h 2407299"/>
              <a:gd name="connsiteX420" fmla="*/ 1386033 w 2407299"/>
              <a:gd name="connsiteY420" fmla="*/ 291795 h 2407299"/>
              <a:gd name="connsiteX421" fmla="*/ 1386033 w 2407299"/>
              <a:gd name="connsiteY421" fmla="*/ 364736 h 2407299"/>
              <a:gd name="connsiteX422" fmla="*/ 1458974 w 2407299"/>
              <a:gd name="connsiteY422" fmla="*/ 364736 h 2407299"/>
              <a:gd name="connsiteX423" fmla="*/ 1458974 w 2407299"/>
              <a:gd name="connsiteY423" fmla="*/ 291795 h 2407299"/>
              <a:gd name="connsiteX424" fmla="*/ 1386033 w 2407299"/>
              <a:gd name="connsiteY424" fmla="*/ 291795 h 2407299"/>
              <a:gd name="connsiteX425" fmla="*/ 1458974 w 2407299"/>
              <a:gd name="connsiteY425" fmla="*/ 291795 h 2407299"/>
              <a:gd name="connsiteX426" fmla="*/ 1458974 w 2407299"/>
              <a:gd name="connsiteY426" fmla="*/ 364736 h 2407299"/>
              <a:gd name="connsiteX427" fmla="*/ 1531915 w 2407299"/>
              <a:gd name="connsiteY427" fmla="*/ 364736 h 2407299"/>
              <a:gd name="connsiteX428" fmla="*/ 1531915 w 2407299"/>
              <a:gd name="connsiteY428" fmla="*/ 291795 h 2407299"/>
              <a:gd name="connsiteX429" fmla="*/ 1458974 w 2407299"/>
              <a:gd name="connsiteY429" fmla="*/ 291795 h 2407299"/>
              <a:gd name="connsiteX430" fmla="*/ 1531915 w 2407299"/>
              <a:gd name="connsiteY430" fmla="*/ 291795 h 2407299"/>
              <a:gd name="connsiteX431" fmla="*/ 1531915 w 2407299"/>
              <a:gd name="connsiteY431" fmla="*/ 364736 h 2407299"/>
              <a:gd name="connsiteX432" fmla="*/ 1604856 w 2407299"/>
              <a:gd name="connsiteY432" fmla="*/ 364736 h 2407299"/>
              <a:gd name="connsiteX433" fmla="*/ 1604856 w 2407299"/>
              <a:gd name="connsiteY433" fmla="*/ 291795 h 2407299"/>
              <a:gd name="connsiteX434" fmla="*/ 1531915 w 2407299"/>
              <a:gd name="connsiteY434" fmla="*/ 291795 h 2407299"/>
              <a:gd name="connsiteX435" fmla="*/ 1604856 w 2407299"/>
              <a:gd name="connsiteY435" fmla="*/ 291795 h 2407299"/>
              <a:gd name="connsiteX436" fmla="*/ 1604856 w 2407299"/>
              <a:gd name="connsiteY436" fmla="*/ 364736 h 2407299"/>
              <a:gd name="connsiteX437" fmla="*/ 1677827 w 2407299"/>
              <a:gd name="connsiteY437" fmla="*/ 364736 h 2407299"/>
              <a:gd name="connsiteX438" fmla="*/ 1677827 w 2407299"/>
              <a:gd name="connsiteY438" fmla="*/ 291795 h 2407299"/>
              <a:gd name="connsiteX439" fmla="*/ 1604856 w 2407299"/>
              <a:gd name="connsiteY439" fmla="*/ 291795 h 2407299"/>
              <a:gd name="connsiteX440" fmla="*/ 1677827 w 2407299"/>
              <a:gd name="connsiteY440" fmla="*/ 291795 h 2407299"/>
              <a:gd name="connsiteX441" fmla="*/ 1677827 w 2407299"/>
              <a:gd name="connsiteY441" fmla="*/ 364736 h 2407299"/>
              <a:gd name="connsiteX442" fmla="*/ 1750768 w 2407299"/>
              <a:gd name="connsiteY442" fmla="*/ 364736 h 2407299"/>
              <a:gd name="connsiteX443" fmla="*/ 1750768 w 2407299"/>
              <a:gd name="connsiteY443" fmla="*/ 291795 h 2407299"/>
              <a:gd name="connsiteX444" fmla="*/ 1677827 w 2407299"/>
              <a:gd name="connsiteY444" fmla="*/ 291795 h 2407299"/>
              <a:gd name="connsiteX445" fmla="*/ 1750768 w 2407299"/>
              <a:gd name="connsiteY445" fmla="*/ 291795 h 2407299"/>
              <a:gd name="connsiteX446" fmla="*/ 1750768 w 2407299"/>
              <a:gd name="connsiteY446" fmla="*/ 364736 h 2407299"/>
              <a:gd name="connsiteX447" fmla="*/ 1823710 w 2407299"/>
              <a:gd name="connsiteY447" fmla="*/ 364736 h 2407299"/>
              <a:gd name="connsiteX448" fmla="*/ 1823710 w 2407299"/>
              <a:gd name="connsiteY448" fmla="*/ 291795 h 2407299"/>
              <a:gd name="connsiteX449" fmla="*/ 1750768 w 2407299"/>
              <a:gd name="connsiteY449" fmla="*/ 291795 h 2407299"/>
              <a:gd name="connsiteX450" fmla="*/ 1896651 w 2407299"/>
              <a:gd name="connsiteY450" fmla="*/ 291795 h 2407299"/>
              <a:gd name="connsiteX451" fmla="*/ 1896651 w 2407299"/>
              <a:gd name="connsiteY451" fmla="*/ 364736 h 2407299"/>
              <a:gd name="connsiteX452" fmla="*/ 1969622 w 2407299"/>
              <a:gd name="connsiteY452" fmla="*/ 364736 h 2407299"/>
              <a:gd name="connsiteX453" fmla="*/ 1969622 w 2407299"/>
              <a:gd name="connsiteY453" fmla="*/ 291795 h 2407299"/>
              <a:gd name="connsiteX454" fmla="*/ 1896651 w 2407299"/>
              <a:gd name="connsiteY454" fmla="*/ 291795 h 2407299"/>
              <a:gd name="connsiteX455" fmla="*/ 2042563 w 2407299"/>
              <a:gd name="connsiteY455" fmla="*/ 291795 h 2407299"/>
              <a:gd name="connsiteX456" fmla="*/ 2042563 w 2407299"/>
              <a:gd name="connsiteY456" fmla="*/ 364736 h 2407299"/>
              <a:gd name="connsiteX457" fmla="*/ 2115504 w 2407299"/>
              <a:gd name="connsiteY457" fmla="*/ 364736 h 2407299"/>
              <a:gd name="connsiteX458" fmla="*/ 2115504 w 2407299"/>
              <a:gd name="connsiteY458" fmla="*/ 291795 h 2407299"/>
              <a:gd name="connsiteX459" fmla="*/ 2042563 w 2407299"/>
              <a:gd name="connsiteY459" fmla="*/ 291795 h 2407299"/>
              <a:gd name="connsiteX460" fmla="*/ 2115504 w 2407299"/>
              <a:gd name="connsiteY460" fmla="*/ 291795 h 2407299"/>
              <a:gd name="connsiteX461" fmla="*/ 2115504 w 2407299"/>
              <a:gd name="connsiteY461" fmla="*/ 364736 h 2407299"/>
              <a:gd name="connsiteX462" fmla="*/ 2188446 w 2407299"/>
              <a:gd name="connsiteY462" fmla="*/ 364736 h 2407299"/>
              <a:gd name="connsiteX463" fmla="*/ 2188446 w 2407299"/>
              <a:gd name="connsiteY463" fmla="*/ 291795 h 2407299"/>
              <a:gd name="connsiteX464" fmla="*/ 2115504 w 2407299"/>
              <a:gd name="connsiteY464" fmla="*/ 291795 h 2407299"/>
              <a:gd name="connsiteX465" fmla="*/ 2188446 w 2407299"/>
              <a:gd name="connsiteY465" fmla="*/ 291795 h 2407299"/>
              <a:gd name="connsiteX466" fmla="*/ 2188446 w 2407299"/>
              <a:gd name="connsiteY466" fmla="*/ 364736 h 2407299"/>
              <a:gd name="connsiteX467" fmla="*/ 2261417 w 2407299"/>
              <a:gd name="connsiteY467" fmla="*/ 364736 h 2407299"/>
              <a:gd name="connsiteX468" fmla="*/ 2261417 w 2407299"/>
              <a:gd name="connsiteY468" fmla="*/ 291795 h 2407299"/>
              <a:gd name="connsiteX469" fmla="*/ 2188446 w 2407299"/>
              <a:gd name="connsiteY469" fmla="*/ 291795 h 2407299"/>
              <a:gd name="connsiteX470" fmla="*/ 2334358 w 2407299"/>
              <a:gd name="connsiteY470" fmla="*/ 291795 h 2407299"/>
              <a:gd name="connsiteX471" fmla="*/ 2334358 w 2407299"/>
              <a:gd name="connsiteY471" fmla="*/ 364736 h 2407299"/>
              <a:gd name="connsiteX472" fmla="*/ 2407299 w 2407299"/>
              <a:gd name="connsiteY472" fmla="*/ 364736 h 2407299"/>
              <a:gd name="connsiteX473" fmla="*/ 2407299 w 2407299"/>
              <a:gd name="connsiteY473" fmla="*/ 291795 h 2407299"/>
              <a:gd name="connsiteX474" fmla="*/ 2334358 w 2407299"/>
              <a:gd name="connsiteY474" fmla="*/ 291795 h 2407299"/>
              <a:gd name="connsiteX475" fmla="*/ 0 w 2407299"/>
              <a:gd name="connsiteY475" fmla="*/ 364736 h 2407299"/>
              <a:gd name="connsiteX476" fmla="*/ 0 w 2407299"/>
              <a:gd name="connsiteY476" fmla="*/ 437677 h 2407299"/>
              <a:gd name="connsiteX477" fmla="*/ 72941 w 2407299"/>
              <a:gd name="connsiteY477" fmla="*/ 437677 h 2407299"/>
              <a:gd name="connsiteX478" fmla="*/ 72941 w 2407299"/>
              <a:gd name="connsiteY478" fmla="*/ 364736 h 2407299"/>
              <a:gd name="connsiteX479" fmla="*/ 0 w 2407299"/>
              <a:gd name="connsiteY479" fmla="*/ 364736 h 2407299"/>
              <a:gd name="connsiteX480" fmla="*/ 437677 w 2407299"/>
              <a:gd name="connsiteY480" fmla="*/ 364736 h 2407299"/>
              <a:gd name="connsiteX481" fmla="*/ 437677 w 2407299"/>
              <a:gd name="connsiteY481" fmla="*/ 437677 h 2407299"/>
              <a:gd name="connsiteX482" fmla="*/ 510648 w 2407299"/>
              <a:gd name="connsiteY482" fmla="*/ 437677 h 2407299"/>
              <a:gd name="connsiteX483" fmla="*/ 510648 w 2407299"/>
              <a:gd name="connsiteY483" fmla="*/ 364736 h 2407299"/>
              <a:gd name="connsiteX484" fmla="*/ 437677 w 2407299"/>
              <a:gd name="connsiteY484" fmla="*/ 364736 h 2407299"/>
              <a:gd name="connsiteX485" fmla="*/ 583589 w 2407299"/>
              <a:gd name="connsiteY485" fmla="*/ 364736 h 2407299"/>
              <a:gd name="connsiteX486" fmla="*/ 583589 w 2407299"/>
              <a:gd name="connsiteY486" fmla="*/ 437677 h 2407299"/>
              <a:gd name="connsiteX487" fmla="*/ 656531 w 2407299"/>
              <a:gd name="connsiteY487" fmla="*/ 437677 h 2407299"/>
              <a:gd name="connsiteX488" fmla="*/ 656531 w 2407299"/>
              <a:gd name="connsiteY488" fmla="*/ 364736 h 2407299"/>
              <a:gd name="connsiteX489" fmla="*/ 583589 w 2407299"/>
              <a:gd name="connsiteY489" fmla="*/ 364736 h 2407299"/>
              <a:gd name="connsiteX490" fmla="*/ 656531 w 2407299"/>
              <a:gd name="connsiteY490" fmla="*/ 364736 h 2407299"/>
              <a:gd name="connsiteX491" fmla="*/ 656531 w 2407299"/>
              <a:gd name="connsiteY491" fmla="*/ 437677 h 2407299"/>
              <a:gd name="connsiteX492" fmla="*/ 729472 w 2407299"/>
              <a:gd name="connsiteY492" fmla="*/ 437677 h 2407299"/>
              <a:gd name="connsiteX493" fmla="*/ 729472 w 2407299"/>
              <a:gd name="connsiteY493" fmla="*/ 364736 h 2407299"/>
              <a:gd name="connsiteX494" fmla="*/ 656531 w 2407299"/>
              <a:gd name="connsiteY494" fmla="*/ 364736 h 2407299"/>
              <a:gd name="connsiteX495" fmla="*/ 729472 w 2407299"/>
              <a:gd name="connsiteY495" fmla="*/ 364736 h 2407299"/>
              <a:gd name="connsiteX496" fmla="*/ 729472 w 2407299"/>
              <a:gd name="connsiteY496" fmla="*/ 437677 h 2407299"/>
              <a:gd name="connsiteX497" fmla="*/ 802443 w 2407299"/>
              <a:gd name="connsiteY497" fmla="*/ 437677 h 2407299"/>
              <a:gd name="connsiteX498" fmla="*/ 802443 w 2407299"/>
              <a:gd name="connsiteY498" fmla="*/ 364736 h 2407299"/>
              <a:gd name="connsiteX499" fmla="*/ 729472 w 2407299"/>
              <a:gd name="connsiteY499" fmla="*/ 364736 h 2407299"/>
              <a:gd name="connsiteX500" fmla="*/ 875384 w 2407299"/>
              <a:gd name="connsiteY500" fmla="*/ 364736 h 2407299"/>
              <a:gd name="connsiteX501" fmla="*/ 875384 w 2407299"/>
              <a:gd name="connsiteY501" fmla="*/ 437677 h 2407299"/>
              <a:gd name="connsiteX502" fmla="*/ 948325 w 2407299"/>
              <a:gd name="connsiteY502" fmla="*/ 437677 h 2407299"/>
              <a:gd name="connsiteX503" fmla="*/ 948325 w 2407299"/>
              <a:gd name="connsiteY503" fmla="*/ 364736 h 2407299"/>
              <a:gd name="connsiteX504" fmla="*/ 875384 w 2407299"/>
              <a:gd name="connsiteY504" fmla="*/ 364736 h 2407299"/>
              <a:gd name="connsiteX505" fmla="*/ 1094238 w 2407299"/>
              <a:gd name="connsiteY505" fmla="*/ 364736 h 2407299"/>
              <a:gd name="connsiteX506" fmla="*/ 1094238 w 2407299"/>
              <a:gd name="connsiteY506" fmla="*/ 437677 h 2407299"/>
              <a:gd name="connsiteX507" fmla="*/ 1167179 w 2407299"/>
              <a:gd name="connsiteY507" fmla="*/ 437677 h 2407299"/>
              <a:gd name="connsiteX508" fmla="*/ 1167179 w 2407299"/>
              <a:gd name="connsiteY508" fmla="*/ 364736 h 2407299"/>
              <a:gd name="connsiteX509" fmla="*/ 1094238 w 2407299"/>
              <a:gd name="connsiteY509" fmla="*/ 364736 h 2407299"/>
              <a:gd name="connsiteX510" fmla="*/ 1167179 w 2407299"/>
              <a:gd name="connsiteY510" fmla="*/ 364736 h 2407299"/>
              <a:gd name="connsiteX511" fmla="*/ 1167179 w 2407299"/>
              <a:gd name="connsiteY511" fmla="*/ 437677 h 2407299"/>
              <a:gd name="connsiteX512" fmla="*/ 1240120 w 2407299"/>
              <a:gd name="connsiteY512" fmla="*/ 437677 h 2407299"/>
              <a:gd name="connsiteX513" fmla="*/ 1240120 w 2407299"/>
              <a:gd name="connsiteY513" fmla="*/ 364736 h 2407299"/>
              <a:gd name="connsiteX514" fmla="*/ 1167179 w 2407299"/>
              <a:gd name="connsiteY514" fmla="*/ 364736 h 2407299"/>
              <a:gd name="connsiteX515" fmla="*/ 1240120 w 2407299"/>
              <a:gd name="connsiteY515" fmla="*/ 364736 h 2407299"/>
              <a:gd name="connsiteX516" fmla="*/ 1240120 w 2407299"/>
              <a:gd name="connsiteY516" fmla="*/ 437677 h 2407299"/>
              <a:gd name="connsiteX517" fmla="*/ 1313061 w 2407299"/>
              <a:gd name="connsiteY517" fmla="*/ 437677 h 2407299"/>
              <a:gd name="connsiteX518" fmla="*/ 1313061 w 2407299"/>
              <a:gd name="connsiteY518" fmla="*/ 364736 h 2407299"/>
              <a:gd name="connsiteX519" fmla="*/ 1240120 w 2407299"/>
              <a:gd name="connsiteY519" fmla="*/ 364736 h 2407299"/>
              <a:gd name="connsiteX520" fmla="*/ 1386033 w 2407299"/>
              <a:gd name="connsiteY520" fmla="*/ 364736 h 2407299"/>
              <a:gd name="connsiteX521" fmla="*/ 1386033 w 2407299"/>
              <a:gd name="connsiteY521" fmla="*/ 437677 h 2407299"/>
              <a:gd name="connsiteX522" fmla="*/ 1458974 w 2407299"/>
              <a:gd name="connsiteY522" fmla="*/ 437677 h 2407299"/>
              <a:gd name="connsiteX523" fmla="*/ 1458974 w 2407299"/>
              <a:gd name="connsiteY523" fmla="*/ 364736 h 2407299"/>
              <a:gd name="connsiteX524" fmla="*/ 1386033 w 2407299"/>
              <a:gd name="connsiteY524" fmla="*/ 364736 h 2407299"/>
              <a:gd name="connsiteX525" fmla="*/ 1531915 w 2407299"/>
              <a:gd name="connsiteY525" fmla="*/ 364736 h 2407299"/>
              <a:gd name="connsiteX526" fmla="*/ 1531915 w 2407299"/>
              <a:gd name="connsiteY526" fmla="*/ 437677 h 2407299"/>
              <a:gd name="connsiteX527" fmla="*/ 1604856 w 2407299"/>
              <a:gd name="connsiteY527" fmla="*/ 437677 h 2407299"/>
              <a:gd name="connsiteX528" fmla="*/ 1604856 w 2407299"/>
              <a:gd name="connsiteY528" fmla="*/ 364736 h 2407299"/>
              <a:gd name="connsiteX529" fmla="*/ 1531915 w 2407299"/>
              <a:gd name="connsiteY529" fmla="*/ 364736 h 2407299"/>
              <a:gd name="connsiteX530" fmla="*/ 1677827 w 2407299"/>
              <a:gd name="connsiteY530" fmla="*/ 364736 h 2407299"/>
              <a:gd name="connsiteX531" fmla="*/ 1677827 w 2407299"/>
              <a:gd name="connsiteY531" fmla="*/ 437677 h 2407299"/>
              <a:gd name="connsiteX532" fmla="*/ 1750768 w 2407299"/>
              <a:gd name="connsiteY532" fmla="*/ 437677 h 2407299"/>
              <a:gd name="connsiteX533" fmla="*/ 1750768 w 2407299"/>
              <a:gd name="connsiteY533" fmla="*/ 364736 h 2407299"/>
              <a:gd name="connsiteX534" fmla="*/ 1677827 w 2407299"/>
              <a:gd name="connsiteY534" fmla="*/ 364736 h 2407299"/>
              <a:gd name="connsiteX535" fmla="*/ 1896651 w 2407299"/>
              <a:gd name="connsiteY535" fmla="*/ 364736 h 2407299"/>
              <a:gd name="connsiteX536" fmla="*/ 1896651 w 2407299"/>
              <a:gd name="connsiteY536" fmla="*/ 437677 h 2407299"/>
              <a:gd name="connsiteX537" fmla="*/ 1969622 w 2407299"/>
              <a:gd name="connsiteY537" fmla="*/ 437677 h 2407299"/>
              <a:gd name="connsiteX538" fmla="*/ 1969622 w 2407299"/>
              <a:gd name="connsiteY538" fmla="*/ 364736 h 2407299"/>
              <a:gd name="connsiteX539" fmla="*/ 1896651 w 2407299"/>
              <a:gd name="connsiteY539" fmla="*/ 364736 h 2407299"/>
              <a:gd name="connsiteX540" fmla="*/ 2334358 w 2407299"/>
              <a:gd name="connsiteY540" fmla="*/ 364736 h 2407299"/>
              <a:gd name="connsiteX541" fmla="*/ 2334358 w 2407299"/>
              <a:gd name="connsiteY541" fmla="*/ 437677 h 2407299"/>
              <a:gd name="connsiteX542" fmla="*/ 2407299 w 2407299"/>
              <a:gd name="connsiteY542" fmla="*/ 437677 h 2407299"/>
              <a:gd name="connsiteX543" fmla="*/ 2407299 w 2407299"/>
              <a:gd name="connsiteY543" fmla="*/ 364736 h 2407299"/>
              <a:gd name="connsiteX544" fmla="*/ 2334358 w 2407299"/>
              <a:gd name="connsiteY544" fmla="*/ 364736 h 2407299"/>
              <a:gd name="connsiteX545" fmla="*/ 0 w 2407299"/>
              <a:gd name="connsiteY545" fmla="*/ 437677 h 2407299"/>
              <a:gd name="connsiteX546" fmla="*/ 0 w 2407299"/>
              <a:gd name="connsiteY546" fmla="*/ 510648 h 2407299"/>
              <a:gd name="connsiteX547" fmla="*/ 72941 w 2407299"/>
              <a:gd name="connsiteY547" fmla="*/ 510648 h 2407299"/>
              <a:gd name="connsiteX548" fmla="*/ 72941 w 2407299"/>
              <a:gd name="connsiteY548" fmla="*/ 437677 h 2407299"/>
              <a:gd name="connsiteX549" fmla="*/ 0 w 2407299"/>
              <a:gd name="connsiteY549" fmla="*/ 437677 h 2407299"/>
              <a:gd name="connsiteX550" fmla="*/ 72941 w 2407299"/>
              <a:gd name="connsiteY550" fmla="*/ 437677 h 2407299"/>
              <a:gd name="connsiteX551" fmla="*/ 72941 w 2407299"/>
              <a:gd name="connsiteY551" fmla="*/ 510648 h 2407299"/>
              <a:gd name="connsiteX552" fmla="*/ 145882 w 2407299"/>
              <a:gd name="connsiteY552" fmla="*/ 510648 h 2407299"/>
              <a:gd name="connsiteX553" fmla="*/ 145882 w 2407299"/>
              <a:gd name="connsiteY553" fmla="*/ 437677 h 2407299"/>
              <a:gd name="connsiteX554" fmla="*/ 72941 w 2407299"/>
              <a:gd name="connsiteY554" fmla="*/ 437677 h 2407299"/>
              <a:gd name="connsiteX555" fmla="*/ 145882 w 2407299"/>
              <a:gd name="connsiteY555" fmla="*/ 437677 h 2407299"/>
              <a:gd name="connsiteX556" fmla="*/ 145882 w 2407299"/>
              <a:gd name="connsiteY556" fmla="*/ 510648 h 2407299"/>
              <a:gd name="connsiteX557" fmla="*/ 218854 w 2407299"/>
              <a:gd name="connsiteY557" fmla="*/ 510648 h 2407299"/>
              <a:gd name="connsiteX558" fmla="*/ 218854 w 2407299"/>
              <a:gd name="connsiteY558" fmla="*/ 437677 h 2407299"/>
              <a:gd name="connsiteX559" fmla="*/ 145882 w 2407299"/>
              <a:gd name="connsiteY559" fmla="*/ 437677 h 2407299"/>
              <a:gd name="connsiteX560" fmla="*/ 218854 w 2407299"/>
              <a:gd name="connsiteY560" fmla="*/ 437677 h 2407299"/>
              <a:gd name="connsiteX561" fmla="*/ 218854 w 2407299"/>
              <a:gd name="connsiteY561" fmla="*/ 510648 h 2407299"/>
              <a:gd name="connsiteX562" fmla="*/ 291795 w 2407299"/>
              <a:gd name="connsiteY562" fmla="*/ 510648 h 2407299"/>
              <a:gd name="connsiteX563" fmla="*/ 291795 w 2407299"/>
              <a:gd name="connsiteY563" fmla="*/ 437677 h 2407299"/>
              <a:gd name="connsiteX564" fmla="*/ 218854 w 2407299"/>
              <a:gd name="connsiteY564" fmla="*/ 437677 h 2407299"/>
              <a:gd name="connsiteX565" fmla="*/ 291795 w 2407299"/>
              <a:gd name="connsiteY565" fmla="*/ 437677 h 2407299"/>
              <a:gd name="connsiteX566" fmla="*/ 291795 w 2407299"/>
              <a:gd name="connsiteY566" fmla="*/ 510648 h 2407299"/>
              <a:gd name="connsiteX567" fmla="*/ 364736 w 2407299"/>
              <a:gd name="connsiteY567" fmla="*/ 510648 h 2407299"/>
              <a:gd name="connsiteX568" fmla="*/ 364736 w 2407299"/>
              <a:gd name="connsiteY568" fmla="*/ 437677 h 2407299"/>
              <a:gd name="connsiteX569" fmla="*/ 291795 w 2407299"/>
              <a:gd name="connsiteY569" fmla="*/ 437677 h 2407299"/>
              <a:gd name="connsiteX570" fmla="*/ 364736 w 2407299"/>
              <a:gd name="connsiteY570" fmla="*/ 437677 h 2407299"/>
              <a:gd name="connsiteX571" fmla="*/ 364736 w 2407299"/>
              <a:gd name="connsiteY571" fmla="*/ 510648 h 2407299"/>
              <a:gd name="connsiteX572" fmla="*/ 437677 w 2407299"/>
              <a:gd name="connsiteY572" fmla="*/ 510648 h 2407299"/>
              <a:gd name="connsiteX573" fmla="*/ 437677 w 2407299"/>
              <a:gd name="connsiteY573" fmla="*/ 437677 h 2407299"/>
              <a:gd name="connsiteX574" fmla="*/ 364736 w 2407299"/>
              <a:gd name="connsiteY574" fmla="*/ 437677 h 2407299"/>
              <a:gd name="connsiteX575" fmla="*/ 437677 w 2407299"/>
              <a:gd name="connsiteY575" fmla="*/ 437677 h 2407299"/>
              <a:gd name="connsiteX576" fmla="*/ 437677 w 2407299"/>
              <a:gd name="connsiteY576" fmla="*/ 510648 h 2407299"/>
              <a:gd name="connsiteX577" fmla="*/ 510648 w 2407299"/>
              <a:gd name="connsiteY577" fmla="*/ 510648 h 2407299"/>
              <a:gd name="connsiteX578" fmla="*/ 510648 w 2407299"/>
              <a:gd name="connsiteY578" fmla="*/ 437677 h 2407299"/>
              <a:gd name="connsiteX579" fmla="*/ 437677 w 2407299"/>
              <a:gd name="connsiteY579" fmla="*/ 437677 h 2407299"/>
              <a:gd name="connsiteX580" fmla="*/ 583589 w 2407299"/>
              <a:gd name="connsiteY580" fmla="*/ 437677 h 2407299"/>
              <a:gd name="connsiteX581" fmla="*/ 583589 w 2407299"/>
              <a:gd name="connsiteY581" fmla="*/ 510648 h 2407299"/>
              <a:gd name="connsiteX582" fmla="*/ 656531 w 2407299"/>
              <a:gd name="connsiteY582" fmla="*/ 510648 h 2407299"/>
              <a:gd name="connsiteX583" fmla="*/ 656531 w 2407299"/>
              <a:gd name="connsiteY583" fmla="*/ 437677 h 2407299"/>
              <a:gd name="connsiteX584" fmla="*/ 583589 w 2407299"/>
              <a:gd name="connsiteY584" fmla="*/ 437677 h 2407299"/>
              <a:gd name="connsiteX585" fmla="*/ 729472 w 2407299"/>
              <a:gd name="connsiteY585" fmla="*/ 437677 h 2407299"/>
              <a:gd name="connsiteX586" fmla="*/ 729472 w 2407299"/>
              <a:gd name="connsiteY586" fmla="*/ 510648 h 2407299"/>
              <a:gd name="connsiteX587" fmla="*/ 802443 w 2407299"/>
              <a:gd name="connsiteY587" fmla="*/ 510648 h 2407299"/>
              <a:gd name="connsiteX588" fmla="*/ 802443 w 2407299"/>
              <a:gd name="connsiteY588" fmla="*/ 437677 h 2407299"/>
              <a:gd name="connsiteX589" fmla="*/ 729472 w 2407299"/>
              <a:gd name="connsiteY589" fmla="*/ 437677 h 2407299"/>
              <a:gd name="connsiteX590" fmla="*/ 875384 w 2407299"/>
              <a:gd name="connsiteY590" fmla="*/ 437677 h 2407299"/>
              <a:gd name="connsiteX591" fmla="*/ 875384 w 2407299"/>
              <a:gd name="connsiteY591" fmla="*/ 510648 h 2407299"/>
              <a:gd name="connsiteX592" fmla="*/ 948325 w 2407299"/>
              <a:gd name="connsiteY592" fmla="*/ 510648 h 2407299"/>
              <a:gd name="connsiteX593" fmla="*/ 948325 w 2407299"/>
              <a:gd name="connsiteY593" fmla="*/ 437677 h 2407299"/>
              <a:gd name="connsiteX594" fmla="*/ 875384 w 2407299"/>
              <a:gd name="connsiteY594" fmla="*/ 437677 h 2407299"/>
              <a:gd name="connsiteX595" fmla="*/ 1021267 w 2407299"/>
              <a:gd name="connsiteY595" fmla="*/ 437677 h 2407299"/>
              <a:gd name="connsiteX596" fmla="*/ 1021267 w 2407299"/>
              <a:gd name="connsiteY596" fmla="*/ 510648 h 2407299"/>
              <a:gd name="connsiteX597" fmla="*/ 1094238 w 2407299"/>
              <a:gd name="connsiteY597" fmla="*/ 510648 h 2407299"/>
              <a:gd name="connsiteX598" fmla="*/ 1094238 w 2407299"/>
              <a:gd name="connsiteY598" fmla="*/ 437677 h 2407299"/>
              <a:gd name="connsiteX599" fmla="*/ 1021267 w 2407299"/>
              <a:gd name="connsiteY599" fmla="*/ 437677 h 2407299"/>
              <a:gd name="connsiteX600" fmla="*/ 1167179 w 2407299"/>
              <a:gd name="connsiteY600" fmla="*/ 437677 h 2407299"/>
              <a:gd name="connsiteX601" fmla="*/ 1167179 w 2407299"/>
              <a:gd name="connsiteY601" fmla="*/ 510648 h 2407299"/>
              <a:gd name="connsiteX602" fmla="*/ 1240120 w 2407299"/>
              <a:gd name="connsiteY602" fmla="*/ 510648 h 2407299"/>
              <a:gd name="connsiteX603" fmla="*/ 1240120 w 2407299"/>
              <a:gd name="connsiteY603" fmla="*/ 437677 h 2407299"/>
              <a:gd name="connsiteX604" fmla="*/ 1167179 w 2407299"/>
              <a:gd name="connsiteY604" fmla="*/ 437677 h 2407299"/>
              <a:gd name="connsiteX605" fmla="*/ 1313061 w 2407299"/>
              <a:gd name="connsiteY605" fmla="*/ 437677 h 2407299"/>
              <a:gd name="connsiteX606" fmla="*/ 1313061 w 2407299"/>
              <a:gd name="connsiteY606" fmla="*/ 510648 h 2407299"/>
              <a:gd name="connsiteX607" fmla="*/ 1386033 w 2407299"/>
              <a:gd name="connsiteY607" fmla="*/ 510648 h 2407299"/>
              <a:gd name="connsiteX608" fmla="*/ 1386033 w 2407299"/>
              <a:gd name="connsiteY608" fmla="*/ 437677 h 2407299"/>
              <a:gd name="connsiteX609" fmla="*/ 1313061 w 2407299"/>
              <a:gd name="connsiteY609" fmla="*/ 437677 h 2407299"/>
              <a:gd name="connsiteX610" fmla="*/ 1458974 w 2407299"/>
              <a:gd name="connsiteY610" fmla="*/ 437677 h 2407299"/>
              <a:gd name="connsiteX611" fmla="*/ 1458974 w 2407299"/>
              <a:gd name="connsiteY611" fmla="*/ 510648 h 2407299"/>
              <a:gd name="connsiteX612" fmla="*/ 1531915 w 2407299"/>
              <a:gd name="connsiteY612" fmla="*/ 510648 h 2407299"/>
              <a:gd name="connsiteX613" fmla="*/ 1531915 w 2407299"/>
              <a:gd name="connsiteY613" fmla="*/ 437677 h 2407299"/>
              <a:gd name="connsiteX614" fmla="*/ 1458974 w 2407299"/>
              <a:gd name="connsiteY614" fmla="*/ 437677 h 2407299"/>
              <a:gd name="connsiteX615" fmla="*/ 1604856 w 2407299"/>
              <a:gd name="connsiteY615" fmla="*/ 437677 h 2407299"/>
              <a:gd name="connsiteX616" fmla="*/ 1604856 w 2407299"/>
              <a:gd name="connsiteY616" fmla="*/ 510648 h 2407299"/>
              <a:gd name="connsiteX617" fmla="*/ 1677827 w 2407299"/>
              <a:gd name="connsiteY617" fmla="*/ 510648 h 2407299"/>
              <a:gd name="connsiteX618" fmla="*/ 1677827 w 2407299"/>
              <a:gd name="connsiteY618" fmla="*/ 437677 h 2407299"/>
              <a:gd name="connsiteX619" fmla="*/ 1604856 w 2407299"/>
              <a:gd name="connsiteY619" fmla="*/ 437677 h 2407299"/>
              <a:gd name="connsiteX620" fmla="*/ 1750768 w 2407299"/>
              <a:gd name="connsiteY620" fmla="*/ 437677 h 2407299"/>
              <a:gd name="connsiteX621" fmla="*/ 1750768 w 2407299"/>
              <a:gd name="connsiteY621" fmla="*/ 510648 h 2407299"/>
              <a:gd name="connsiteX622" fmla="*/ 1823710 w 2407299"/>
              <a:gd name="connsiteY622" fmla="*/ 510648 h 2407299"/>
              <a:gd name="connsiteX623" fmla="*/ 1823710 w 2407299"/>
              <a:gd name="connsiteY623" fmla="*/ 437677 h 2407299"/>
              <a:gd name="connsiteX624" fmla="*/ 1750768 w 2407299"/>
              <a:gd name="connsiteY624" fmla="*/ 437677 h 2407299"/>
              <a:gd name="connsiteX625" fmla="*/ 1896651 w 2407299"/>
              <a:gd name="connsiteY625" fmla="*/ 437677 h 2407299"/>
              <a:gd name="connsiteX626" fmla="*/ 1896651 w 2407299"/>
              <a:gd name="connsiteY626" fmla="*/ 510648 h 2407299"/>
              <a:gd name="connsiteX627" fmla="*/ 1969622 w 2407299"/>
              <a:gd name="connsiteY627" fmla="*/ 510648 h 2407299"/>
              <a:gd name="connsiteX628" fmla="*/ 1969622 w 2407299"/>
              <a:gd name="connsiteY628" fmla="*/ 437677 h 2407299"/>
              <a:gd name="connsiteX629" fmla="*/ 1896651 w 2407299"/>
              <a:gd name="connsiteY629" fmla="*/ 437677 h 2407299"/>
              <a:gd name="connsiteX630" fmla="*/ 1969622 w 2407299"/>
              <a:gd name="connsiteY630" fmla="*/ 437677 h 2407299"/>
              <a:gd name="connsiteX631" fmla="*/ 1969622 w 2407299"/>
              <a:gd name="connsiteY631" fmla="*/ 510648 h 2407299"/>
              <a:gd name="connsiteX632" fmla="*/ 2042563 w 2407299"/>
              <a:gd name="connsiteY632" fmla="*/ 510648 h 2407299"/>
              <a:gd name="connsiteX633" fmla="*/ 2042563 w 2407299"/>
              <a:gd name="connsiteY633" fmla="*/ 437677 h 2407299"/>
              <a:gd name="connsiteX634" fmla="*/ 1969622 w 2407299"/>
              <a:gd name="connsiteY634" fmla="*/ 437677 h 2407299"/>
              <a:gd name="connsiteX635" fmla="*/ 2042563 w 2407299"/>
              <a:gd name="connsiteY635" fmla="*/ 437677 h 2407299"/>
              <a:gd name="connsiteX636" fmla="*/ 2042563 w 2407299"/>
              <a:gd name="connsiteY636" fmla="*/ 510648 h 2407299"/>
              <a:gd name="connsiteX637" fmla="*/ 2115504 w 2407299"/>
              <a:gd name="connsiteY637" fmla="*/ 510648 h 2407299"/>
              <a:gd name="connsiteX638" fmla="*/ 2115504 w 2407299"/>
              <a:gd name="connsiteY638" fmla="*/ 437677 h 2407299"/>
              <a:gd name="connsiteX639" fmla="*/ 2042563 w 2407299"/>
              <a:gd name="connsiteY639" fmla="*/ 437677 h 2407299"/>
              <a:gd name="connsiteX640" fmla="*/ 2115504 w 2407299"/>
              <a:gd name="connsiteY640" fmla="*/ 437677 h 2407299"/>
              <a:gd name="connsiteX641" fmla="*/ 2115504 w 2407299"/>
              <a:gd name="connsiteY641" fmla="*/ 510648 h 2407299"/>
              <a:gd name="connsiteX642" fmla="*/ 2188446 w 2407299"/>
              <a:gd name="connsiteY642" fmla="*/ 510648 h 2407299"/>
              <a:gd name="connsiteX643" fmla="*/ 2188446 w 2407299"/>
              <a:gd name="connsiteY643" fmla="*/ 437677 h 2407299"/>
              <a:gd name="connsiteX644" fmla="*/ 2115504 w 2407299"/>
              <a:gd name="connsiteY644" fmla="*/ 437677 h 2407299"/>
              <a:gd name="connsiteX645" fmla="*/ 2188446 w 2407299"/>
              <a:gd name="connsiteY645" fmla="*/ 437677 h 2407299"/>
              <a:gd name="connsiteX646" fmla="*/ 2188446 w 2407299"/>
              <a:gd name="connsiteY646" fmla="*/ 510648 h 2407299"/>
              <a:gd name="connsiteX647" fmla="*/ 2261417 w 2407299"/>
              <a:gd name="connsiteY647" fmla="*/ 510648 h 2407299"/>
              <a:gd name="connsiteX648" fmla="*/ 2261417 w 2407299"/>
              <a:gd name="connsiteY648" fmla="*/ 437677 h 2407299"/>
              <a:gd name="connsiteX649" fmla="*/ 2188446 w 2407299"/>
              <a:gd name="connsiteY649" fmla="*/ 437677 h 2407299"/>
              <a:gd name="connsiteX650" fmla="*/ 2261417 w 2407299"/>
              <a:gd name="connsiteY650" fmla="*/ 437677 h 2407299"/>
              <a:gd name="connsiteX651" fmla="*/ 2261417 w 2407299"/>
              <a:gd name="connsiteY651" fmla="*/ 510648 h 2407299"/>
              <a:gd name="connsiteX652" fmla="*/ 2334358 w 2407299"/>
              <a:gd name="connsiteY652" fmla="*/ 510648 h 2407299"/>
              <a:gd name="connsiteX653" fmla="*/ 2334358 w 2407299"/>
              <a:gd name="connsiteY653" fmla="*/ 437677 h 2407299"/>
              <a:gd name="connsiteX654" fmla="*/ 2261417 w 2407299"/>
              <a:gd name="connsiteY654" fmla="*/ 437677 h 2407299"/>
              <a:gd name="connsiteX655" fmla="*/ 2334358 w 2407299"/>
              <a:gd name="connsiteY655" fmla="*/ 437677 h 2407299"/>
              <a:gd name="connsiteX656" fmla="*/ 2334358 w 2407299"/>
              <a:gd name="connsiteY656" fmla="*/ 510648 h 2407299"/>
              <a:gd name="connsiteX657" fmla="*/ 2407299 w 2407299"/>
              <a:gd name="connsiteY657" fmla="*/ 510648 h 2407299"/>
              <a:gd name="connsiteX658" fmla="*/ 2407299 w 2407299"/>
              <a:gd name="connsiteY658" fmla="*/ 437677 h 2407299"/>
              <a:gd name="connsiteX659" fmla="*/ 2334358 w 2407299"/>
              <a:gd name="connsiteY659" fmla="*/ 437677 h 2407299"/>
              <a:gd name="connsiteX660" fmla="*/ 583589 w 2407299"/>
              <a:gd name="connsiteY660" fmla="*/ 510648 h 2407299"/>
              <a:gd name="connsiteX661" fmla="*/ 583589 w 2407299"/>
              <a:gd name="connsiteY661" fmla="*/ 583589 h 2407299"/>
              <a:gd name="connsiteX662" fmla="*/ 656531 w 2407299"/>
              <a:gd name="connsiteY662" fmla="*/ 583589 h 2407299"/>
              <a:gd name="connsiteX663" fmla="*/ 656531 w 2407299"/>
              <a:gd name="connsiteY663" fmla="*/ 510648 h 2407299"/>
              <a:gd name="connsiteX664" fmla="*/ 583589 w 2407299"/>
              <a:gd name="connsiteY664" fmla="*/ 510648 h 2407299"/>
              <a:gd name="connsiteX665" fmla="*/ 656531 w 2407299"/>
              <a:gd name="connsiteY665" fmla="*/ 510648 h 2407299"/>
              <a:gd name="connsiteX666" fmla="*/ 656531 w 2407299"/>
              <a:gd name="connsiteY666" fmla="*/ 583589 h 2407299"/>
              <a:gd name="connsiteX667" fmla="*/ 729472 w 2407299"/>
              <a:gd name="connsiteY667" fmla="*/ 583589 h 2407299"/>
              <a:gd name="connsiteX668" fmla="*/ 729472 w 2407299"/>
              <a:gd name="connsiteY668" fmla="*/ 510648 h 2407299"/>
              <a:gd name="connsiteX669" fmla="*/ 656531 w 2407299"/>
              <a:gd name="connsiteY669" fmla="*/ 510648 h 2407299"/>
              <a:gd name="connsiteX670" fmla="*/ 875384 w 2407299"/>
              <a:gd name="connsiteY670" fmla="*/ 510648 h 2407299"/>
              <a:gd name="connsiteX671" fmla="*/ 875384 w 2407299"/>
              <a:gd name="connsiteY671" fmla="*/ 583589 h 2407299"/>
              <a:gd name="connsiteX672" fmla="*/ 948325 w 2407299"/>
              <a:gd name="connsiteY672" fmla="*/ 583589 h 2407299"/>
              <a:gd name="connsiteX673" fmla="*/ 948325 w 2407299"/>
              <a:gd name="connsiteY673" fmla="*/ 510648 h 2407299"/>
              <a:gd name="connsiteX674" fmla="*/ 875384 w 2407299"/>
              <a:gd name="connsiteY674" fmla="*/ 510648 h 2407299"/>
              <a:gd name="connsiteX675" fmla="*/ 948325 w 2407299"/>
              <a:gd name="connsiteY675" fmla="*/ 510648 h 2407299"/>
              <a:gd name="connsiteX676" fmla="*/ 948325 w 2407299"/>
              <a:gd name="connsiteY676" fmla="*/ 583589 h 2407299"/>
              <a:gd name="connsiteX677" fmla="*/ 1021267 w 2407299"/>
              <a:gd name="connsiteY677" fmla="*/ 583589 h 2407299"/>
              <a:gd name="connsiteX678" fmla="*/ 1021267 w 2407299"/>
              <a:gd name="connsiteY678" fmla="*/ 510648 h 2407299"/>
              <a:gd name="connsiteX679" fmla="*/ 948325 w 2407299"/>
              <a:gd name="connsiteY679" fmla="*/ 510648 h 2407299"/>
              <a:gd name="connsiteX680" fmla="*/ 1094238 w 2407299"/>
              <a:gd name="connsiteY680" fmla="*/ 510648 h 2407299"/>
              <a:gd name="connsiteX681" fmla="*/ 1094238 w 2407299"/>
              <a:gd name="connsiteY681" fmla="*/ 583589 h 2407299"/>
              <a:gd name="connsiteX682" fmla="*/ 1167179 w 2407299"/>
              <a:gd name="connsiteY682" fmla="*/ 583589 h 2407299"/>
              <a:gd name="connsiteX683" fmla="*/ 1167179 w 2407299"/>
              <a:gd name="connsiteY683" fmla="*/ 510648 h 2407299"/>
              <a:gd name="connsiteX684" fmla="*/ 1094238 w 2407299"/>
              <a:gd name="connsiteY684" fmla="*/ 510648 h 2407299"/>
              <a:gd name="connsiteX685" fmla="*/ 1167179 w 2407299"/>
              <a:gd name="connsiteY685" fmla="*/ 510648 h 2407299"/>
              <a:gd name="connsiteX686" fmla="*/ 1167179 w 2407299"/>
              <a:gd name="connsiteY686" fmla="*/ 583589 h 2407299"/>
              <a:gd name="connsiteX687" fmla="*/ 1240120 w 2407299"/>
              <a:gd name="connsiteY687" fmla="*/ 583589 h 2407299"/>
              <a:gd name="connsiteX688" fmla="*/ 1240120 w 2407299"/>
              <a:gd name="connsiteY688" fmla="*/ 510648 h 2407299"/>
              <a:gd name="connsiteX689" fmla="*/ 1167179 w 2407299"/>
              <a:gd name="connsiteY689" fmla="*/ 510648 h 2407299"/>
              <a:gd name="connsiteX690" fmla="*/ 1386033 w 2407299"/>
              <a:gd name="connsiteY690" fmla="*/ 510648 h 2407299"/>
              <a:gd name="connsiteX691" fmla="*/ 1386033 w 2407299"/>
              <a:gd name="connsiteY691" fmla="*/ 583589 h 2407299"/>
              <a:gd name="connsiteX692" fmla="*/ 1458974 w 2407299"/>
              <a:gd name="connsiteY692" fmla="*/ 583589 h 2407299"/>
              <a:gd name="connsiteX693" fmla="*/ 1458974 w 2407299"/>
              <a:gd name="connsiteY693" fmla="*/ 510648 h 2407299"/>
              <a:gd name="connsiteX694" fmla="*/ 1386033 w 2407299"/>
              <a:gd name="connsiteY694" fmla="*/ 510648 h 2407299"/>
              <a:gd name="connsiteX695" fmla="*/ 1458974 w 2407299"/>
              <a:gd name="connsiteY695" fmla="*/ 510648 h 2407299"/>
              <a:gd name="connsiteX696" fmla="*/ 1458974 w 2407299"/>
              <a:gd name="connsiteY696" fmla="*/ 583589 h 2407299"/>
              <a:gd name="connsiteX697" fmla="*/ 1531915 w 2407299"/>
              <a:gd name="connsiteY697" fmla="*/ 583589 h 2407299"/>
              <a:gd name="connsiteX698" fmla="*/ 1531915 w 2407299"/>
              <a:gd name="connsiteY698" fmla="*/ 510648 h 2407299"/>
              <a:gd name="connsiteX699" fmla="*/ 1458974 w 2407299"/>
              <a:gd name="connsiteY699" fmla="*/ 510648 h 2407299"/>
              <a:gd name="connsiteX700" fmla="*/ 1531915 w 2407299"/>
              <a:gd name="connsiteY700" fmla="*/ 510648 h 2407299"/>
              <a:gd name="connsiteX701" fmla="*/ 1531915 w 2407299"/>
              <a:gd name="connsiteY701" fmla="*/ 583589 h 2407299"/>
              <a:gd name="connsiteX702" fmla="*/ 1604856 w 2407299"/>
              <a:gd name="connsiteY702" fmla="*/ 583589 h 2407299"/>
              <a:gd name="connsiteX703" fmla="*/ 1604856 w 2407299"/>
              <a:gd name="connsiteY703" fmla="*/ 510648 h 2407299"/>
              <a:gd name="connsiteX704" fmla="*/ 1531915 w 2407299"/>
              <a:gd name="connsiteY704" fmla="*/ 510648 h 2407299"/>
              <a:gd name="connsiteX705" fmla="*/ 1604856 w 2407299"/>
              <a:gd name="connsiteY705" fmla="*/ 510648 h 2407299"/>
              <a:gd name="connsiteX706" fmla="*/ 1604856 w 2407299"/>
              <a:gd name="connsiteY706" fmla="*/ 583589 h 2407299"/>
              <a:gd name="connsiteX707" fmla="*/ 1677827 w 2407299"/>
              <a:gd name="connsiteY707" fmla="*/ 583589 h 2407299"/>
              <a:gd name="connsiteX708" fmla="*/ 1677827 w 2407299"/>
              <a:gd name="connsiteY708" fmla="*/ 510648 h 2407299"/>
              <a:gd name="connsiteX709" fmla="*/ 1604856 w 2407299"/>
              <a:gd name="connsiteY709" fmla="*/ 510648 h 2407299"/>
              <a:gd name="connsiteX710" fmla="*/ 1677827 w 2407299"/>
              <a:gd name="connsiteY710" fmla="*/ 510648 h 2407299"/>
              <a:gd name="connsiteX711" fmla="*/ 1677827 w 2407299"/>
              <a:gd name="connsiteY711" fmla="*/ 583589 h 2407299"/>
              <a:gd name="connsiteX712" fmla="*/ 1750768 w 2407299"/>
              <a:gd name="connsiteY712" fmla="*/ 583589 h 2407299"/>
              <a:gd name="connsiteX713" fmla="*/ 1750768 w 2407299"/>
              <a:gd name="connsiteY713" fmla="*/ 510648 h 2407299"/>
              <a:gd name="connsiteX714" fmla="*/ 1677827 w 2407299"/>
              <a:gd name="connsiteY714" fmla="*/ 510648 h 2407299"/>
              <a:gd name="connsiteX715" fmla="*/ 1750768 w 2407299"/>
              <a:gd name="connsiteY715" fmla="*/ 510648 h 2407299"/>
              <a:gd name="connsiteX716" fmla="*/ 1750768 w 2407299"/>
              <a:gd name="connsiteY716" fmla="*/ 583589 h 2407299"/>
              <a:gd name="connsiteX717" fmla="*/ 1823710 w 2407299"/>
              <a:gd name="connsiteY717" fmla="*/ 583589 h 2407299"/>
              <a:gd name="connsiteX718" fmla="*/ 1823710 w 2407299"/>
              <a:gd name="connsiteY718" fmla="*/ 510648 h 2407299"/>
              <a:gd name="connsiteX719" fmla="*/ 1750768 w 2407299"/>
              <a:gd name="connsiteY719" fmla="*/ 510648 h 2407299"/>
              <a:gd name="connsiteX720" fmla="*/ 0 w 2407299"/>
              <a:gd name="connsiteY720" fmla="*/ 583589 h 2407299"/>
              <a:gd name="connsiteX721" fmla="*/ 0 w 2407299"/>
              <a:gd name="connsiteY721" fmla="*/ 656531 h 2407299"/>
              <a:gd name="connsiteX722" fmla="*/ 72941 w 2407299"/>
              <a:gd name="connsiteY722" fmla="*/ 656531 h 2407299"/>
              <a:gd name="connsiteX723" fmla="*/ 72941 w 2407299"/>
              <a:gd name="connsiteY723" fmla="*/ 583589 h 2407299"/>
              <a:gd name="connsiteX724" fmla="*/ 0 w 2407299"/>
              <a:gd name="connsiteY724" fmla="*/ 583589 h 2407299"/>
              <a:gd name="connsiteX725" fmla="*/ 72941 w 2407299"/>
              <a:gd name="connsiteY725" fmla="*/ 583589 h 2407299"/>
              <a:gd name="connsiteX726" fmla="*/ 72941 w 2407299"/>
              <a:gd name="connsiteY726" fmla="*/ 656531 h 2407299"/>
              <a:gd name="connsiteX727" fmla="*/ 145882 w 2407299"/>
              <a:gd name="connsiteY727" fmla="*/ 656531 h 2407299"/>
              <a:gd name="connsiteX728" fmla="*/ 145882 w 2407299"/>
              <a:gd name="connsiteY728" fmla="*/ 583589 h 2407299"/>
              <a:gd name="connsiteX729" fmla="*/ 72941 w 2407299"/>
              <a:gd name="connsiteY729" fmla="*/ 583589 h 2407299"/>
              <a:gd name="connsiteX730" fmla="*/ 218854 w 2407299"/>
              <a:gd name="connsiteY730" fmla="*/ 583589 h 2407299"/>
              <a:gd name="connsiteX731" fmla="*/ 218854 w 2407299"/>
              <a:gd name="connsiteY731" fmla="*/ 656531 h 2407299"/>
              <a:gd name="connsiteX732" fmla="*/ 291795 w 2407299"/>
              <a:gd name="connsiteY732" fmla="*/ 656531 h 2407299"/>
              <a:gd name="connsiteX733" fmla="*/ 291795 w 2407299"/>
              <a:gd name="connsiteY733" fmla="*/ 583589 h 2407299"/>
              <a:gd name="connsiteX734" fmla="*/ 218854 w 2407299"/>
              <a:gd name="connsiteY734" fmla="*/ 583589 h 2407299"/>
              <a:gd name="connsiteX735" fmla="*/ 437677 w 2407299"/>
              <a:gd name="connsiteY735" fmla="*/ 583589 h 2407299"/>
              <a:gd name="connsiteX736" fmla="*/ 437677 w 2407299"/>
              <a:gd name="connsiteY736" fmla="*/ 656531 h 2407299"/>
              <a:gd name="connsiteX737" fmla="*/ 510648 w 2407299"/>
              <a:gd name="connsiteY737" fmla="*/ 656531 h 2407299"/>
              <a:gd name="connsiteX738" fmla="*/ 510648 w 2407299"/>
              <a:gd name="connsiteY738" fmla="*/ 583589 h 2407299"/>
              <a:gd name="connsiteX739" fmla="*/ 437677 w 2407299"/>
              <a:gd name="connsiteY739" fmla="*/ 583589 h 2407299"/>
              <a:gd name="connsiteX740" fmla="*/ 510648 w 2407299"/>
              <a:gd name="connsiteY740" fmla="*/ 583589 h 2407299"/>
              <a:gd name="connsiteX741" fmla="*/ 510648 w 2407299"/>
              <a:gd name="connsiteY741" fmla="*/ 656531 h 2407299"/>
              <a:gd name="connsiteX742" fmla="*/ 583589 w 2407299"/>
              <a:gd name="connsiteY742" fmla="*/ 656531 h 2407299"/>
              <a:gd name="connsiteX743" fmla="*/ 583589 w 2407299"/>
              <a:gd name="connsiteY743" fmla="*/ 583589 h 2407299"/>
              <a:gd name="connsiteX744" fmla="*/ 510648 w 2407299"/>
              <a:gd name="connsiteY744" fmla="*/ 583589 h 2407299"/>
              <a:gd name="connsiteX745" fmla="*/ 656531 w 2407299"/>
              <a:gd name="connsiteY745" fmla="*/ 583589 h 2407299"/>
              <a:gd name="connsiteX746" fmla="*/ 656531 w 2407299"/>
              <a:gd name="connsiteY746" fmla="*/ 656531 h 2407299"/>
              <a:gd name="connsiteX747" fmla="*/ 729472 w 2407299"/>
              <a:gd name="connsiteY747" fmla="*/ 656531 h 2407299"/>
              <a:gd name="connsiteX748" fmla="*/ 729472 w 2407299"/>
              <a:gd name="connsiteY748" fmla="*/ 583589 h 2407299"/>
              <a:gd name="connsiteX749" fmla="*/ 656531 w 2407299"/>
              <a:gd name="connsiteY749" fmla="*/ 583589 h 2407299"/>
              <a:gd name="connsiteX750" fmla="*/ 802443 w 2407299"/>
              <a:gd name="connsiteY750" fmla="*/ 583589 h 2407299"/>
              <a:gd name="connsiteX751" fmla="*/ 802443 w 2407299"/>
              <a:gd name="connsiteY751" fmla="*/ 656531 h 2407299"/>
              <a:gd name="connsiteX752" fmla="*/ 875384 w 2407299"/>
              <a:gd name="connsiteY752" fmla="*/ 656531 h 2407299"/>
              <a:gd name="connsiteX753" fmla="*/ 875384 w 2407299"/>
              <a:gd name="connsiteY753" fmla="*/ 583589 h 2407299"/>
              <a:gd name="connsiteX754" fmla="*/ 802443 w 2407299"/>
              <a:gd name="connsiteY754" fmla="*/ 583589 h 2407299"/>
              <a:gd name="connsiteX755" fmla="*/ 875384 w 2407299"/>
              <a:gd name="connsiteY755" fmla="*/ 583589 h 2407299"/>
              <a:gd name="connsiteX756" fmla="*/ 875384 w 2407299"/>
              <a:gd name="connsiteY756" fmla="*/ 656531 h 2407299"/>
              <a:gd name="connsiteX757" fmla="*/ 948325 w 2407299"/>
              <a:gd name="connsiteY757" fmla="*/ 656531 h 2407299"/>
              <a:gd name="connsiteX758" fmla="*/ 948325 w 2407299"/>
              <a:gd name="connsiteY758" fmla="*/ 583589 h 2407299"/>
              <a:gd name="connsiteX759" fmla="*/ 875384 w 2407299"/>
              <a:gd name="connsiteY759" fmla="*/ 583589 h 2407299"/>
              <a:gd name="connsiteX760" fmla="*/ 948325 w 2407299"/>
              <a:gd name="connsiteY760" fmla="*/ 583589 h 2407299"/>
              <a:gd name="connsiteX761" fmla="*/ 948325 w 2407299"/>
              <a:gd name="connsiteY761" fmla="*/ 656531 h 2407299"/>
              <a:gd name="connsiteX762" fmla="*/ 1021267 w 2407299"/>
              <a:gd name="connsiteY762" fmla="*/ 656531 h 2407299"/>
              <a:gd name="connsiteX763" fmla="*/ 1021267 w 2407299"/>
              <a:gd name="connsiteY763" fmla="*/ 583589 h 2407299"/>
              <a:gd name="connsiteX764" fmla="*/ 948325 w 2407299"/>
              <a:gd name="connsiteY764" fmla="*/ 583589 h 2407299"/>
              <a:gd name="connsiteX765" fmla="*/ 1094238 w 2407299"/>
              <a:gd name="connsiteY765" fmla="*/ 583589 h 2407299"/>
              <a:gd name="connsiteX766" fmla="*/ 1094238 w 2407299"/>
              <a:gd name="connsiteY766" fmla="*/ 656531 h 2407299"/>
              <a:gd name="connsiteX767" fmla="*/ 1167179 w 2407299"/>
              <a:gd name="connsiteY767" fmla="*/ 656531 h 2407299"/>
              <a:gd name="connsiteX768" fmla="*/ 1167179 w 2407299"/>
              <a:gd name="connsiteY768" fmla="*/ 583589 h 2407299"/>
              <a:gd name="connsiteX769" fmla="*/ 1094238 w 2407299"/>
              <a:gd name="connsiteY769" fmla="*/ 583589 h 2407299"/>
              <a:gd name="connsiteX770" fmla="*/ 1167179 w 2407299"/>
              <a:gd name="connsiteY770" fmla="*/ 583589 h 2407299"/>
              <a:gd name="connsiteX771" fmla="*/ 1167179 w 2407299"/>
              <a:gd name="connsiteY771" fmla="*/ 656531 h 2407299"/>
              <a:gd name="connsiteX772" fmla="*/ 1240120 w 2407299"/>
              <a:gd name="connsiteY772" fmla="*/ 656531 h 2407299"/>
              <a:gd name="connsiteX773" fmla="*/ 1240120 w 2407299"/>
              <a:gd name="connsiteY773" fmla="*/ 583589 h 2407299"/>
              <a:gd name="connsiteX774" fmla="*/ 1167179 w 2407299"/>
              <a:gd name="connsiteY774" fmla="*/ 583589 h 2407299"/>
              <a:gd name="connsiteX775" fmla="*/ 1386033 w 2407299"/>
              <a:gd name="connsiteY775" fmla="*/ 583589 h 2407299"/>
              <a:gd name="connsiteX776" fmla="*/ 1386033 w 2407299"/>
              <a:gd name="connsiteY776" fmla="*/ 656531 h 2407299"/>
              <a:gd name="connsiteX777" fmla="*/ 1458974 w 2407299"/>
              <a:gd name="connsiteY777" fmla="*/ 656531 h 2407299"/>
              <a:gd name="connsiteX778" fmla="*/ 1458974 w 2407299"/>
              <a:gd name="connsiteY778" fmla="*/ 583589 h 2407299"/>
              <a:gd name="connsiteX779" fmla="*/ 1386033 w 2407299"/>
              <a:gd name="connsiteY779" fmla="*/ 583589 h 2407299"/>
              <a:gd name="connsiteX780" fmla="*/ 1458974 w 2407299"/>
              <a:gd name="connsiteY780" fmla="*/ 583589 h 2407299"/>
              <a:gd name="connsiteX781" fmla="*/ 1458974 w 2407299"/>
              <a:gd name="connsiteY781" fmla="*/ 656531 h 2407299"/>
              <a:gd name="connsiteX782" fmla="*/ 1531915 w 2407299"/>
              <a:gd name="connsiteY782" fmla="*/ 656531 h 2407299"/>
              <a:gd name="connsiteX783" fmla="*/ 1531915 w 2407299"/>
              <a:gd name="connsiteY783" fmla="*/ 583589 h 2407299"/>
              <a:gd name="connsiteX784" fmla="*/ 1458974 w 2407299"/>
              <a:gd name="connsiteY784" fmla="*/ 583589 h 2407299"/>
              <a:gd name="connsiteX785" fmla="*/ 1750768 w 2407299"/>
              <a:gd name="connsiteY785" fmla="*/ 583589 h 2407299"/>
              <a:gd name="connsiteX786" fmla="*/ 1750768 w 2407299"/>
              <a:gd name="connsiteY786" fmla="*/ 656531 h 2407299"/>
              <a:gd name="connsiteX787" fmla="*/ 1823710 w 2407299"/>
              <a:gd name="connsiteY787" fmla="*/ 656531 h 2407299"/>
              <a:gd name="connsiteX788" fmla="*/ 1823710 w 2407299"/>
              <a:gd name="connsiteY788" fmla="*/ 583589 h 2407299"/>
              <a:gd name="connsiteX789" fmla="*/ 1750768 w 2407299"/>
              <a:gd name="connsiteY789" fmla="*/ 583589 h 2407299"/>
              <a:gd name="connsiteX790" fmla="*/ 1823710 w 2407299"/>
              <a:gd name="connsiteY790" fmla="*/ 583589 h 2407299"/>
              <a:gd name="connsiteX791" fmla="*/ 1823710 w 2407299"/>
              <a:gd name="connsiteY791" fmla="*/ 656531 h 2407299"/>
              <a:gd name="connsiteX792" fmla="*/ 1896651 w 2407299"/>
              <a:gd name="connsiteY792" fmla="*/ 656531 h 2407299"/>
              <a:gd name="connsiteX793" fmla="*/ 1896651 w 2407299"/>
              <a:gd name="connsiteY793" fmla="*/ 583589 h 2407299"/>
              <a:gd name="connsiteX794" fmla="*/ 1823710 w 2407299"/>
              <a:gd name="connsiteY794" fmla="*/ 583589 h 2407299"/>
              <a:gd name="connsiteX795" fmla="*/ 1896651 w 2407299"/>
              <a:gd name="connsiteY795" fmla="*/ 583589 h 2407299"/>
              <a:gd name="connsiteX796" fmla="*/ 1896651 w 2407299"/>
              <a:gd name="connsiteY796" fmla="*/ 656531 h 2407299"/>
              <a:gd name="connsiteX797" fmla="*/ 1969622 w 2407299"/>
              <a:gd name="connsiteY797" fmla="*/ 656531 h 2407299"/>
              <a:gd name="connsiteX798" fmla="*/ 1969622 w 2407299"/>
              <a:gd name="connsiteY798" fmla="*/ 583589 h 2407299"/>
              <a:gd name="connsiteX799" fmla="*/ 1896651 w 2407299"/>
              <a:gd name="connsiteY799" fmla="*/ 583589 h 2407299"/>
              <a:gd name="connsiteX800" fmla="*/ 1969622 w 2407299"/>
              <a:gd name="connsiteY800" fmla="*/ 583589 h 2407299"/>
              <a:gd name="connsiteX801" fmla="*/ 1969622 w 2407299"/>
              <a:gd name="connsiteY801" fmla="*/ 656531 h 2407299"/>
              <a:gd name="connsiteX802" fmla="*/ 2042563 w 2407299"/>
              <a:gd name="connsiteY802" fmla="*/ 656531 h 2407299"/>
              <a:gd name="connsiteX803" fmla="*/ 2042563 w 2407299"/>
              <a:gd name="connsiteY803" fmla="*/ 583589 h 2407299"/>
              <a:gd name="connsiteX804" fmla="*/ 1969622 w 2407299"/>
              <a:gd name="connsiteY804" fmla="*/ 583589 h 2407299"/>
              <a:gd name="connsiteX805" fmla="*/ 2115504 w 2407299"/>
              <a:gd name="connsiteY805" fmla="*/ 583589 h 2407299"/>
              <a:gd name="connsiteX806" fmla="*/ 2115504 w 2407299"/>
              <a:gd name="connsiteY806" fmla="*/ 656531 h 2407299"/>
              <a:gd name="connsiteX807" fmla="*/ 2188446 w 2407299"/>
              <a:gd name="connsiteY807" fmla="*/ 656531 h 2407299"/>
              <a:gd name="connsiteX808" fmla="*/ 2188446 w 2407299"/>
              <a:gd name="connsiteY808" fmla="*/ 583589 h 2407299"/>
              <a:gd name="connsiteX809" fmla="*/ 2115504 w 2407299"/>
              <a:gd name="connsiteY809" fmla="*/ 583589 h 2407299"/>
              <a:gd name="connsiteX810" fmla="*/ 2188446 w 2407299"/>
              <a:gd name="connsiteY810" fmla="*/ 583589 h 2407299"/>
              <a:gd name="connsiteX811" fmla="*/ 2188446 w 2407299"/>
              <a:gd name="connsiteY811" fmla="*/ 656531 h 2407299"/>
              <a:gd name="connsiteX812" fmla="*/ 2261417 w 2407299"/>
              <a:gd name="connsiteY812" fmla="*/ 656531 h 2407299"/>
              <a:gd name="connsiteX813" fmla="*/ 2261417 w 2407299"/>
              <a:gd name="connsiteY813" fmla="*/ 583589 h 2407299"/>
              <a:gd name="connsiteX814" fmla="*/ 2188446 w 2407299"/>
              <a:gd name="connsiteY814" fmla="*/ 583589 h 2407299"/>
              <a:gd name="connsiteX815" fmla="*/ 2334358 w 2407299"/>
              <a:gd name="connsiteY815" fmla="*/ 583589 h 2407299"/>
              <a:gd name="connsiteX816" fmla="*/ 2334358 w 2407299"/>
              <a:gd name="connsiteY816" fmla="*/ 656531 h 2407299"/>
              <a:gd name="connsiteX817" fmla="*/ 2407299 w 2407299"/>
              <a:gd name="connsiteY817" fmla="*/ 656531 h 2407299"/>
              <a:gd name="connsiteX818" fmla="*/ 2407299 w 2407299"/>
              <a:gd name="connsiteY818" fmla="*/ 583589 h 2407299"/>
              <a:gd name="connsiteX819" fmla="*/ 2334358 w 2407299"/>
              <a:gd name="connsiteY819" fmla="*/ 583589 h 2407299"/>
              <a:gd name="connsiteX820" fmla="*/ 72941 w 2407299"/>
              <a:gd name="connsiteY820" fmla="*/ 656531 h 2407299"/>
              <a:gd name="connsiteX821" fmla="*/ 72941 w 2407299"/>
              <a:gd name="connsiteY821" fmla="*/ 729472 h 2407299"/>
              <a:gd name="connsiteX822" fmla="*/ 145882 w 2407299"/>
              <a:gd name="connsiteY822" fmla="*/ 729472 h 2407299"/>
              <a:gd name="connsiteX823" fmla="*/ 145882 w 2407299"/>
              <a:gd name="connsiteY823" fmla="*/ 656531 h 2407299"/>
              <a:gd name="connsiteX824" fmla="*/ 72941 w 2407299"/>
              <a:gd name="connsiteY824" fmla="*/ 656531 h 2407299"/>
              <a:gd name="connsiteX825" fmla="*/ 218854 w 2407299"/>
              <a:gd name="connsiteY825" fmla="*/ 656531 h 2407299"/>
              <a:gd name="connsiteX826" fmla="*/ 218854 w 2407299"/>
              <a:gd name="connsiteY826" fmla="*/ 729472 h 2407299"/>
              <a:gd name="connsiteX827" fmla="*/ 291795 w 2407299"/>
              <a:gd name="connsiteY827" fmla="*/ 729472 h 2407299"/>
              <a:gd name="connsiteX828" fmla="*/ 291795 w 2407299"/>
              <a:gd name="connsiteY828" fmla="*/ 656531 h 2407299"/>
              <a:gd name="connsiteX829" fmla="*/ 218854 w 2407299"/>
              <a:gd name="connsiteY829" fmla="*/ 656531 h 2407299"/>
              <a:gd name="connsiteX830" fmla="*/ 510648 w 2407299"/>
              <a:gd name="connsiteY830" fmla="*/ 656531 h 2407299"/>
              <a:gd name="connsiteX831" fmla="*/ 510648 w 2407299"/>
              <a:gd name="connsiteY831" fmla="*/ 729472 h 2407299"/>
              <a:gd name="connsiteX832" fmla="*/ 583589 w 2407299"/>
              <a:gd name="connsiteY832" fmla="*/ 729472 h 2407299"/>
              <a:gd name="connsiteX833" fmla="*/ 583589 w 2407299"/>
              <a:gd name="connsiteY833" fmla="*/ 656531 h 2407299"/>
              <a:gd name="connsiteX834" fmla="*/ 510648 w 2407299"/>
              <a:gd name="connsiteY834" fmla="*/ 656531 h 2407299"/>
              <a:gd name="connsiteX835" fmla="*/ 583589 w 2407299"/>
              <a:gd name="connsiteY835" fmla="*/ 656531 h 2407299"/>
              <a:gd name="connsiteX836" fmla="*/ 583589 w 2407299"/>
              <a:gd name="connsiteY836" fmla="*/ 729472 h 2407299"/>
              <a:gd name="connsiteX837" fmla="*/ 656531 w 2407299"/>
              <a:gd name="connsiteY837" fmla="*/ 729472 h 2407299"/>
              <a:gd name="connsiteX838" fmla="*/ 656531 w 2407299"/>
              <a:gd name="connsiteY838" fmla="*/ 656531 h 2407299"/>
              <a:gd name="connsiteX839" fmla="*/ 583589 w 2407299"/>
              <a:gd name="connsiteY839" fmla="*/ 656531 h 2407299"/>
              <a:gd name="connsiteX840" fmla="*/ 802443 w 2407299"/>
              <a:gd name="connsiteY840" fmla="*/ 656531 h 2407299"/>
              <a:gd name="connsiteX841" fmla="*/ 802443 w 2407299"/>
              <a:gd name="connsiteY841" fmla="*/ 729472 h 2407299"/>
              <a:gd name="connsiteX842" fmla="*/ 875384 w 2407299"/>
              <a:gd name="connsiteY842" fmla="*/ 729472 h 2407299"/>
              <a:gd name="connsiteX843" fmla="*/ 875384 w 2407299"/>
              <a:gd name="connsiteY843" fmla="*/ 656531 h 2407299"/>
              <a:gd name="connsiteX844" fmla="*/ 802443 w 2407299"/>
              <a:gd name="connsiteY844" fmla="*/ 656531 h 2407299"/>
              <a:gd name="connsiteX845" fmla="*/ 875384 w 2407299"/>
              <a:gd name="connsiteY845" fmla="*/ 656531 h 2407299"/>
              <a:gd name="connsiteX846" fmla="*/ 875384 w 2407299"/>
              <a:gd name="connsiteY846" fmla="*/ 729472 h 2407299"/>
              <a:gd name="connsiteX847" fmla="*/ 948325 w 2407299"/>
              <a:gd name="connsiteY847" fmla="*/ 729472 h 2407299"/>
              <a:gd name="connsiteX848" fmla="*/ 948325 w 2407299"/>
              <a:gd name="connsiteY848" fmla="*/ 656531 h 2407299"/>
              <a:gd name="connsiteX849" fmla="*/ 875384 w 2407299"/>
              <a:gd name="connsiteY849" fmla="*/ 656531 h 2407299"/>
              <a:gd name="connsiteX850" fmla="*/ 948325 w 2407299"/>
              <a:gd name="connsiteY850" fmla="*/ 656531 h 2407299"/>
              <a:gd name="connsiteX851" fmla="*/ 948325 w 2407299"/>
              <a:gd name="connsiteY851" fmla="*/ 729472 h 2407299"/>
              <a:gd name="connsiteX852" fmla="*/ 1021267 w 2407299"/>
              <a:gd name="connsiteY852" fmla="*/ 729472 h 2407299"/>
              <a:gd name="connsiteX853" fmla="*/ 1021267 w 2407299"/>
              <a:gd name="connsiteY853" fmla="*/ 656531 h 2407299"/>
              <a:gd name="connsiteX854" fmla="*/ 948325 w 2407299"/>
              <a:gd name="connsiteY854" fmla="*/ 656531 h 2407299"/>
              <a:gd name="connsiteX855" fmla="*/ 1021267 w 2407299"/>
              <a:gd name="connsiteY855" fmla="*/ 656531 h 2407299"/>
              <a:gd name="connsiteX856" fmla="*/ 1021267 w 2407299"/>
              <a:gd name="connsiteY856" fmla="*/ 729472 h 2407299"/>
              <a:gd name="connsiteX857" fmla="*/ 1094238 w 2407299"/>
              <a:gd name="connsiteY857" fmla="*/ 729472 h 2407299"/>
              <a:gd name="connsiteX858" fmla="*/ 1094238 w 2407299"/>
              <a:gd name="connsiteY858" fmla="*/ 656531 h 2407299"/>
              <a:gd name="connsiteX859" fmla="*/ 1021267 w 2407299"/>
              <a:gd name="connsiteY859" fmla="*/ 656531 h 2407299"/>
              <a:gd name="connsiteX860" fmla="*/ 1167179 w 2407299"/>
              <a:gd name="connsiteY860" fmla="*/ 656531 h 2407299"/>
              <a:gd name="connsiteX861" fmla="*/ 1167179 w 2407299"/>
              <a:gd name="connsiteY861" fmla="*/ 729472 h 2407299"/>
              <a:gd name="connsiteX862" fmla="*/ 1240120 w 2407299"/>
              <a:gd name="connsiteY862" fmla="*/ 729472 h 2407299"/>
              <a:gd name="connsiteX863" fmla="*/ 1240120 w 2407299"/>
              <a:gd name="connsiteY863" fmla="*/ 656531 h 2407299"/>
              <a:gd name="connsiteX864" fmla="*/ 1167179 w 2407299"/>
              <a:gd name="connsiteY864" fmla="*/ 656531 h 2407299"/>
              <a:gd name="connsiteX865" fmla="*/ 1313061 w 2407299"/>
              <a:gd name="connsiteY865" fmla="*/ 656531 h 2407299"/>
              <a:gd name="connsiteX866" fmla="*/ 1313061 w 2407299"/>
              <a:gd name="connsiteY866" fmla="*/ 729472 h 2407299"/>
              <a:gd name="connsiteX867" fmla="*/ 1386033 w 2407299"/>
              <a:gd name="connsiteY867" fmla="*/ 729472 h 2407299"/>
              <a:gd name="connsiteX868" fmla="*/ 1386033 w 2407299"/>
              <a:gd name="connsiteY868" fmla="*/ 656531 h 2407299"/>
              <a:gd name="connsiteX869" fmla="*/ 1313061 w 2407299"/>
              <a:gd name="connsiteY869" fmla="*/ 656531 h 2407299"/>
              <a:gd name="connsiteX870" fmla="*/ 1386033 w 2407299"/>
              <a:gd name="connsiteY870" fmla="*/ 656531 h 2407299"/>
              <a:gd name="connsiteX871" fmla="*/ 1386033 w 2407299"/>
              <a:gd name="connsiteY871" fmla="*/ 729472 h 2407299"/>
              <a:gd name="connsiteX872" fmla="*/ 1458974 w 2407299"/>
              <a:gd name="connsiteY872" fmla="*/ 729472 h 2407299"/>
              <a:gd name="connsiteX873" fmla="*/ 1458974 w 2407299"/>
              <a:gd name="connsiteY873" fmla="*/ 656531 h 2407299"/>
              <a:gd name="connsiteX874" fmla="*/ 1386033 w 2407299"/>
              <a:gd name="connsiteY874" fmla="*/ 656531 h 2407299"/>
              <a:gd name="connsiteX875" fmla="*/ 1531915 w 2407299"/>
              <a:gd name="connsiteY875" fmla="*/ 656531 h 2407299"/>
              <a:gd name="connsiteX876" fmla="*/ 1531915 w 2407299"/>
              <a:gd name="connsiteY876" fmla="*/ 729472 h 2407299"/>
              <a:gd name="connsiteX877" fmla="*/ 1604856 w 2407299"/>
              <a:gd name="connsiteY877" fmla="*/ 729472 h 2407299"/>
              <a:gd name="connsiteX878" fmla="*/ 1604856 w 2407299"/>
              <a:gd name="connsiteY878" fmla="*/ 656531 h 2407299"/>
              <a:gd name="connsiteX879" fmla="*/ 1531915 w 2407299"/>
              <a:gd name="connsiteY879" fmla="*/ 656531 h 2407299"/>
              <a:gd name="connsiteX880" fmla="*/ 1604856 w 2407299"/>
              <a:gd name="connsiteY880" fmla="*/ 656531 h 2407299"/>
              <a:gd name="connsiteX881" fmla="*/ 1604856 w 2407299"/>
              <a:gd name="connsiteY881" fmla="*/ 729472 h 2407299"/>
              <a:gd name="connsiteX882" fmla="*/ 1677827 w 2407299"/>
              <a:gd name="connsiteY882" fmla="*/ 729472 h 2407299"/>
              <a:gd name="connsiteX883" fmla="*/ 1677827 w 2407299"/>
              <a:gd name="connsiteY883" fmla="*/ 656531 h 2407299"/>
              <a:gd name="connsiteX884" fmla="*/ 1604856 w 2407299"/>
              <a:gd name="connsiteY884" fmla="*/ 656531 h 2407299"/>
              <a:gd name="connsiteX885" fmla="*/ 1677827 w 2407299"/>
              <a:gd name="connsiteY885" fmla="*/ 656531 h 2407299"/>
              <a:gd name="connsiteX886" fmla="*/ 1677827 w 2407299"/>
              <a:gd name="connsiteY886" fmla="*/ 729472 h 2407299"/>
              <a:gd name="connsiteX887" fmla="*/ 1750768 w 2407299"/>
              <a:gd name="connsiteY887" fmla="*/ 729472 h 2407299"/>
              <a:gd name="connsiteX888" fmla="*/ 1750768 w 2407299"/>
              <a:gd name="connsiteY888" fmla="*/ 656531 h 2407299"/>
              <a:gd name="connsiteX889" fmla="*/ 1677827 w 2407299"/>
              <a:gd name="connsiteY889" fmla="*/ 656531 h 2407299"/>
              <a:gd name="connsiteX890" fmla="*/ 1750768 w 2407299"/>
              <a:gd name="connsiteY890" fmla="*/ 656531 h 2407299"/>
              <a:gd name="connsiteX891" fmla="*/ 1750768 w 2407299"/>
              <a:gd name="connsiteY891" fmla="*/ 729472 h 2407299"/>
              <a:gd name="connsiteX892" fmla="*/ 1823710 w 2407299"/>
              <a:gd name="connsiteY892" fmla="*/ 729472 h 2407299"/>
              <a:gd name="connsiteX893" fmla="*/ 1823710 w 2407299"/>
              <a:gd name="connsiteY893" fmla="*/ 656531 h 2407299"/>
              <a:gd name="connsiteX894" fmla="*/ 1750768 w 2407299"/>
              <a:gd name="connsiteY894" fmla="*/ 656531 h 2407299"/>
              <a:gd name="connsiteX895" fmla="*/ 1823710 w 2407299"/>
              <a:gd name="connsiteY895" fmla="*/ 656531 h 2407299"/>
              <a:gd name="connsiteX896" fmla="*/ 1823710 w 2407299"/>
              <a:gd name="connsiteY896" fmla="*/ 729472 h 2407299"/>
              <a:gd name="connsiteX897" fmla="*/ 1896651 w 2407299"/>
              <a:gd name="connsiteY897" fmla="*/ 729472 h 2407299"/>
              <a:gd name="connsiteX898" fmla="*/ 1896651 w 2407299"/>
              <a:gd name="connsiteY898" fmla="*/ 656531 h 2407299"/>
              <a:gd name="connsiteX899" fmla="*/ 1823710 w 2407299"/>
              <a:gd name="connsiteY899" fmla="*/ 656531 h 2407299"/>
              <a:gd name="connsiteX900" fmla="*/ 1969622 w 2407299"/>
              <a:gd name="connsiteY900" fmla="*/ 656531 h 2407299"/>
              <a:gd name="connsiteX901" fmla="*/ 1969622 w 2407299"/>
              <a:gd name="connsiteY901" fmla="*/ 729472 h 2407299"/>
              <a:gd name="connsiteX902" fmla="*/ 2042563 w 2407299"/>
              <a:gd name="connsiteY902" fmla="*/ 729472 h 2407299"/>
              <a:gd name="connsiteX903" fmla="*/ 2042563 w 2407299"/>
              <a:gd name="connsiteY903" fmla="*/ 656531 h 2407299"/>
              <a:gd name="connsiteX904" fmla="*/ 1969622 w 2407299"/>
              <a:gd name="connsiteY904" fmla="*/ 656531 h 2407299"/>
              <a:gd name="connsiteX905" fmla="*/ 2188446 w 2407299"/>
              <a:gd name="connsiteY905" fmla="*/ 656531 h 2407299"/>
              <a:gd name="connsiteX906" fmla="*/ 2188446 w 2407299"/>
              <a:gd name="connsiteY906" fmla="*/ 729472 h 2407299"/>
              <a:gd name="connsiteX907" fmla="*/ 2261417 w 2407299"/>
              <a:gd name="connsiteY907" fmla="*/ 729472 h 2407299"/>
              <a:gd name="connsiteX908" fmla="*/ 2261417 w 2407299"/>
              <a:gd name="connsiteY908" fmla="*/ 656531 h 2407299"/>
              <a:gd name="connsiteX909" fmla="*/ 2188446 w 2407299"/>
              <a:gd name="connsiteY909" fmla="*/ 656531 h 2407299"/>
              <a:gd name="connsiteX910" fmla="*/ 2261417 w 2407299"/>
              <a:gd name="connsiteY910" fmla="*/ 656531 h 2407299"/>
              <a:gd name="connsiteX911" fmla="*/ 2261417 w 2407299"/>
              <a:gd name="connsiteY911" fmla="*/ 729472 h 2407299"/>
              <a:gd name="connsiteX912" fmla="*/ 2334358 w 2407299"/>
              <a:gd name="connsiteY912" fmla="*/ 729472 h 2407299"/>
              <a:gd name="connsiteX913" fmla="*/ 2334358 w 2407299"/>
              <a:gd name="connsiteY913" fmla="*/ 656531 h 2407299"/>
              <a:gd name="connsiteX914" fmla="*/ 2261417 w 2407299"/>
              <a:gd name="connsiteY914" fmla="*/ 656531 h 2407299"/>
              <a:gd name="connsiteX915" fmla="*/ 2334358 w 2407299"/>
              <a:gd name="connsiteY915" fmla="*/ 656531 h 2407299"/>
              <a:gd name="connsiteX916" fmla="*/ 2334358 w 2407299"/>
              <a:gd name="connsiteY916" fmla="*/ 729472 h 2407299"/>
              <a:gd name="connsiteX917" fmla="*/ 2407299 w 2407299"/>
              <a:gd name="connsiteY917" fmla="*/ 729472 h 2407299"/>
              <a:gd name="connsiteX918" fmla="*/ 2407299 w 2407299"/>
              <a:gd name="connsiteY918" fmla="*/ 656531 h 2407299"/>
              <a:gd name="connsiteX919" fmla="*/ 2334358 w 2407299"/>
              <a:gd name="connsiteY919" fmla="*/ 656531 h 2407299"/>
              <a:gd name="connsiteX920" fmla="*/ 0 w 2407299"/>
              <a:gd name="connsiteY920" fmla="*/ 729472 h 2407299"/>
              <a:gd name="connsiteX921" fmla="*/ 0 w 2407299"/>
              <a:gd name="connsiteY921" fmla="*/ 802443 h 2407299"/>
              <a:gd name="connsiteX922" fmla="*/ 72941 w 2407299"/>
              <a:gd name="connsiteY922" fmla="*/ 802443 h 2407299"/>
              <a:gd name="connsiteX923" fmla="*/ 72941 w 2407299"/>
              <a:gd name="connsiteY923" fmla="*/ 729472 h 2407299"/>
              <a:gd name="connsiteX924" fmla="*/ 0 w 2407299"/>
              <a:gd name="connsiteY924" fmla="*/ 729472 h 2407299"/>
              <a:gd name="connsiteX925" fmla="*/ 291795 w 2407299"/>
              <a:gd name="connsiteY925" fmla="*/ 729472 h 2407299"/>
              <a:gd name="connsiteX926" fmla="*/ 291795 w 2407299"/>
              <a:gd name="connsiteY926" fmla="*/ 802443 h 2407299"/>
              <a:gd name="connsiteX927" fmla="*/ 364736 w 2407299"/>
              <a:gd name="connsiteY927" fmla="*/ 802443 h 2407299"/>
              <a:gd name="connsiteX928" fmla="*/ 364736 w 2407299"/>
              <a:gd name="connsiteY928" fmla="*/ 729472 h 2407299"/>
              <a:gd name="connsiteX929" fmla="*/ 291795 w 2407299"/>
              <a:gd name="connsiteY929" fmla="*/ 729472 h 2407299"/>
              <a:gd name="connsiteX930" fmla="*/ 437677 w 2407299"/>
              <a:gd name="connsiteY930" fmla="*/ 729472 h 2407299"/>
              <a:gd name="connsiteX931" fmla="*/ 437677 w 2407299"/>
              <a:gd name="connsiteY931" fmla="*/ 802443 h 2407299"/>
              <a:gd name="connsiteX932" fmla="*/ 510648 w 2407299"/>
              <a:gd name="connsiteY932" fmla="*/ 802443 h 2407299"/>
              <a:gd name="connsiteX933" fmla="*/ 510648 w 2407299"/>
              <a:gd name="connsiteY933" fmla="*/ 729472 h 2407299"/>
              <a:gd name="connsiteX934" fmla="*/ 437677 w 2407299"/>
              <a:gd name="connsiteY934" fmla="*/ 729472 h 2407299"/>
              <a:gd name="connsiteX935" fmla="*/ 729472 w 2407299"/>
              <a:gd name="connsiteY935" fmla="*/ 729472 h 2407299"/>
              <a:gd name="connsiteX936" fmla="*/ 729472 w 2407299"/>
              <a:gd name="connsiteY936" fmla="*/ 802443 h 2407299"/>
              <a:gd name="connsiteX937" fmla="*/ 802443 w 2407299"/>
              <a:gd name="connsiteY937" fmla="*/ 802443 h 2407299"/>
              <a:gd name="connsiteX938" fmla="*/ 802443 w 2407299"/>
              <a:gd name="connsiteY938" fmla="*/ 729472 h 2407299"/>
              <a:gd name="connsiteX939" fmla="*/ 729472 w 2407299"/>
              <a:gd name="connsiteY939" fmla="*/ 729472 h 2407299"/>
              <a:gd name="connsiteX940" fmla="*/ 875384 w 2407299"/>
              <a:gd name="connsiteY940" fmla="*/ 729472 h 2407299"/>
              <a:gd name="connsiteX941" fmla="*/ 875384 w 2407299"/>
              <a:gd name="connsiteY941" fmla="*/ 802443 h 2407299"/>
              <a:gd name="connsiteX942" fmla="*/ 948325 w 2407299"/>
              <a:gd name="connsiteY942" fmla="*/ 802443 h 2407299"/>
              <a:gd name="connsiteX943" fmla="*/ 948325 w 2407299"/>
              <a:gd name="connsiteY943" fmla="*/ 729472 h 2407299"/>
              <a:gd name="connsiteX944" fmla="*/ 875384 w 2407299"/>
              <a:gd name="connsiteY944" fmla="*/ 729472 h 2407299"/>
              <a:gd name="connsiteX945" fmla="*/ 1094238 w 2407299"/>
              <a:gd name="connsiteY945" fmla="*/ 729472 h 2407299"/>
              <a:gd name="connsiteX946" fmla="*/ 1094238 w 2407299"/>
              <a:gd name="connsiteY946" fmla="*/ 802443 h 2407299"/>
              <a:gd name="connsiteX947" fmla="*/ 1167179 w 2407299"/>
              <a:gd name="connsiteY947" fmla="*/ 802443 h 2407299"/>
              <a:gd name="connsiteX948" fmla="*/ 1167179 w 2407299"/>
              <a:gd name="connsiteY948" fmla="*/ 729472 h 2407299"/>
              <a:gd name="connsiteX949" fmla="*/ 1094238 w 2407299"/>
              <a:gd name="connsiteY949" fmla="*/ 729472 h 2407299"/>
              <a:gd name="connsiteX950" fmla="*/ 1167179 w 2407299"/>
              <a:gd name="connsiteY950" fmla="*/ 729472 h 2407299"/>
              <a:gd name="connsiteX951" fmla="*/ 1167179 w 2407299"/>
              <a:gd name="connsiteY951" fmla="*/ 802443 h 2407299"/>
              <a:gd name="connsiteX952" fmla="*/ 1240120 w 2407299"/>
              <a:gd name="connsiteY952" fmla="*/ 802443 h 2407299"/>
              <a:gd name="connsiteX953" fmla="*/ 1240120 w 2407299"/>
              <a:gd name="connsiteY953" fmla="*/ 729472 h 2407299"/>
              <a:gd name="connsiteX954" fmla="*/ 1167179 w 2407299"/>
              <a:gd name="connsiteY954" fmla="*/ 729472 h 2407299"/>
              <a:gd name="connsiteX955" fmla="*/ 1531915 w 2407299"/>
              <a:gd name="connsiteY955" fmla="*/ 729472 h 2407299"/>
              <a:gd name="connsiteX956" fmla="*/ 1531915 w 2407299"/>
              <a:gd name="connsiteY956" fmla="*/ 802443 h 2407299"/>
              <a:gd name="connsiteX957" fmla="*/ 1604856 w 2407299"/>
              <a:gd name="connsiteY957" fmla="*/ 802443 h 2407299"/>
              <a:gd name="connsiteX958" fmla="*/ 1604856 w 2407299"/>
              <a:gd name="connsiteY958" fmla="*/ 729472 h 2407299"/>
              <a:gd name="connsiteX959" fmla="*/ 1531915 w 2407299"/>
              <a:gd name="connsiteY959" fmla="*/ 729472 h 2407299"/>
              <a:gd name="connsiteX960" fmla="*/ 1604856 w 2407299"/>
              <a:gd name="connsiteY960" fmla="*/ 729472 h 2407299"/>
              <a:gd name="connsiteX961" fmla="*/ 1604856 w 2407299"/>
              <a:gd name="connsiteY961" fmla="*/ 802443 h 2407299"/>
              <a:gd name="connsiteX962" fmla="*/ 1677827 w 2407299"/>
              <a:gd name="connsiteY962" fmla="*/ 802443 h 2407299"/>
              <a:gd name="connsiteX963" fmla="*/ 1677827 w 2407299"/>
              <a:gd name="connsiteY963" fmla="*/ 729472 h 2407299"/>
              <a:gd name="connsiteX964" fmla="*/ 1604856 w 2407299"/>
              <a:gd name="connsiteY964" fmla="*/ 729472 h 2407299"/>
              <a:gd name="connsiteX965" fmla="*/ 1750768 w 2407299"/>
              <a:gd name="connsiteY965" fmla="*/ 729472 h 2407299"/>
              <a:gd name="connsiteX966" fmla="*/ 1750768 w 2407299"/>
              <a:gd name="connsiteY966" fmla="*/ 802443 h 2407299"/>
              <a:gd name="connsiteX967" fmla="*/ 1823710 w 2407299"/>
              <a:gd name="connsiteY967" fmla="*/ 802443 h 2407299"/>
              <a:gd name="connsiteX968" fmla="*/ 1823710 w 2407299"/>
              <a:gd name="connsiteY968" fmla="*/ 729472 h 2407299"/>
              <a:gd name="connsiteX969" fmla="*/ 1750768 w 2407299"/>
              <a:gd name="connsiteY969" fmla="*/ 729472 h 2407299"/>
              <a:gd name="connsiteX970" fmla="*/ 1969622 w 2407299"/>
              <a:gd name="connsiteY970" fmla="*/ 729472 h 2407299"/>
              <a:gd name="connsiteX971" fmla="*/ 1969622 w 2407299"/>
              <a:gd name="connsiteY971" fmla="*/ 802443 h 2407299"/>
              <a:gd name="connsiteX972" fmla="*/ 2042563 w 2407299"/>
              <a:gd name="connsiteY972" fmla="*/ 802443 h 2407299"/>
              <a:gd name="connsiteX973" fmla="*/ 2042563 w 2407299"/>
              <a:gd name="connsiteY973" fmla="*/ 729472 h 2407299"/>
              <a:gd name="connsiteX974" fmla="*/ 1969622 w 2407299"/>
              <a:gd name="connsiteY974" fmla="*/ 729472 h 2407299"/>
              <a:gd name="connsiteX975" fmla="*/ 2042563 w 2407299"/>
              <a:gd name="connsiteY975" fmla="*/ 729472 h 2407299"/>
              <a:gd name="connsiteX976" fmla="*/ 2042563 w 2407299"/>
              <a:gd name="connsiteY976" fmla="*/ 802443 h 2407299"/>
              <a:gd name="connsiteX977" fmla="*/ 2115504 w 2407299"/>
              <a:gd name="connsiteY977" fmla="*/ 802443 h 2407299"/>
              <a:gd name="connsiteX978" fmla="*/ 2115504 w 2407299"/>
              <a:gd name="connsiteY978" fmla="*/ 729472 h 2407299"/>
              <a:gd name="connsiteX979" fmla="*/ 2042563 w 2407299"/>
              <a:gd name="connsiteY979" fmla="*/ 729472 h 2407299"/>
              <a:gd name="connsiteX980" fmla="*/ 2115504 w 2407299"/>
              <a:gd name="connsiteY980" fmla="*/ 729472 h 2407299"/>
              <a:gd name="connsiteX981" fmla="*/ 2115504 w 2407299"/>
              <a:gd name="connsiteY981" fmla="*/ 802443 h 2407299"/>
              <a:gd name="connsiteX982" fmla="*/ 2188446 w 2407299"/>
              <a:gd name="connsiteY982" fmla="*/ 802443 h 2407299"/>
              <a:gd name="connsiteX983" fmla="*/ 2188446 w 2407299"/>
              <a:gd name="connsiteY983" fmla="*/ 729472 h 2407299"/>
              <a:gd name="connsiteX984" fmla="*/ 2115504 w 2407299"/>
              <a:gd name="connsiteY984" fmla="*/ 729472 h 2407299"/>
              <a:gd name="connsiteX985" fmla="*/ 2261417 w 2407299"/>
              <a:gd name="connsiteY985" fmla="*/ 729472 h 2407299"/>
              <a:gd name="connsiteX986" fmla="*/ 2261417 w 2407299"/>
              <a:gd name="connsiteY986" fmla="*/ 802443 h 2407299"/>
              <a:gd name="connsiteX987" fmla="*/ 2334358 w 2407299"/>
              <a:gd name="connsiteY987" fmla="*/ 802443 h 2407299"/>
              <a:gd name="connsiteX988" fmla="*/ 2334358 w 2407299"/>
              <a:gd name="connsiteY988" fmla="*/ 729472 h 2407299"/>
              <a:gd name="connsiteX989" fmla="*/ 2261417 w 2407299"/>
              <a:gd name="connsiteY989" fmla="*/ 729472 h 2407299"/>
              <a:gd name="connsiteX990" fmla="*/ 2334358 w 2407299"/>
              <a:gd name="connsiteY990" fmla="*/ 729472 h 2407299"/>
              <a:gd name="connsiteX991" fmla="*/ 2334358 w 2407299"/>
              <a:gd name="connsiteY991" fmla="*/ 802443 h 2407299"/>
              <a:gd name="connsiteX992" fmla="*/ 2407299 w 2407299"/>
              <a:gd name="connsiteY992" fmla="*/ 802443 h 2407299"/>
              <a:gd name="connsiteX993" fmla="*/ 2407299 w 2407299"/>
              <a:gd name="connsiteY993" fmla="*/ 729472 h 2407299"/>
              <a:gd name="connsiteX994" fmla="*/ 2334358 w 2407299"/>
              <a:gd name="connsiteY994" fmla="*/ 729472 h 2407299"/>
              <a:gd name="connsiteX995" fmla="*/ 0 w 2407299"/>
              <a:gd name="connsiteY995" fmla="*/ 802443 h 2407299"/>
              <a:gd name="connsiteX996" fmla="*/ 0 w 2407299"/>
              <a:gd name="connsiteY996" fmla="*/ 875384 h 2407299"/>
              <a:gd name="connsiteX997" fmla="*/ 72941 w 2407299"/>
              <a:gd name="connsiteY997" fmla="*/ 875384 h 2407299"/>
              <a:gd name="connsiteX998" fmla="*/ 72941 w 2407299"/>
              <a:gd name="connsiteY998" fmla="*/ 802443 h 2407299"/>
              <a:gd name="connsiteX999" fmla="*/ 0 w 2407299"/>
              <a:gd name="connsiteY999" fmla="*/ 802443 h 2407299"/>
              <a:gd name="connsiteX1000" fmla="*/ 72941 w 2407299"/>
              <a:gd name="connsiteY1000" fmla="*/ 802443 h 2407299"/>
              <a:gd name="connsiteX1001" fmla="*/ 72941 w 2407299"/>
              <a:gd name="connsiteY1001" fmla="*/ 875384 h 2407299"/>
              <a:gd name="connsiteX1002" fmla="*/ 145882 w 2407299"/>
              <a:gd name="connsiteY1002" fmla="*/ 875384 h 2407299"/>
              <a:gd name="connsiteX1003" fmla="*/ 145882 w 2407299"/>
              <a:gd name="connsiteY1003" fmla="*/ 802443 h 2407299"/>
              <a:gd name="connsiteX1004" fmla="*/ 72941 w 2407299"/>
              <a:gd name="connsiteY1004" fmla="*/ 802443 h 2407299"/>
              <a:gd name="connsiteX1005" fmla="*/ 218854 w 2407299"/>
              <a:gd name="connsiteY1005" fmla="*/ 802443 h 2407299"/>
              <a:gd name="connsiteX1006" fmla="*/ 218854 w 2407299"/>
              <a:gd name="connsiteY1006" fmla="*/ 875384 h 2407299"/>
              <a:gd name="connsiteX1007" fmla="*/ 291795 w 2407299"/>
              <a:gd name="connsiteY1007" fmla="*/ 875384 h 2407299"/>
              <a:gd name="connsiteX1008" fmla="*/ 291795 w 2407299"/>
              <a:gd name="connsiteY1008" fmla="*/ 802443 h 2407299"/>
              <a:gd name="connsiteX1009" fmla="*/ 218854 w 2407299"/>
              <a:gd name="connsiteY1009" fmla="*/ 802443 h 2407299"/>
              <a:gd name="connsiteX1010" fmla="*/ 291795 w 2407299"/>
              <a:gd name="connsiteY1010" fmla="*/ 802443 h 2407299"/>
              <a:gd name="connsiteX1011" fmla="*/ 291795 w 2407299"/>
              <a:gd name="connsiteY1011" fmla="*/ 875384 h 2407299"/>
              <a:gd name="connsiteX1012" fmla="*/ 364736 w 2407299"/>
              <a:gd name="connsiteY1012" fmla="*/ 875384 h 2407299"/>
              <a:gd name="connsiteX1013" fmla="*/ 364736 w 2407299"/>
              <a:gd name="connsiteY1013" fmla="*/ 802443 h 2407299"/>
              <a:gd name="connsiteX1014" fmla="*/ 291795 w 2407299"/>
              <a:gd name="connsiteY1014" fmla="*/ 802443 h 2407299"/>
              <a:gd name="connsiteX1015" fmla="*/ 948325 w 2407299"/>
              <a:gd name="connsiteY1015" fmla="*/ 802443 h 2407299"/>
              <a:gd name="connsiteX1016" fmla="*/ 948325 w 2407299"/>
              <a:gd name="connsiteY1016" fmla="*/ 875384 h 2407299"/>
              <a:gd name="connsiteX1017" fmla="*/ 1021267 w 2407299"/>
              <a:gd name="connsiteY1017" fmla="*/ 875384 h 2407299"/>
              <a:gd name="connsiteX1018" fmla="*/ 1021267 w 2407299"/>
              <a:gd name="connsiteY1018" fmla="*/ 802443 h 2407299"/>
              <a:gd name="connsiteX1019" fmla="*/ 948325 w 2407299"/>
              <a:gd name="connsiteY1019" fmla="*/ 802443 h 2407299"/>
              <a:gd name="connsiteX1020" fmla="*/ 1021267 w 2407299"/>
              <a:gd name="connsiteY1020" fmla="*/ 802443 h 2407299"/>
              <a:gd name="connsiteX1021" fmla="*/ 1021267 w 2407299"/>
              <a:gd name="connsiteY1021" fmla="*/ 875384 h 2407299"/>
              <a:gd name="connsiteX1022" fmla="*/ 1094238 w 2407299"/>
              <a:gd name="connsiteY1022" fmla="*/ 875384 h 2407299"/>
              <a:gd name="connsiteX1023" fmla="*/ 1094238 w 2407299"/>
              <a:gd name="connsiteY1023" fmla="*/ 802443 h 2407299"/>
              <a:gd name="connsiteX1024" fmla="*/ 1021267 w 2407299"/>
              <a:gd name="connsiteY1024" fmla="*/ 802443 h 2407299"/>
              <a:gd name="connsiteX1025" fmla="*/ 1094238 w 2407299"/>
              <a:gd name="connsiteY1025" fmla="*/ 802443 h 2407299"/>
              <a:gd name="connsiteX1026" fmla="*/ 1094238 w 2407299"/>
              <a:gd name="connsiteY1026" fmla="*/ 875384 h 2407299"/>
              <a:gd name="connsiteX1027" fmla="*/ 1167179 w 2407299"/>
              <a:gd name="connsiteY1027" fmla="*/ 875384 h 2407299"/>
              <a:gd name="connsiteX1028" fmla="*/ 1167179 w 2407299"/>
              <a:gd name="connsiteY1028" fmla="*/ 802443 h 2407299"/>
              <a:gd name="connsiteX1029" fmla="*/ 1094238 w 2407299"/>
              <a:gd name="connsiteY1029" fmla="*/ 802443 h 2407299"/>
              <a:gd name="connsiteX1030" fmla="*/ 1167179 w 2407299"/>
              <a:gd name="connsiteY1030" fmla="*/ 802443 h 2407299"/>
              <a:gd name="connsiteX1031" fmla="*/ 1167179 w 2407299"/>
              <a:gd name="connsiteY1031" fmla="*/ 875384 h 2407299"/>
              <a:gd name="connsiteX1032" fmla="*/ 1240120 w 2407299"/>
              <a:gd name="connsiteY1032" fmla="*/ 875384 h 2407299"/>
              <a:gd name="connsiteX1033" fmla="*/ 1240120 w 2407299"/>
              <a:gd name="connsiteY1033" fmla="*/ 802443 h 2407299"/>
              <a:gd name="connsiteX1034" fmla="*/ 1167179 w 2407299"/>
              <a:gd name="connsiteY1034" fmla="*/ 802443 h 2407299"/>
              <a:gd name="connsiteX1035" fmla="*/ 1240120 w 2407299"/>
              <a:gd name="connsiteY1035" fmla="*/ 802443 h 2407299"/>
              <a:gd name="connsiteX1036" fmla="*/ 1240120 w 2407299"/>
              <a:gd name="connsiteY1036" fmla="*/ 875384 h 2407299"/>
              <a:gd name="connsiteX1037" fmla="*/ 1313061 w 2407299"/>
              <a:gd name="connsiteY1037" fmla="*/ 875384 h 2407299"/>
              <a:gd name="connsiteX1038" fmla="*/ 1313061 w 2407299"/>
              <a:gd name="connsiteY1038" fmla="*/ 802443 h 2407299"/>
              <a:gd name="connsiteX1039" fmla="*/ 1240120 w 2407299"/>
              <a:gd name="connsiteY1039" fmla="*/ 802443 h 2407299"/>
              <a:gd name="connsiteX1040" fmla="*/ 1313061 w 2407299"/>
              <a:gd name="connsiteY1040" fmla="*/ 802443 h 2407299"/>
              <a:gd name="connsiteX1041" fmla="*/ 1313061 w 2407299"/>
              <a:gd name="connsiteY1041" fmla="*/ 875384 h 2407299"/>
              <a:gd name="connsiteX1042" fmla="*/ 1386033 w 2407299"/>
              <a:gd name="connsiteY1042" fmla="*/ 875384 h 2407299"/>
              <a:gd name="connsiteX1043" fmla="*/ 1386033 w 2407299"/>
              <a:gd name="connsiteY1043" fmla="*/ 802443 h 2407299"/>
              <a:gd name="connsiteX1044" fmla="*/ 1313061 w 2407299"/>
              <a:gd name="connsiteY1044" fmla="*/ 802443 h 2407299"/>
              <a:gd name="connsiteX1045" fmla="*/ 1386033 w 2407299"/>
              <a:gd name="connsiteY1045" fmla="*/ 802443 h 2407299"/>
              <a:gd name="connsiteX1046" fmla="*/ 1386033 w 2407299"/>
              <a:gd name="connsiteY1046" fmla="*/ 875384 h 2407299"/>
              <a:gd name="connsiteX1047" fmla="*/ 1458974 w 2407299"/>
              <a:gd name="connsiteY1047" fmla="*/ 875384 h 2407299"/>
              <a:gd name="connsiteX1048" fmla="*/ 1458974 w 2407299"/>
              <a:gd name="connsiteY1048" fmla="*/ 802443 h 2407299"/>
              <a:gd name="connsiteX1049" fmla="*/ 1386033 w 2407299"/>
              <a:gd name="connsiteY1049" fmla="*/ 802443 h 2407299"/>
              <a:gd name="connsiteX1050" fmla="*/ 1531915 w 2407299"/>
              <a:gd name="connsiteY1050" fmla="*/ 802443 h 2407299"/>
              <a:gd name="connsiteX1051" fmla="*/ 1531915 w 2407299"/>
              <a:gd name="connsiteY1051" fmla="*/ 875384 h 2407299"/>
              <a:gd name="connsiteX1052" fmla="*/ 1604856 w 2407299"/>
              <a:gd name="connsiteY1052" fmla="*/ 875384 h 2407299"/>
              <a:gd name="connsiteX1053" fmla="*/ 1604856 w 2407299"/>
              <a:gd name="connsiteY1053" fmla="*/ 802443 h 2407299"/>
              <a:gd name="connsiteX1054" fmla="*/ 1531915 w 2407299"/>
              <a:gd name="connsiteY1054" fmla="*/ 802443 h 2407299"/>
              <a:gd name="connsiteX1055" fmla="*/ 1604856 w 2407299"/>
              <a:gd name="connsiteY1055" fmla="*/ 802443 h 2407299"/>
              <a:gd name="connsiteX1056" fmla="*/ 1604856 w 2407299"/>
              <a:gd name="connsiteY1056" fmla="*/ 875384 h 2407299"/>
              <a:gd name="connsiteX1057" fmla="*/ 1677827 w 2407299"/>
              <a:gd name="connsiteY1057" fmla="*/ 875384 h 2407299"/>
              <a:gd name="connsiteX1058" fmla="*/ 1677827 w 2407299"/>
              <a:gd name="connsiteY1058" fmla="*/ 802443 h 2407299"/>
              <a:gd name="connsiteX1059" fmla="*/ 1604856 w 2407299"/>
              <a:gd name="connsiteY1059" fmla="*/ 802443 h 2407299"/>
              <a:gd name="connsiteX1060" fmla="*/ 1677827 w 2407299"/>
              <a:gd name="connsiteY1060" fmla="*/ 802443 h 2407299"/>
              <a:gd name="connsiteX1061" fmla="*/ 1677827 w 2407299"/>
              <a:gd name="connsiteY1061" fmla="*/ 875384 h 2407299"/>
              <a:gd name="connsiteX1062" fmla="*/ 1750768 w 2407299"/>
              <a:gd name="connsiteY1062" fmla="*/ 875384 h 2407299"/>
              <a:gd name="connsiteX1063" fmla="*/ 1750768 w 2407299"/>
              <a:gd name="connsiteY1063" fmla="*/ 802443 h 2407299"/>
              <a:gd name="connsiteX1064" fmla="*/ 1677827 w 2407299"/>
              <a:gd name="connsiteY1064" fmla="*/ 802443 h 2407299"/>
              <a:gd name="connsiteX1065" fmla="*/ 1969622 w 2407299"/>
              <a:gd name="connsiteY1065" fmla="*/ 802443 h 2407299"/>
              <a:gd name="connsiteX1066" fmla="*/ 1969622 w 2407299"/>
              <a:gd name="connsiteY1066" fmla="*/ 875384 h 2407299"/>
              <a:gd name="connsiteX1067" fmla="*/ 2042563 w 2407299"/>
              <a:gd name="connsiteY1067" fmla="*/ 875384 h 2407299"/>
              <a:gd name="connsiteX1068" fmla="*/ 2042563 w 2407299"/>
              <a:gd name="connsiteY1068" fmla="*/ 802443 h 2407299"/>
              <a:gd name="connsiteX1069" fmla="*/ 1969622 w 2407299"/>
              <a:gd name="connsiteY1069" fmla="*/ 802443 h 2407299"/>
              <a:gd name="connsiteX1070" fmla="*/ 2042563 w 2407299"/>
              <a:gd name="connsiteY1070" fmla="*/ 802443 h 2407299"/>
              <a:gd name="connsiteX1071" fmla="*/ 2042563 w 2407299"/>
              <a:gd name="connsiteY1071" fmla="*/ 875384 h 2407299"/>
              <a:gd name="connsiteX1072" fmla="*/ 2115504 w 2407299"/>
              <a:gd name="connsiteY1072" fmla="*/ 875384 h 2407299"/>
              <a:gd name="connsiteX1073" fmla="*/ 2115504 w 2407299"/>
              <a:gd name="connsiteY1073" fmla="*/ 802443 h 2407299"/>
              <a:gd name="connsiteX1074" fmla="*/ 2042563 w 2407299"/>
              <a:gd name="connsiteY1074" fmla="*/ 802443 h 2407299"/>
              <a:gd name="connsiteX1075" fmla="*/ 2261417 w 2407299"/>
              <a:gd name="connsiteY1075" fmla="*/ 802443 h 2407299"/>
              <a:gd name="connsiteX1076" fmla="*/ 2261417 w 2407299"/>
              <a:gd name="connsiteY1076" fmla="*/ 875384 h 2407299"/>
              <a:gd name="connsiteX1077" fmla="*/ 2334358 w 2407299"/>
              <a:gd name="connsiteY1077" fmla="*/ 875384 h 2407299"/>
              <a:gd name="connsiteX1078" fmla="*/ 2334358 w 2407299"/>
              <a:gd name="connsiteY1078" fmla="*/ 802443 h 2407299"/>
              <a:gd name="connsiteX1079" fmla="*/ 2261417 w 2407299"/>
              <a:gd name="connsiteY1079" fmla="*/ 802443 h 2407299"/>
              <a:gd name="connsiteX1080" fmla="*/ 72941 w 2407299"/>
              <a:gd name="connsiteY1080" fmla="*/ 875384 h 2407299"/>
              <a:gd name="connsiteX1081" fmla="*/ 72941 w 2407299"/>
              <a:gd name="connsiteY1081" fmla="*/ 948325 h 2407299"/>
              <a:gd name="connsiteX1082" fmla="*/ 145882 w 2407299"/>
              <a:gd name="connsiteY1082" fmla="*/ 948325 h 2407299"/>
              <a:gd name="connsiteX1083" fmla="*/ 145882 w 2407299"/>
              <a:gd name="connsiteY1083" fmla="*/ 875384 h 2407299"/>
              <a:gd name="connsiteX1084" fmla="*/ 72941 w 2407299"/>
              <a:gd name="connsiteY1084" fmla="*/ 875384 h 2407299"/>
              <a:gd name="connsiteX1085" fmla="*/ 145882 w 2407299"/>
              <a:gd name="connsiteY1085" fmla="*/ 875384 h 2407299"/>
              <a:gd name="connsiteX1086" fmla="*/ 145882 w 2407299"/>
              <a:gd name="connsiteY1086" fmla="*/ 948325 h 2407299"/>
              <a:gd name="connsiteX1087" fmla="*/ 218854 w 2407299"/>
              <a:gd name="connsiteY1087" fmla="*/ 948325 h 2407299"/>
              <a:gd name="connsiteX1088" fmla="*/ 218854 w 2407299"/>
              <a:gd name="connsiteY1088" fmla="*/ 875384 h 2407299"/>
              <a:gd name="connsiteX1089" fmla="*/ 145882 w 2407299"/>
              <a:gd name="connsiteY1089" fmla="*/ 875384 h 2407299"/>
              <a:gd name="connsiteX1090" fmla="*/ 218854 w 2407299"/>
              <a:gd name="connsiteY1090" fmla="*/ 875384 h 2407299"/>
              <a:gd name="connsiteX1091" fmla="*/ 218854 w 2407299"/>
              <a:gd name="connsiteY1091" fmla="*/ 948325 h 2407299"/>
              <a:gd name="connsiteX1092" fmla="*/ 291795 w 2407299"/>
              <a:gd name="connsiteY1092" fmla="*/ 948325 h 2407299"/>
              <a:gd name="connsiteX1093" fmla="*/ 291795 w 2407299"/>
              <a:gd name="connsiteY1093" fmla="*/ 875384 h 2407299"/>
              <a:gd name="connsiteX1094" fmla="*/ 218854 w 2407299"/>
              <a:gd name="connsiteY1094" fmla="*/ 875384 h 2407299"/>
              <a:gd name="connsiteX1095" fmla="*/ 291795 w 2407299"/>
              <a:gd name="connsiteY1095" fmla="*/ 875384 h 2407299"/>
              <a:gd name="connsiteX1096" fmla="*/ 291795 w 2407299"/>
              <a:gd name="connsiteY1096" fmla="*/ 948325 h 2407299"/>
              <a:gd name="connsiteX1097" fmla="*/ 364736 w 2407299"/>
              <a:gd name="connsiteY1097" fmla="*/ 948325 h 2407299"/>
              <a:gd name="connsiteX1098" fmla="*/ 364736 w 2407299"/>
              <a:gd name="connsiteY1098" fmla="*/ 875384 h 2407299"/>
              <a:gd name="connsiteX1099" fmla="*/ 291795 w 2407299"/>
              <a:gd name="connsiteY1099" fmla="*/ 875384 h 2407299"/>
              <a:gd name="connsiteX1100" fmla="*/ 364736 w 2407299"/>
              <a:gd name="connsiteY1100" fmla="*/ 875384 h 2407299"/>
              <a:gd name="connsiteX1101" fmla="*/ 364736 w 2407299"/>
              <a:gd name="connsiteY1101" fmla="*/ 948325 h 2407299"/>
              <a:gd name="connsiteX1102" fmla="*/ 437677 w 2407299"/>
              <a:gd name="connsiteY1102" fmla="*/ 948325 h 2407299"/>
              <a:gd name="connsiteX1103" fmla="*/ 437677 w 2407299"/>
              <a:gd name="connsiteY1103" fmla="*/ 875384 h 2407299"/>
              <a:gd name="connsiteX1104" fmla="*/ 364736 w 2407299"/>
              <a:gd name="connsiteY1104" fmla="*/ 875384 h 2407299"/>
              <a:gd name="connsiteX1105" fmla="*/ 437677 w 2407299"/>
              <a:gd name="connsiteY1105" fmla="*/ 875384 h 2407299"/>
              <a:gd name="connsiteX1106" fmla="*/ 437677 w 2407299"/>
              <a:gd name="connsiteY1106" fmla="*/ 948325 h 2407299"/>
              <a:gd name="connsiteX1107" fmla="*/ 510648 w 2407299"/>
              <a:gd name="connsiteY1107" fmla="*/ 948325 h 2407299"/>
              <a:gd name="connsiteX1108" fmla="*/ 510648 w 2407299"/>
              <a:gd name="connsiteY1108" fmla="*/ 875384 h 2407299"/>
              <a:gd name="connsiteX1109" fmla="*/ 437677 w 2407299"/>
              <a:gd name="connsiteY1109" fmla="*/ 875384 h 2407299"/>
              <a:gd name="connsiteX1110" fmla="*/ 510648 w 2407299"/>
              <a:gd name="connsiteY1110" fmla="*/ 875384 h 2407299"/>
              <a:gd name="connsiteX1111" fmla="*/ 510648 w 2407299"/>
              <a:gd name="connsiteY1111" fmla="*/ 948325 h 2407299"/>
              <a:gd name="connsiteX1112" fmla="*/ 583589 w 2407299"/>
              <a:gd name="connsiteY1112" fmla="*/ 948325 h 2407299"/>
              <a:gd name="connsiteX1113" fmla="*/ 583589 w 2407299"/>
              <a:gd name="connsiteY1113" fmla="*/ 875384 h 2407299"/>
              <a:gd name="connsiteX1114" fmla="*/ 510648 w 2407299"/>
              <a:gd name="connsiteY1114" fmla="*/ 875384 h 2407299"/>
              <a:gd name="connsiteX1115" fmla="*/ 583589 w 2407299"/>
              <a:gd name="connsiteY1115" fmla="*/ 875384 h 2407299"/>
              <a:gd name="connsiteX1116" fmla="*/ 583589 w 2407299"/>
              <a:gd name="connsiteY1116" fmla="*/ 948325 h 2407299"/>
              <a:gd name="connsiteX1117" fmla="*/ 656531 w 2407299"/>
              <a:gd name="connsiteY1117" fmla="*/ 948325 h 2407299"/>
              <a:gd name="connsiteX1118" fmla="*/ 656531 w 2407299"/>
              <a:gd name="connsiteY1118" fmla="*/ 875384 h 2407299"/>
              <a:gd name="connsiteX1119" fmla="*/ 583589 w 2407299"/>
              <a:gd name="connsiteY1119" fmla="*/ 875384 h 2407299"/>
              <a:gd name="connsiteX1120" fmla="*/ 802443 w 2407299"/>
              <a:gd name="connsiteY1120" fmla="*/ 875384 h 2407299"/>
              <a:gd name="connsiteX1121" fmla="*/ 802443 w 2407299"/>
              <a:gd name="connsiteY1121" fmla="*/ 948325 h 2407299"/>
              <a:gd name="connsiteX1122" fmla="*/ 875384 w 2407299"/>
              <a:gd name="connsiteY1122" fmla="*/ 948325 h 2407299"/>
              <a:gd name="connsiteX1123" fmla="*/ 875384 w 2407299"/>
              <a:gd name="connsiteY1123" fmla="*/ 875384 h 2407299"/>
              <a:gd name="connsiteX1124" fmla="*/ 802443 w 2407299"/>
              <a:gd name="connsiteY1124" fmla="*/ 875384 h 2407299"/>
              <a:gd name="connsiteX1125" fmla="*/ 1094238 w 2407299"/>
              <a:gd name="connsiteY1125" fmla="*/ 875384 h 2407299"/>
              <a:gd name="connsiteX1126" fmla="*/ 1094238 w 2407299"/>
              <a:gd name="connsiteY1126" fmla="*/ 948325 h 2407299"/>
              <a:gd name="connsiteX1127" fmla="*/ 1167179 w 2407299"/>
              <a:gd name="connsiteY1127" fmla="*/ 948325 h 2407299"/>
              <a:gd name="connsiteX1128" fmla="*/ 1167179 w 2407299"/>
              <a:gd name="connsiteY1128" fmla="*/ 875384 h 2407299"/>
              <a:gd name="connsiteX1129" fmla="*/ 1094238 w 2407299"/>
              <a:gd name="connsiteY1129" fmla="*/ 875384 h 2407299"/>
              <a:gd name="connsiteX1130" fmla="*/ 1167179 w 2407299"/>
              <a:gd name="connsiteY1130" fmla="*/ 875384 h 2407299"/>
              <a:gd name="connsiteX1131" fmla="*/ 1167179 w 2407299"/>
              <a:gd name="connsiteY1131" fmla="*/ 948325 h 2407299"/>
              <a:gd name="connsiteX1132" fmla="*/ 1240120 w 2407299"/>
              <a:gd name="connsiteY1132" fmla="*/ 948325 h 2407299"/>
              <a:gd name="connsiteX1133" fmla="*/ 1240120 w 2407299"/>
              <a:gd name="connsiteY1133" fmla="*/ 875384 h 2407299"/>
              <a:gd name="connsiteX1134" fmla="*/ 1167179 w 2407299"/>
              <a:gd name="connsiteY1134" fmla="*/ 875384 h 2407299"/>
              <a:gd name="connsiteX1135" fmla="*/ 1240120 w 2407299"/>
              <a:gd name="connsiteY1135" fmla="*/ 875384 h 2407299"/>
              <a:gd name="connsiteX1136" fmla="*/ 1240120 w 2407299"/>
              <a:gd name="connsiteY1136" fmla="*/ 948325 h 2407299"/>
              <a:gd name="connsiteX1137" fmla="*/ 1313061 w 2407299"/>
              <a:gd name="connsiteY1137" fmla="*/ 948325 h 2407299"/>
              <a:gd name="connsiteX1138" fmla="*/ 1313061 w 2407299"/>
              <a:gd name="connsiteY1138" fmla="*/ 875384 h 2407299"/>
              <a:gd name="connsiteX1139" fmla="*/ 1240120 w 2407299"/>
              <a:gd name="connsiteY1139" fmla="*/ 875384 h 2407299"/>
              <a:gd name="connsiteX1140" fmla="*/ 1313061 w 2407299"/>
              <a:gd name="connsiteY1140" fmla="*/ 875384 h 2407299"/>
              <a:gd name="connsiteX1141" fmla="*/ 1313061 w 2407299"/>
              <a:gd name="connsiteY1141" fmla="*/ 948325 h 2407299"/>
              <a:gd name="connsiteX1142" fmla="*/ 1386033 w 2407299"/>
              <a:gd name="connsiteY1142" fmla="*/ 948325 h 2407299"/>
              <a:gd name="connsiteX1143" fmla="*/ 1386033 w 2407299"/>
              <a:gd name="connsiteY1143" fmla="*/ 875384 h 2407299"/>
              <a:gd name="connsiteX1144" fmla="*/ 1313061 w 2407299"/>
              <a:gd name="connsiteY1144" fmla="*/ 875384 h 2407299"/>
              <a:gd name="connsiteX1145" fmla="*/ 1677827 w 2407299"/>
              <a:gd name="connsiteY1145" fmla="*/ 875384 h 2407299"/>
              <a:gd name="connsiteX1146" fmla="*/ 1677827 w 2407299"/>
              <a:gd name="connsiteY1146" fmla="*/ 948325 h 2407299"/>
              <a:gd name="connsiteX1147" fmla="*/ 1750768 w 2407299"/>
              <a:gd name="connsiteY1147" fmla="*/ 948325 h 2407299"/>
              <a:gd name="connsiteX1148" fmla="*/ 1750768 w 2407299"/>
              <a:gd name="connsiteY1148" fmla="*/ 875384 h 2407299"/>
              <a:gd name="connsiteX1149" fmla="*/ 1677827 w 2407299"/>
              <a:gd name="connsiteY1149" fmla="*/ 875384 h 2407299"/>
              <a:gd name="connsiteX1150" fmla="*/ 1823710 w 2407299"/>
              <a:gd name="connsiteY1150" fmla="*/ 875384 h 2407299"/>
              <a:gd name="connsiteX1151" fmla="*/ 1823710 w 2407299"/>
              <a:gd name="connsiteY1151" fmla="*/ 948325 h 2407299"/>
              <a:gd name="connsiteX1152" fmla="*/ 1896651 w 2407299"/>
              <a:gd name="connsiteY1152" fmla="*/ 948325 h 2407299"/>
              <a:gd name="connsiteX1153" fmla="*/ 1896651 w 2407299"/>
              <a:gd name="connsiteY1153" fmla="*/ 875384 h 2407299"/>
              <a:gd name="connsiteX1154" fmla="*/ 1823710 w 2407299"/>
              <a:gd name="connsiteY1154" fmla="*/ 875384 h 2407299"/>
              <a:gd name="connsiteX1155" fmla="*/ 2188446 w 2407299"/>
              <a:gd name="connsiteY1155" fmla="*/ 875384 h 2407299"/>
              <a:gd name="connsiteX1156" fmla="*/ 2188446 w 2407299"/>
              <a:gd name="connsiteY1156" fmla="*/ 948325 h 2407299"/>
              <a:gd name="connsiteX1157" fmla="*/ 2261417 w 2407299"/>
              <a:gd name="connsiteY1157" fmla="*/ 948325 h 2407299"/>
              <a:gd name="connsiteX1158" fmla="*/ 2261417 w 2407299"/>
              <a:gd name="connsiteY1158" fmla="*/ 875384 h 2407299"/>
              <a:gd name="connsiteX1159" fmla="*/ 2188446 w 2407299"/>
              <a:gd name="connsiteY1159" fmla="*/ 875384 h 2407299"/>
              <a:gd name="connsiteX1160" fmla="*/ 0 w 2407299"/>
              <a:gd name="connsiteY1160" fmla="*/ 948325 h 2407299"/>
              <a:gd name="connsiteX1161" fmla="*/ 0 w 2407299"/>
              <a:gd name="connsiteY1161" fmla="*/ 1021267 h 2407299"/>
              <a:gd name="connsiteX1162" fmla="*/ 72941 w 2407299"/>
              <a:gd name="connsiteY1162" fmla="*/ 1021267 h 2407299"/>
              <a:gd name="connsiteX1163" fmla="*/ 72941 w 2407299"/>
              <a:gd name="connsiteY1163" fmla="*/ 948325 h 2407299"/>
              <a:gd name="connsiteX1164" fmla="*/ 0 w 2407299"/>
              <a:gd name="connsiteY1164" fmla="*/ 948325 h 2407299"/>
              <a:gd name="connsiteX1165" fmla="*/ 72941 w 2407299"/>
              <a:gd name="connsiteY1165" fmla="*/ 948325 h 2407299"/>
              <a:gd name="connsiteX1166" fmla="*/ 72941 w 2407299"/>
              <a:gd name="connsiteY1166" fmla="*/ 1021267 h 2407299"/>
              <a:gd name="connsiteX1167" fmla="*/ 145882 w 2407299"/>
              <a:gd name="connsiteY1167" fmla="*/ 1021267 h 2407299"/>
              <a:gd name="connsiteX1168" fmla="*/ 145882 w 2407299"/>
              <a:gd name="connsiteY1168" fmla="*/ 948325 h 2407299"/>
              <a:gd name="connsiteX1169" fmla="*/ 72941 w 2407299"/>
              <a:gd name="connsiteY1169" fmla="*/ 948325 h 2407299"/>
              <a:gd name="connsiteX1170" fmla="*/ 802443 w 2407299"/>
              <a:gd name="connsiteY1170" fmla="*/ 948325 h 2407299"/>
              <a:gd name="connsiteX1171" fmla="*/ 802443 w 2407299"/>
              <a:gd name="connsiteY1171" fmla="*/ 1021267 h 2407299"/>
              <a:gd name="connsiteX1172" fmla="*/ 875384 w 2407299"/>
              <a:gd name="connsiteY1172" fmla="*/ 1021267 h 2407299"/>
              <a:gd name="connsiteX1173" fmla="*/ 875384 w 2407299"/>
              <a:gd name="connsiteY1173" fmla="*/ 948325 h 2407299"/>
              <a:gd name="connsiteX1174" fmla="*/ 802443 w 2407299"/>
              <a:gd name="connsiteY1174" fmla="*/ 948325 h 2407299"/>
              <a:gd name="connsiteX1175" fmla="*/ 1021267 w 2407299"/>
              <a:gd name="connsiteY1175" fmla="*/ 948325 h 2407299"/>
              <a:gd name="connsiteX1176" fmla="*/ 1021267 w 2407299"/>
              <a:gd name="connsiteY1176" fmla="*/ 1021267 h 2407299"/>
              <a:gd name="connsiteX1177" fmla="*/ 1094238 w 2407299"/>
              <a:gd name="connsiteY1177" fmla="*/ 1021267 h 2407299"/>
              <a:gd name="connsiteX1178" fmla="*/ 1094238 w 2407299"/>
              <a:gd name="connsiteY1178" fmla="*/ 948325 h 2407299"/>
              <a:gd name="connsiteX1179" fmla="*/ 1021267 w 2407299"/>
              <a:gd name="connsiteY1179" fmla="*/ 948325 h 2407299"/>
              <a:gd name="connsiteX1180" fmla="*/ 1094238 w 2407299"/>
              <a:gd name="connsiteY1180" fmla="*/ 948325 h 2407299"/>
              <a:gd name="connsiteX1181" fmla="*/ 1094238 w 2407299"/>
              <a:gd name="connsiteY1181" fmla="*/ 1021267 h 2407299"/>
              <a:gd name="connsiteX1182" fmla="*/ 1167179 w 2407299"/>
              <a:gd name="connsiteY1182" fmla="*/ 1021267 h 2407299"/>
              <a:gd name="connsiteX1183" fmla="*/ 1167179 w 2407299"/>
              <a:gd name="connsiteY1183" fmla="*/ 948325 h 2407299"/>
              <a:gd name="connsiteX1184" fmla="*/ 1094238 w 2407299"/>
              <a:gd name="connsiteY1184" fmla="*/ 948325 h 2407299"/>
              <a:gd name="connsiteX1185" fmla="*/ 1167179 w 2407299"/>
              <a:gd name="connsiteY1185" fmla="*/ 948325 h 2407299"/>
              <a:gd name="connsiteX1186" fmla="*/ 1167179 w 2407299"/>
              <a:gd name="connsiteY1186" fmla="*/ 1021267 h 2407299"/>
              <a:gd name="connsiteX1187" fmla="*/ 1240120 w 2407299"/>
              <a:gd name="connsiteY1187" fmla="*/ 1021267 h 2407299"/>
              <a:gd name="connsiteX1188" fmla="*/ 1240120 w 2407299"/>
              <a:gd name="connsiteY1188" fmla="*/ 948325 h 2407299"/>
              <a:gd name="connsiteX1189" fmla="*/ 1167179 w 2407299"/>
              <a:gd name="connsiteY1189" fmla="*/ 948325 h 2407299"/>
              <a:gd name="connsiteX1190" fmla="*/ 1240120 w 2407299"/>
              <a:gd name="connsiteY1190" fmla="*/ 948325 h 2407299"/>
              <a:gd name="connsiteX1191" fmla="*/ 1240120 w 2407299"/>
              <a:gd name="connsiteY1191" fmla="*/ 1021267 h 2407299"/>
              <a:gd name="connsiteX1192" fmla="*/ 1313061 w 2407299"/>
              <a:gd name="connsiteY1192" fmla="*/ 1021267 h 2407299"/>
              <a:gd name="connsiteX1193" fmla="*/ 1313061 w 2407299"/>
              <a:gd name="connsiteY1193" fmla="*/ 948325 h 2407299"/>
              <a:gd name="connsiteX1194" fmla="*/ 1240120 w 2407299"/>
              <a:gd name="connsiteY1194" fmla="*/ 948325 h 2407299"/>
              <a:gd name="connsiteX1195" fmla="*/ 1386033 w 2407299"/>
              <a:gd name="connsiteY1195" fmla="*/ 948325 h 2407299"/>
              <a:gd name="connsiteX1196" fmla="*/ 1386033 w 2407299"/>
              <a:gd name="connsiteY1196" fmla="*/ 1021267 h 2407299"/>
              <a:gd name="connsiteX1197" fmla="*/ 1458974 w 2407299"/>
              <a:gd name="connsiteY1197" fmla="*/ 1021267 h 2407299"/>
              <a:gd name="connsiteX1198" fmla="*/ 1458974 w 2407299"/>
              <a:gd name="connsiteY1198" fmla="*/ 948325 h 2407299"/>
              <a:gd name="connsiteX1199" fmla="*/ 1386033 w 2407299"/>
              <a:gd name="connsiteY1199" fmla="*/ 948325 h 2407299"/>
              <a:gd name="connsiteX1200" fmla="*/ 1823710 w 2407299"/>
              <a:gd name="connsiteY1200" fmla="*/ 948325 h 2407299"/>
              <a:gd name="connsiteX1201" fmla="*/ 1823710 w 2407299"/>
              <a:gd name="connsiteY1201" fmla="*/ 1021267 h 2407299"/>
              <a:gd name="connsiteX1202" fmla="*/ 1896651 w 2407299"/>
              <a:gd name="connsiteY1202" fmla="*/ 1021267 h 2407299"/>
              <a:gd name="connsiteX1203" fmla="*/ 1896651 w 2407299"/>
              <a:gd name="connsiteY1203" fmla="*/ 948325 h 2407299"/>
              <a:gd name="connsiteX1204" fmla="*/ 1823710 w 2407299"/>
              <a:gd name="connsiteY1204" fmla="*/ 948325 h 2407299"/>
              <a:gd name="connsiteX1205" fmla="*/ 1896651 w 2407299"/>
              <a:gd name="connsiteY1205" fmla="*/ 948325 h 2407299"/>
              <a:gd name="connsiteX1206" fmla="*/ 1896651 w 2407299"/>
              <a:gd name="connsiteY1206" fmla="*/ 1021267 h 2407299"/>
              <a:gd name="connsiteX1207" fmla="*/ 1969622 w 2407299"/>
              <a:gd name="connsiteY1207" fmla="*/ 1021267 h 2407299"/>
              <a:gd name="connsiteX1208" fmla="*/ 1969622 w 2407299"/>
              <a:gd name="connsiteY1208" fmla="*/ 948325 h 2407299"/>
              <a:gd name="connsiteX1209" fmla="*/ 1896651 w 2407299"/>
              <a:gd name="connsiteY1209" fmla="*/ 948325 h 2407299"/>
              <a:gd name="connsiteX1210" fmla="*/ 2042563 w 2407299"/>
              <a:gd name="connsiteY1210" fmla="*/ 948325 h 2407299"/>
              <a:gd name="connsiteX1211" fmla="*/ 2042563 w 2407299"/>
              <a:gd name="connsiteY1211" fmla="*/ 1021267 h 2407299"/>
              <a:gd name="connsiteX1212" fmla="*/ 2115504 w 2407299"/>
              <a:gd name="connsiteY1212" fmla="*/ 1021267 h 2407299"/>
              <a:gd name="connsiteX1213" fmla="*/ 2115504 w 2407299"/>
              <a:gd name="connsiteY1213" fmla="*/ 948325 h 2407299"/>
              <a:gd name="connsiteX1214" fmla="*/ 2042563 w 2407299"/>
              <a:gd name="connsiteY1214" fmla="*/ 948325 h 2407299"/>
              <a:gd name="connsiteX1215" fmla="*/ 2115504 w 2407299"/>
              <a:gd name="connsiteY1215" fmla="*/ 948325 h 2407299"/>
              <a:gd name="connsiteX1216" fmla="*/ 2115504 w 2407299"/>
              <a:gd name="connsiteY1216" fmla="*/ 1021267 h 2407299"/>
              <a:gd name="connsiteX1217" fmla="*/ 2188446 w 2407299"/>
              <a:gd name="connsiteY1217" fmla="*/ 1021267 h 2407299"/>
              <a:gd name="connsiteX1218" fmla="*/ 2188446 w 2407299"/>
              <a:gd name="connsiteY1218" fmla="*/ 948325 h 2407299"/>
              <a:gd name="connsiteX1219" fmla="*/ 2115504 w 2407299"/>
              <a:gd name="connsiteY1219" fmla="*/ 948325 h 2407299"/>
              <a:gd name="connsiteX1220" fmla="*/ 2188446 w 2407299"/>
              <a:gd name="connsiteY1220" fmla="*/ 948325 h 2407299"/>
              <a:gd name="connsiteX1221" fmla="*/ 2188446 w 2407299"/>
              <a:gd name="connsiteY1221" fmla="*/ 1021267 h 2407299"/>
              <a:gd name="connsiteX1222" fmla="*/ 2261417 w 2407299"/>
              <a:gd name="connsiteY1222" fmla="*/ 1021267 h 2407299"/>
              <a:gd name="connsiteX1223" fmla="*/ 2261417 w 2407299"/>
              <a:gd name="connsiteY1223" fmla="*/ 948325 h 2407299"/>
              <a:gd name="connsiteX1224" fmla="*/ 2188446 w 2407299"/>
              <a:gd name="connsiteY1224" fmla="*/ 948325 h 2407299"/>
              <a:gd name="connsiteX1225" fmla="*/ 218854 w 2407299"/>
              <a:gd name="connsiteY1225" fmla="*/ 1021267 h 2407299"/>
              <a:gd name="connsiteX1226" fmla="*/ 218854 w 2407299"/>
              <a:gd name="connsiteY1226" fmla="*/ 1094238 h 2407299"/>
              <a:gd name="connsiteX1227" fmla="*/ 291795 w 2407299"/>
              <a:gd name="connsiteY1227" fmla="*/ 1094238 h 2407299"/>
              <a:gd name="connsiteX1228" fmla="*/ 291795 w 2407299"/>
              <a:gd name="connsiteY1228" fmla="*/ 1021267 h 2407299"/>
              <a:gd name="connsiteX1229" fmla="*/ 218854 w 2407299"/>
              <a:gd name="connsiteY1229" fmla="*/ 1021267 h 2407299"/>
              <a:gd name="connsiteX1230" fmla="*/ 291795 w 2407299"/>
              <a:gd name="connsiteY1230" fmla="*/ 1021267 h 2407299"/>
              <a:gd name="connsiteX1231" fmla="*/ 291795 w 2407299"/>
              <a:gd name="connsiteY1231" fmla="*/ 1094238 h 2407299"/>
              <a:gd name="connsiteX1232" fmla="*/ 364736 w 2407299"/>
              <a:gd name="connsiteY1232" fmla="*/ 1094238 h 2407299"/>
              <a:gd name="connsiteX1233" fmla="*/ 364736 w 2407299"/>
              <a:gd name="connsiteY1233" fmla="*/ 1021267 h 2407299"/>
              <a:gd name="connsiteX1234" fmla="*/ 291795 w 2407299"/>
              <a:gd name="connsiteY1234" fmla="*/ 1021267 h 2407299"/>
              <a:gd name="connsiteX1235" fmla="*/ 437677 w 2407299"/>
              <a:gd name="connsiteY1235" fmla="*/ 1021267 h 2407299"/>
              <a:gd name="connsiteX1236" fmla="*/ 437677 w 2407299"/>
              <a:gd name="connsiteY1236" fmla="*/ 1094238 h 2407299"/>
              <a:gd name="connsiteX1237" fmla="*/ 510648 w 2407299"/>
              <a:gd name="connsiteY1237" fmla="*/ 1094238 h 2407299"/>
              <a:gd name="connsiteX1238" fmla="*/ 510648 w 2407299"/>
              <a:gd name="connsiteY1238" fmla="*/ 1021267 h 2407299"/>
              <a:gd name="connsiteX1239" fmla="*/ 437677 w 2407299"/>
              <a:gd name="connsiteY1239" fmla="*/ 1021267 h 2407299"/>
              <a:gd name="connsiteX1240" fmla="*/ 583589 w 2407299"/>
              <a:gd name="connsiteY1240" fmla="*/ 1021267 h 2407299"/>
              <a:gd name="connsiteX1241" fmla="*/ 583589 w 2407299"/>
              <a:gd name="connsiteY1241" fmla="*/ 1094238 h 2407299"/>
              <a:gd name="connsiteX1242" fmla="*/ 656531 w 2407299"/>
              <a:gd name="connsiteY1242" fmla="*/ 1094238 h 2407299"/>
              <a:gd name="connsiteX1243" fmla="*/ 656531 w 2407299"/>
              <a:gd name="connsiteY1243" fmla="*/ 1021267 h 2407299"/>
              <a:gd name="connsiteX1244" fmla="*/ 583589 w 2407299"/>
              <a:gd name="connsiteY1244" fmla="*/ 1021267 h 2407299"/>
              <a:gd name="connsiteX1245" fmla="*/ 729472 w 2407299"/>
              <a:gd name="connsiteY1245" fmla="*/ 1021267 h 2407299"/>
              <a:gd name="connsiteX1246" fmla="*/ 729472 w 2407299"/>
              <a:gd name="connsiteY1246" fmla="*/ 1094238 h 2407299"/>
              <a:gd name="connsiteX1247" fmla="*/ 802443 w 2407299"/>
              <a:gd name="connsiteY1247" fmla="*/ 1094238 h 2407299"/>
              <a:gd name="connsiteX1248" fmla="*/ 802443 w 2407299"/>
              <a:gd name="connsiteY1248" fmla="*/ 1021267 h 2407299"/>
              <a:gd name="connsiteX1249" fmla="*/ 729472 w 2407299"/>
              <a:gd name="connsiteY1249" fmla="*/ 1021267 h 2407299"/>
              <a:gd name="connsiteX1250" fmla="*/ 802443 w 2407299"/>
              <a:gd name="connsiteY1250" fmla="*/ 1021267 h 2407299"/>
              <a:gd name="connsiteX1251" fmla="*/ 802443 w 2407299"/>
              <a:gd name="connsiteY1251" fmla="*/ 1094238 h 2407299"/>
              <a:gd name="connsiteX1252" fmla="*/ 875384 w 2407299"/>
              <a:gd name="connsiteY1252" fmla="*/ 1094238 h 2407299"/>
              <a:gd name="connsiteX1253" fmla="*/ 875384 w 2407299"/>
              <a:gd name="connsiteY1253" fmla="*/ 1021267 h 2407299"/>
              <a:gd name="connsiteX1254" fmla="*/ 802443 w 2407299"/>
              <a:gd name="connsiteY1254" fmla="*/ 1021267 h 2407299"/>
              <a:gd name="connsiteX1255" fmla="*/ 1021267 w 2407299"/>
              <a:gd name="connsiteY1255" fmla="*/ 1021267 h 2407299"/>
              <a:gd name="connsiteX1256" fmla="*/ 1021267 w 2407299"/>
              <a:gd name="connsiteY1256" fmla="*/ 1094238 h 2407299"/>
              <a:gd name="connsiteX1257" fmla="*/ 1094238 w 2407299"/>
              <a:gd name="connsiteY1257" fmla="*/ 1094238 h 2407299"/>
              <a:gd name="connsiteX1258" fmla="*/ 1094238 w 2407299"/>
              <a:gd name="connsiteY1258" fmla="*/ 1021267 h 2407299"/>
              <a:gd name="connsiteX1259" fmla="*/ 1021267 w 2407299"/>
              <a:gd name="connsiteY1259" fmla="*/ 1021267 h 2407299"/>
              <a:gd name="connsiteX1260" fmla="*/ 1167179 w 2407299"/>
              <a:gd name="connsiteY1260" fmla="*/ 1021267 h 2407299"/>
              <a:gd name="connsiteX1261" fmla="*/ 1167179 w 2407299"/>
              <a:gd name="connsiteY1261" fmla="*/ 1094238 h 2407299"/>
              <a:gd name="connsiteX1262" fmla="*/ 1240120 w 2407299"/>
              <a:gd name="connsiteY1262" fmla="*/ 1094238 h 2407299"/>
              <a:gd name="connsiteX1263" fmla="*/ 1240120 w 2407299"/>
              <a:gd name="connsiteY1263" fmla="*/ 1021267 h 2407299"/>
              <a:gd name="connsiteX1264" fmla="*/ 1167179 w 2407299"/>
              <a:gd name="connsiteY1264" fmla="*/ 1021267 h 2407299"/>
              <a:gd name="connsiteX1265" fmla="*/ 1313061 w 2407299"/>
              <a:gd name="connsiteY1265" fmla="*/ 1021267 h 2407299"/>
              <a:gd name="connsiteX1266" fmla="*/ 1313061 w 2407299"/>
              <a:gd name="connsiteY1266" fmla="*/ 1094238 h 2407299"/>
              <a:gd name="connsiteX1267" fmla="*/ 1386033 w 2407299"/>
              <a:gd name="connsiteY1267" fmla="*/ 1094238 h 2407299"/>
              <a:gd name="connsiteX1268" fmla="*/ 1386033 w 2407299"/>
              <a:gd name="connsiteY1268" fmla="*/ 1021267 h 2407299"/>
              <a:gd name="connsiteX1269" fmla="*/ 1313061 w 2407299"/>
              <a:gd name="connsiteY1269" fmla="*/ 1021267 h 2407299"/>
              <a:gd name="connsiteX1270" fmla="*/ 1386033 w 2407299"/>
              <a:gd name="connsiteY1270" fmla="*/ 1021267 h 2407299"/>
              <a:gd name="connsiteX1271" fmla="*/ 1386033 w 2407299"/>
              <a:gd name="connsiteY1271" fmla="*/ 1094238 h 2407299"/>
              <a:gd name="connsiteX1272" fmla="*/ 1458974 w 2407299"/>
              <a:gd name="connsiteY1272" fmla="*/ 1094238 h 2407299"/>
              <a:gd name="connsiteX1273" fmla="*/ 1458974 w 2407299"/>
              <a:gd name="connsiteY1273" fmla="*/ 1021267 h 2407299"/>
              <a:gd name="connsiteX1274" fmla="*/ 1386033 w 2407299"/>
              <a:gd name="connsiteY1274" fmla="*/ 1021267 h 2407299"/>
              <a:gd name="connsiteX1275" fmla="*/ 1531915 w 2407299"/>
              <a:gd name="connsiteY1275" fmla="*/ 1021267 h 2407299"/>
              <a:gd name="connsiteX1276" fmla="*/ 1531915 w 2407299"/>
              <a:gd name="connsiteY1276" fmla="*/ 1094238 h 2407299"/>
              <a:gd name="connsiteX1277" fmla="*/ 1604856 w 2407299"/>
              <a:gd name="connsiteY1277" fmla="*/ 1094238 h 2407299"/>
              <a:gd name="connsiteX1278" fmla="*/ 1604856 w 2407299"/>
              <a:gd name="connsiteY1278" fmla="*/ 1021267 h 2407299"/>
              <a:gd name="connsiteX1279" fmla="*/ 1531915 w 2407299"/>
              <a:gd name="connsiteY1279" fmla="*/ 1021267 h 2407299"/>
              <a:gd name="connsiteX1280" fmla="*/ 1604856 w 2407299"/>
              <a:gd name="connsiteY1280" fmla="*/ 1021267 h 2407299"/>
              <a:gd name="connsiteX1281" fmla="*/ 1604856 w 2407299"/>
              <a:gd name="connsiteY1281" fmla="*/ 1094238 h 2407299"/>
              <a:gd name="connsiteX1282" fmla="*/ 1677827 w 2407299"/>
              <a:gd name="connsiteY1282" fmla="*/ 1094238 h 2407299"/>
              <a:gd name="connsiteX1283" fmla="*/ 1677827 w 2407299"/>
              <a:gd name="connsiteY1283" fmla="*/ 1021267 h 2407299"/>
              <a:gd name="connsiteX1284" fmla="*/ 1604856 w 2407299"/>
              <a:gd name="connsiteY1284" fmla="*/ 1021267 h 2407299"/>
              <a:gd name="connsiteX1285" fmla="*/ 1750768 w 2407299"/>
              <a:gd name="connsiteY1285" fmla="*/ 1021267 h 2407299"/>
              <a:gd name="connsiteX1286" fmla="*/ 1750768 w 2407299"/>
              <a:gd name="connsiteY1286" fmla="*/ 1094238 h 2407299"/>
              <a:gd name="connsiteX1287" fmla="*/ 1823710 w 2407299"/>
              <a:gd name="connsiteY1287" fmla="*/ 1094238 h 2407299"/>
              <a:gd name="connsiteX1288" fmla="*/ 1823710 w 2407299"/>
              <a:gd name="connsiteY1288" fmla="*/ 1021267 h 2407299"/>
              <a:gd name="connsiteX1289" fmla="*/ 1750768 w 2407299"/>
              <a:gd name="connsiteY1289" fmla="*/ 1021267 h 2407299"/>
              <a:gd name="connsiteX1290" fmla="*/ 1969622 w 2407299"/>
              <a:gd name="connsiteY1290" fmla="*/ 1021267 h 2407299"/>
              <a:gd name="connsiteX1291" fmla="*/ 1969622 w 2407299"/>
              <a:gd name="connsiteY1291" fmla="*/ 1094238 h 2407299"/>
              <a:gd name="connsiteX1292" fmla="*/ 2042563 w 2407299"/>
              <a:gd name="connsiteY1292" fmla="*/ 1094238 h 2407299"/>
              <a:gd name="connsiteX1293" fmla="*/ 2042563 w 2407299"/>
              <a:gd name="connsiteY1293" fmla="*/ 1021267 h 2407299"/>
              <a:gd name="connsiteX1294" fmla="*/ 1969622 w 2407299"/>
              <a:gd name="connsiteY1294" fmla="*/ 1021267 h 2407299"/>
              <a:gd name="connsiteX1295" fmla="*/ 2115504 w 2407299"/>
              <a:gd name="connsiteY1295" fmla="*/ 1021267 h 2407299"/>
              <a:gd name="connsiteX1296" fmla="*/ 2115504 w 2407299"/>
              <a:gd name="connsiteY1296" fmla="*/ 1094238 h 2407299"/>
              <a:gd name="connsiteX1297" fmla="*/ 2188446 w 2407299"/>
              <a:gd name="connsiteY1297" fmla="*/ 1094238 h 2407299"/>
              <a:gd name="connsiteX1298" fmla="*/ 2188446 w 2407299"/>
              <a:gd name="connsiteY1298" fmla="*/ 1021267 h 2407299"/>
              <a:gd name="connsiteX1299" fmla="*/ 2115504 w 2407299"/>
              <a:gd name="connsiteY1299" fmla="*/ 1021267 h 2407299"/>
              <a:gd name="connsiteX1300" fmla="*/ 2261417 w 2407299"/>
              <a:gd name="connsiteY1300" fmla="*/ 1021267 h 2407299"/>
              <a:gd name="connsiteX1301" fmla="*/ 2261417 w 2407299"/>
              <a:gd name="connsiteY1301" fmla="*/ 1094238 h 2407299"/>
              <a:gd name="connsiteX1302" fmla="*/ 2334358 w 2407299"/>
              <a:gd name="connsiteY1302" fmla="*/ 1094238 h 2407299"/>
              <a:gd name="connsiteX1303" fmla="*/ 2334358 w 2407299"/>
              <a:gd name="connsiteY1303" fmla="*/ 1021267 h 2407299"/>
              <a:gd name="connsiteX1304" fmla="*/ 2261417 w 2407299"/>
              <a:gd name="connsiteY1304" fmla="*/ 1021267 h 2407299"/>
              <a:gd name="connsiteX1305" fmla="*/ 2334358 w 2407299"/>
              <a:gd name="connsiteY1305" fmla="*/ 1021267 h 2407299"/>
              <a:gd name="connsiteX1306" fmla="*/ 2334358 w 2407299"/>
              <a:gd name="connsiteY1306" fmla="*/ 1094238 h 2407299"/>
              <a:gd name="connsiteX1307" fmla="*/ 2407299 w 2407299"/>
              <a:gd name="connsiteY1307" fmla="*/ 1094238 h 2407299"/>
              <a:gd name="connsiteX1308" fmla="*/ 2407299 w 2407299"/>
              <a:gd name="connsiteY1308" fmla="*/ 1021267 h 2407299"/>
              <a:gd name="connsiteX1309" fmla="*/ 2334358 w 2407299"/>
              <a:gd name="connsiteY1309" fmla="*/ 1021267 h 2407299"/>
              <a:gd name="connsiteX1310" fmla="*/ 0 w 2407299"/>
              <a:gd name="connsiteY1310" fmla="*/ 1094238 h 2407299"/>
              <a:gd name="connsiteX1311" fmla="*/ 0 w 2407299"/>
              <a:gd name="connsiteY1311" fmla="*/ 1167179 h 2407299"/>
              <a:gd name="connsiteX1312" fmla="*/ 72941 w 2407299"/>
              <a:gd name="connsiteY1312" fmla="*/ 1167179 h 2407299"/>
              <a:gd name="connsiteX1313" fmla="*/ 72941 w 2407299"/>
              <a:gd name="connsiteY1313" fmla="*/ 1094238 h 2407299"/>
              <a:gd name="connsiteX1314" fmla="*/ 0 w 2407299"/>
              <a:gd name="connsiteY1314" fmla="*/ 1094238 h 2407299"/>
              <a:gd name="connsiteX1315" fmla="*/ 218854 w 2407299"/>
              <a:gd name="connsiteY1315" fmla="*/ 1094238 h 2407299"/>
              <a:gd name="connsiteX1316" fmla="*/ 218854 w 2407299"/>
              <a:gd name="connsiteY1316" fmla="*/ 1167179 h 2407299"/>
              <a:gd name="connsiteX1317" fmla="*/ 291795 w 2407299"/>
              <a:gd name="connsiteY1317" fmla="*/ 1167179 h 2407299"/>
              <a:gd name="connsiteX1318" fmla="*/ 291795 w 2407299"/>
              <a:gd name="connsiteY1318" fmla="*/ 1094238 h 2407299"/>
              <a:gd name="connsiteX1319" fmla="*/ 218854 w 2407299"/>
              <a:gd name="connsiteY1319" fmla="*/ 1094238 h 2407299"/>
              <a:gd name="connsiteX1320" fmla="*/ 656531 w 2407299"/>
              <a:gd name="connsiteY1320" fmla="*/ 1094238 h 2407299"/>
              <a:gd name="connsiteX1321" fmla="*/ 656531 w 2407299"/>
              <a:gd name="connsiteY1321" fmla="*/ 1167179 h 2407299"/>
              <a:gd name="connsiteX1322" fmla="*/ 729472 w 2407299"/>
              <a:gd name="connsiteY1322" fmla="*/ 1167179 h 2407299"/>
              <a:gd name="connsiteX1323" fmla="*/ 729472 w 2407299"/>
              <a:gd name="connsiteY1323" fmla="*/ 1094238 h 2407299"/>
              <a:gd name="connsiteX1324" fmla="*/ 656531 w 2407299"/>
              <a:gd name="connsiteY1324" fmla="*/ 1094238 h 2407299"/>
              <a:gd name="connsiteX1325" fmla="*/ 875384 w 2407299"/>
              <a:gd name="connsiteY1325" fmla="*/ 1094238 h 2407299"/>
              <a:gd name="connsiteX1326" fmla="*/ 875384 w 2407299"/>
              <a:gd name="connsiteY1326" fmla="*/ 1167179 h 2407299"/>
              <a:gd name="connsiteX1327" fmla="*/ 948325 w 2407299"/>
              <a:gd name="connsiteY1327" fmla="*/ 1167179 h 2407299"/>
              <a:gd name="connsiteX1328" fmla="*/ 948325 w 2407299"/>
              <a:gd name="connsiteY1328" fmla="*/ 1094238 h 2407299"/>
              <a:gd name="connsiteX1329" fmla="*/ 875384 w 2407299"/>
              <a:gd name="connsiteY1329" fmla="*/ 1094238 h 2407299"/>
              <a:gd name="connsiteX1330" fmla="*/ 1021267 w 2407299"/>
              <a:gd name="connsiteY1330" fmla="*/ 1094238 h 2407299"/>
              <a:gd name="connsiteX1331" fmla="*/ 1021267 w 2407299"/>
              <a:gd name="connsiteY1331" fmla="*/ 1167179 h 2407299"/>
              <a:gd name="connsiteX1332" fmla="*/ 1094238 w 2407299"/>
              <a:gd name="connsiteY1332" fmla="*/ 1167179 h 2407299"/>
              <a:gd name="connsiteX1333" fmla="*/ 1094238 w 2407299"/>
              <a:gd name="connsiteY1333" fmla="*/ 1094238 h 2407299"/>
              <a:gd name="connsiteX1334" fmla="*/ 1021267 w 2407299"/>
              <a:gd name="connsiteY1334" fmla="*/ 1094238 h 2407299"/>
              <a:gd name="connsiteX1335" fmla="*/ 1167179 w 2407299"/>
              <a:gd name="connsiteY1335" fmla="*/ 1094238 h 2407299"/>
              <a:gd name="connsiteX1336" fmla="*/ 1167179 w 2407299"/>
              <a:gd name="connsiteY1336" fmla="*/ 1167179 h 2407299"/>
              <a:gd name="connsiteX1337" fmla="*/ 1240120 w 2407299"/>
              <a:gd name="connsiteY1337" fmla="*/ 1167179 h 2407299"/>
              <a:gd name="connsiteX1338" fmla="*/ 1240120 w 2407299"/>
              <a:gd name="connsiteY1338" fmla="*/ 1094238 h 2407299"/>
              <a:gd name="connsiteX1339" fmla="*/ 1167179 w 2407299"/>
              <a:gd name="connsiteY1339" fmla="*/ 1094238 h 2407299"/>
              <a:gd name="connsiteX1340" fmla="*/ 1313061 w 2407299"/>
              <a:gd name="connsiteY1340" fmla="*/ 1094238 h 2407299"/>
              <a:gd name="connsiteX1341" fmla="*/ 1313061 w 2407299"/>
              <a:gd name="connsiteY1341" fmla="*/ 1167179 h 2407299"/>
              <a:gd name="connsiteX1342" fmla="*/ 1386033 w 2407299"/>
              <a:gd name="connsiteY1342" fmla="*/ 1167179 h 2407299"/>
              <a:gd name="connsiteX1343" fmla="*/ 1386033 w 2407299"/>
              <a:gd name="connsiteY1343" fmla="*/ 1094238 h 2407299"/>
              <a:gd name="connsiteX1344" fmla="*/ 1313061 w 2407299"/>
              <a:gd name="connsiteY1344" fmla="*/ 1094238 h 2407299"/>
              <a:gd name="connsiteX1345" fmla="*/ 1386033 w 2407299"/>
              <a:gd name="connsiteY1345" fmla="*/ 1094238 h 2407299"/>
              <a:gd name="connsiteX1346" fmla="*/ 1386033 w 2407299"/>
              <a:gd name="connsiteY1346" fmla="*/ 1167179 h 2407299"/>
              <a:gd name="connsiteX1347" fmla="*/ 1458974 w 2407299"/>
              <a:gd name="connsiteY1347" fmla="*/ 1167179 h 2407299"/>
              <a:gd name="connsiteX1348" fmla="*/ 1458974 w 2407299"/>
              <a:gd name="connsiteY1348" fmla="*/ 1094238 h 2407299"/>
              <a:gd name="connsiteX1349" fmla="*/ 1386033 w 2407299"/>
              <a:gd name="connsiteY1349" fmla="*/ 1094238 h 2407299"/>
              <a:gd name="connsiteX1350" fmla="*/ 1531915 w 2407299"/>
              <a:gd name="connsiteY1350" fmla="*/ 1094238 h 2407299"/>
              <a:gd name="connsiteX1351" fmla="*/ 1531915 w 2407299"/>
              <a:gd name="connsiteY1351" fmla="*/ 1167179 h 2407299"/>
              <a:gd name="connsiteX1352" fmla="*/ 1604856 w 2407299"/>
              <a:gd name="connsiteY1352" fmla="*/ 1167179 h 2407299"/>
              <a:gd name="connsiteX1353" fmla="*/ 1604856 w 2407299"/>
              <a:gd name="connsiteY1353" fmla="*/ 1094238 h 2407299"/>
              <a:gd name="connsiteX1354" fmla="*/ 1531915 w 2407299"/>
              <a:gd name="connsiteY1354" fmla="*/ 1094238 h 2407299"/>
              <a:gd name="connsiteX1355" fmla="*/ 1750768 w 2407299"/>
              <a:gd name="connsiteY1355" fmla="*/ 1094238 h 2407299"/>
              <a:gd name="connsiteX1356" fmla="*/ 1750768 w 2407299"/>
              <a:gd name="connsiteY1356" fmla="*/ 1167179 h 2407299"/>
              <a:gd name="connsiteX1357" fmla="*/ 1823710 w 2407299"/>
              <a:gd name="connsiteY1357" fmla="*/ 1167179 h 2407299"/>
              <a:gd name="connsiteX1358" fmla="*/ 1823710 w 2407299"/>
              <a:gd name="connsiteY1358" fmla="*/ 1094238 h 2407299"/>
              <a:gd name="connsiteX1359" fmla="*/ 1750768 w 2407299"/>
              <a:gd name="connsiteY1359" fmla="*/ 1094238 h 2407299"/>
              <a:gd name="connsiteX1360" fmla="*/ 1969622 w 2407299"/>
              <a:gd name="connsiteY1360" fmla="*/ 1094238 h 2407299"/>
              <a:gd name="connsiteX1361" fmla="*/ 1969622 w 2407299"/>
              <a:gd name="connsiteY1361" fmla="*/ 1167179 h 2407299"/>
              <a:gd name="connsiteX1362" fmla="*/ 2042563 w 2407299"/>
              <a:gd name="connsiteY1362" fmla="*/ 1167179 h 2407299"/>
              <a:gd name="connsiteX1363" fmla="*/ 2042563 w 2407299"/>
              <a:gd name="connsiteY1363" fmla="*/ 1094238 h 2407299"/>
              <a:gd name="connsiteX1364" fmla="*/ 1969622 w 2407299"/>
              <a:gd name="connsiteY1364" fmla="*/ 1094238 h 2407299"/>
              <a:gd name="connsiteX1365" fmla="*/ 2042563 w 2407299"/>
              <a:gd name="connsiteY1365" fmla="*/ 1094238 h 2407299"/>
              <a:gd name="connsiteX1366" fmla="*/ 2042563 w 2407299"/>
              <a:gd name="connsiteY1366" fmla="*/ 1167179 h 2407299"/>
              <a:gd name="connsiteX1367" fmla="*/ 2115504 w 2407299"/>
              <a:gd name="connsiteY1367" fmla="*/ 1167179 h 2407299"/>
              <a:gd name="connsiteX1368" fmla="*/ 2115504 w 2407299"/>
              <a:gd name="connsiteY1368" fmla="*/ 1094238 h 2407299"/>
              <a:gd name="connsiteX1369" fmla="*/ 2042563 w 2407299"/>
              <a:gd name="connsiteY1369" fmla="*/ 1094238 h 2407299"/>
              <a:gd name="connsiteX1370" fmla="*/ 2261417 w 2407299"/>
              <a:gd name="connsiteY1370" fmla="*/ 1094238 h 2407299"/>
              <a:gd name="connsiteX1371" fmla="*/ 2261417 w 2407299"/>
              <a:gd name="connsiteY1371" fmla="*/ 1167179 h 2407299"/>
              <a:gd name="connsiteX1372" fmla="*/ 2334358 w 2407299"/>
              <a:gd name="connsiteY1372" fmla="*/ 1167179 h 2407299"/>
              <a:gd name="connsiteX1373" fmla="*/ 2334358 w 2407299"/>
              <a:gd name="connsiteY1373" fmla="*/ 1094238 h 2407299"/>
              <a:gd name="connsiteX1374" fmla="*/ 2261417 w 2407299"/>
              <a:gd name="connsiteY1374" fmla="*/ 1094238 h 2407299"/>
              <a:gd name="connsiteX1375" fmla="*/ 2334358 w 2407299"/>
              <a:gd name="connsiteY1375" fmla="*/ 1094238 h 2407299"/>
              <a:gd name="connsiteX1376" fmla="*/ 2334358 w 2407299"/>
              <a:gd name="connsiteY1376" fmla="*/ 1167179 h 2407299"/>
              <a:gd name="connsiteX1377" fmla="*/ 2407299 w 2407299"/>
              <a:gd name="connsiteY1377" fmla="*/ 1167179 h 2407299"/>
              <a:gd name="connsiteX1378" fmla="*/ 2407299 w 2407299"/>
              <a:gd name="connsiteY1378" fmla="*/ 1094238 h 2407299"/>
              <a:gd name="connsiteX1379" fmla="*/ 2334358 w 2407299"/>
              <a:gd name="connsiteY1379" fmla="*/ 1094238 h 2407299"/>
              <a:gd name="connsiteX1380" fmla="*/ 0 w 2407299"/>
              <a:gd name="connsiteY1380" fmla="*/ 1167179 h 2407299"/>
              <a:gd name="connsiteX1381" fmla="*/ 0 w 2407299"/>
              <a:gd name="connsiteY1381" fmla="*/ 1240120 h 2407299"/>
              <a:gd name="connsiteX1382" fmla="*/ 72941 w 2407299"/>
              <a:gd name="connsiteY1382" fmla="*/ 1240120 h 2407299"/>
              <a:gd name="connsiteX1383" fmla="*/ 72941 w 2407299"/>
              <a:gd name="connsiteY1383" fmla="*/ 1167179 h 2407299"/>
              <a:gd name="connsiteX1384" fmla="*/ 0 w 2407299"/>
              <a:gd name="connsiteY1384" fmla="*/ 1167179 h 2407299"/>
              <a:gd name="connsiteX1385" fmla="*/ 72941 w 2407299"/>
              <a:gd name="connsiteY1385" fmla="*/ 1167179 h 2407299"/>
              <a:gd name="connsiteX1386" fmla="*/ 72941 w 2407299"/>
              <a:gd name="connsiteY1386" fmla="*/ 1240120 h 2407299"/>
              <a:gd name="connsiteX1387" fmla="*/ 145882 w 2407299"/>
              <a:gd name="connsiteY1387" fmla="*/ 1240120 h 2407299"/>
              <a:gd name="connsiteX1388" fmla="*/ 145882 w 2407299"/>
              <a:gd name="connsiteY1388" fmla="*/ 1167179 h 2407299"/>
              <a:gd name="connsiteX1389" fmla="*/ 72941 w 2407299"/>
              <a:gd name="connsiteY1389" fmla="*/ 1167179 h 2407299"/>
              <a:gd name="connsiteX1390" fmla="*/ 145882 w 2407299"/>
              <a:gd name="connsiteY1390" fmla="*/ 1167179 h 2407299"/>
              <a:gd name="connsiteX1391" fmla="*/ 145882 w 2407299"/>
              <a:gd name="connsiteY1391" fmla="*/ 1240120 h 2407299"/>
              <a:gd name="connsiteX1392" fmla="*/ 218854 w 2407299"/>
              <a:gd name="connsiteY1392" fmla="*/ 1240120 h 2407299"/>
              <a:gd name="connsiteX1393" fmla="*/ 218854 w 2407299"/>
              <a:gd name="connsiteY1393" fmla="*/ 1167179 h 2407299"/>
              <a:gd name="connsiteX1394" fmla="*/ 145882 w 2407299"/>
              <a:gd name="connsiteY1394" fmla="*/ 1167179 h 2407299"/>
              <a:gd name="connsiteX1395" fmla="*/ 218854 w 2407299"/>
              <a:gd name="connsiteY1395" fmla="*/ 1167179 h 2407299"/>
              <a:gd name="connsiteX1396" fmla="*/ 218854 w 2407299"/>
              <a:gd name="connsiteY1396" fmla="*/ 1240120 h 2407299"/>
              <a:gd name="connsiteX1397" fmla="*/ 291795 w 2407299"/>
              <a:gd name="connsiteY1397" fmla="*/ 1240120 h 2407299"/>
              <a:gd name="connsiteX1398" fmla="*/ 291795 w 2407299"/>
              <a:gd name="connsiteY1398" fmla="*/ 1167179 h 2407299"/>
              <a:gd name="connsiteX1399" fmla="*/ 218854 w 2407299"/>
              <a:gd name="connsiteY1399" fmla="*/ 1167179 h 2407299"/>
              <a:gd name="connsiteX1400" fmla="*/ 437677 w 2407299"/>
              <a:gd name="connsiteY1400" fmla="*/ 1167179 h 2407299"/>
              <a:gd name="connsiteX1401" fmla="*/ 437677 w 2407299"/>
              <a:gd name="connsiteY1401" fmla="*/ 1240120 h 2407299"/>
              <a:gd name="connsiteX1402" fmla="*/ 510648 w 2407299"/>
              <a:gd name="connsiteY1402" fmla="*/ 1240120 h 2407299"/>
              <a:gd name="connsiteX1403" fmla="*/ 510648 w 2407299"/>
              <a:gd name="connsiteY1403" fmla="*/ 1167179 h 2407299"/>
              <a:gd name="connsiteX1404" fmla="*/ 437677 w 2407299"/>
              <a:gd name="connsiteY1404" fmla="*/ 1167179 h 2407299"/>
              <a:gd name="connsiteX1405" fmla="*/ 583589 w 2407299"/>
              <a:gd name="connsiteY1405" fmla="*/ 1167179 h 2407299"/>
              <a:gd name="connsiteX1406" fmla="*/ 583589 w 2407299"/>
              <a:gd name="connsiteY1406" fmla="*/ 1240120 h 2407299"/>
              <a:gd name="connsiteX1407" fmla="*/ 656531 w 2407299"/>
              <a:gd name="connsiteY1407" fmla="*/ 1240120 h 2407299"/>
              <a:gd name="connsiteX1408" fmla="*/ 656531 w 2407299"/>
              <a:gd name="connsiteY1408" fmla="*/ 1167179 h 2407299"/>
              <a:gd name="connsiteX1409" fmla="*/ 583589 w 2407299"/>
              <a:gd name="connsiteY1409" fmla="*/ 1167179 h 2407299"/>
              <a:gd name="connsiteX1410" fmla="*/ 656531 w 2407299"/>
              <a:gd name="connsiteY1410" fmla="*/ 1167179 h 2407299"/>
              <a:gd name="connsiteX1411" fmla="*/ 656531 w 2407299"/>
              <a:gd name="connsiteY1411" fmla="*/ 1240120 h 2407299"/>
              <a:gd name="connsiteX1412" fmla="*/ 729472 w 2407299"/>
              <a:gd name="connsiteY1412" fmla="*/ 1240120 h 2407299"/>
              <a:gd name="connsiteX1413" fmla="*/ 729472 w 2407299"/>
              <a:gd name="connsiteY1413" fmla="*/ 1167179 h 2407299"/>
              <a:gd name="connsiteX1414" fmla="*/ 656531 w 2407299"/>
              <a:gd name="connsiteY1414" fmla="*/ 1167179 h 2407299"/>
              <a:gd name="connsiteX1415" fmla="*/ 948325 w 2407299"/>
              <a:gd name="connsiteY1415" fmla="*/ 1167179 h 2407299"/>
              <a:gd name="connsiteX1416" fmla="*/ 948325 w 2407299"/>
              <a:gd name="connsiteY1416" fmla="*/ 1240120 h 2407299"/>
              <a:gd name="connsiteX1417" fmla="*/ 1021267 w 2407299"/>
              <a:gd name="connsiteY1417" fmla="*/ 1240120 h 2407299"/>
              <a:gd name="connsiteX1418" fmla="*/ 1021267 w 2407299"/>
              <a:gd name="connsiteY1418" fmla="*/ 1167179 h 2407299"/>
              <a:gd name="connsiteX1419" fmla="*/ 948325 w 2407299"/>
              <a:gd name="connsiteY1419" fmla="*/ 1167179 h 2407299"/>
              <a:gd name="connsiteX1420" fmla="*/ 1021267 w 2407299"/>
              <a:gd name="connsiteY1420" fmla="*/ 1167179 h 2407299"/>
              <a:gd name="connsiteX1421" fmla="*/ 1021267 w 2407299"/>
              <a:gd name="connsiteY1421" fmla="*/ 1240120 h 2407299"/>
              <a:gd name="connsiteX1422" fmla="*/ 1094238 w 2407299"/>
              <a:gd name="connsiteY1422" fmla="*/ 1240120 h 2407299"/>
              <a:gd name="connsiteX1423" fmla="*/ 1094238 w 2407299"/>
              <a:gd name="connsiteY1423" fmla="*/ 1167179 h 2407299"/>
              <a:gd name="connsiteX1424" fmla="*/ 1021267 w 2407299"/>
              <a:gd name="connsiteY1424" fmla="*/ 1167179 h 2407299"/>
              <a:gd name="connsiteX1425" fmla="*/ 1094238 w 2407299"/>
              <a:gd name="connsiteY1425" fmla="*/ 1167179 h 2407299"/>
              <a:gd name="connsiteX1426" fmla="*/ 1094238 w 2407299"/>
              <a:gd name="connsiteY1426" fmla="*/ 1240120 h 2407299"/>
              <a:gd name="connsiteX1427" fmla="*/ 1167179 w 2407299"/>
              <a:gd name="connsiteY1427" fmla="*/ 1240120 h 2407299"/>
              <a:gd name="connsiteX1428" fmla="*/ 1167179 w 2407299"/>
              <a:gd name="connsiteY1428" fmla="*/ 1167179 h 2407299"/>
              <a:gd name="connsiteX1429" fmla="*/ 1094238 w 2407299"/>
              <a:gd name="connsiteY1429" fmla="*/ 1167179 h 2407299"/>
              <a:gd name="connsiteX1430" fmla="*/ 1313061 w 2407299"/>
              <a:gd name="connsiteY1430" fmla="*/ 1167179 h 2407299"/>
              <a:gd name="connsiteX1431" fmla="*/ 1313061 w 2407299"/>
              <a:gd name="connsiteY1431" fmla="*/ 1240120 h 2407299"/>
              <a:gd name="connsiteX1432" fmla="*/ 1386033 w 2407299"/>
              <a:gd name="connsiteY1432" fmla="*/ 1240120 h 2407299"/>
              <a:gd name="connsiteX1433" fmla="*/ 1386033 w 2407299"/>
              <a:gd name="connsiteY1433" fmla="*/ 1167179 h 2407299"/>
              <a:gd name="connsiteX1434" fmla="*/ 1313061 w 2407299"/>
              <a:gd name="connsiteY1434" fmla="*/ 1167179 h 2407299"/>
              <a:gd name="connsiteX1435" fmla="*/ 1604856 w 2407299"/>
              <a:gd name="connsiteY1435" fmla="*/ 1167179 h 2407299"/>
              <a:gd name="connsiteX1436" fmla="*/ 1604856 w 2407299"/>
              <a:gd name="connsiteY1436" fmla="*/ 1240120 h 2407299"/>
              <a:gd name="connsiteX1437" fmla="*/ 1677827 w 2407299"/>
              <a:gd name="connsiteY1437" fmla="*/ 1240120 h 2407299"/>
              <a:gd name="connsiteX1438" fmla="*/ 1677827 w 2407299"/>
              <a:gd name="connsiteY1438" fmla="*/ 1167179 h 2407299"/>
              <a:gd name="connsiteX1439" fmla="*/ 1604856 w 2407299"/>
              <a:gd name="connsiteY1439" fmla="*/ 1167179 h 2407299"/>
              <a:gd name="connsiteX1440" fmla="*/ 1677827 w 2407299"/>
              <a:gd name="connsiteY1440" fmla="*/ 1167179 h 2407299"/>
              <a:gd name="connsiteX1441" fmla="*/ 1677827 w 2407299"/>
              <a:gd name="connsiteY1441" fmla="*/ 1240120 h 2407299"/>
              <a:gd name="connsiteX1442" fmla="*/ 1750768 w 2407299"/>
              <a:gd name="connsiteY1442" fmla="*/ 1240120 h 2407299"/>
              <a:gd name="connsiteX1443" fmla="*/ 1750768 w 2407299"/>
              <a:gd name="connsiteY1443" fmla="*/ 1167179 h 2407299"/>
              <a:gd name="connsiteX1444" fmla="*/ 1677827 w 2407299"/>
              <a:gd name="connsiteY1444" fmla="*/ 1167179 h 2407299"/>
              <a:gd name="connsiteX1445" fmla="*/ 1750768 w 2407299"/>
              <a:gd name="connsiteY1445" fmla="*/ 1167179 h 2407299"/>
              <a:gd name="connsiteX1446" fmla="*/ 1750768 w 2407299"/>
              <a:gd name="connsiteY1446" fmla="*/ 1240120 h 2407299"/>
              <a:gd name="connsiteX1447" fmla="*/ 1823710 w 2407299"/>
              <a:gd name="connsiteY1447" fmla="*/ 1240120 h 2407299"/>
              <a:gd name="connsiteX1448" fmla="*/ 1823710 w 2407299"/>
              <a:gd name="connsiteY1448" fmla="*/ 1167179 h 2407299"/>
              <a:gd name="connsiteX1449" fmla="*/ 1750768 w 2407299"/>
              <a:gd name="connsiteY1449" fmla="*/ 1167179 h 2407299"/>
              <a:gd name="connsiteX1450" fmla="*/ 1823710 w 2407299"/>
              <a:gd name="connsiteY1450" fmla="*/ 1167179 h 2407299"/>
              <a:gd name="connsiteX1451" fmla="*/ 1823710 w 2407299"/>
              <a:gd name="connsiteY1451" fmla="*/ 1240120 h 2407299"/>
              <a:gd name="connsiteX1452" fmla="*/ 1896651 w 2407299"/>
              <a:gd name="connsiteY1452" fmla="*/ 1240120 h 2407299"/>
              <a:gd name="connsiteX1453" fmla="*/ 1896651 w 2407299"/>
              <a:gd name="connsiteY1453" fmla="*/ 1167179 h 2407299"/>
              <a:gd name="connsiteX1454" fmla="*/ 1823710 w 2407299"/>
              <a:gd name="connsiteY1454" fmla="*/ 1167179 h 2407299"/>
              <a:gd name="connsiteX1455" fmla="*/ 2261417 w 2407299"/>
              <a:gd name="connsiteY1455" fmla="*/ 1167179 h 2407299"/>
              <a:gd name="connsiteX1456" fmla="*/ 2261417 w 2407299"/>
              <a:gd name="connsiteY1456" fmla="*/ 1240120 h 2407299"/>
              <a:gd name="connsiteX1457" fmla="*/ 2334358 w 2407299"/>
              <a:gd name="connsiteY1457" fmla="*/ 1240120 h 2407299"/>
              <a:gd name="connsiteX1458" fmla="*/ 2334358 w 2407299"/>
              <a:gd name="connsiteY1458" fmla="*/ 1167179 h 2407299"/>
              <a:gd name="connsiteX1459" fmla="*/ 2261417 w 2407299"/>
              <a:gd name="connsiteY1459" fmla="*/ 1167179 h 2407299"/>
              <a:gd name="connsiteX1460" fmla="*/ 2334358 w 2407299"/>
              <a:gd name="connsiteY1460" fmla="*/ 1167179 h 2407299"/>
              <a:gd name="connsiteX1461" fmla="*/ 2334358 w 2407299"/>
              <a:gd name="connsiteY1461" fmla="*/ 1240120 h 2407299"/>
              <a:gd name="connsiteX1462" fmla="*/ 2407299 w 2407299"/>
              <a:gd name="connsiteY1462" fmla="*/ 1240120 h 2407299"/>
              <a:gd name="connsiteX1463" fmla="*/ 2407299 w 2407299"/>
              <a:gd name="connsiteY1463" fmla="*/ 1167179 h 2407299"/>
              <a:gd name="connsiteX1464" fmla="*/ 2334358 w 2407299"/>
              <a:gd name="connsiteY1464" fmla="*/ 1167179 h 2407299"/>
              <a:gd name="connsiteX1465" fmla="*/ 0 w 2407299"/>
              <a:gd name="connsiteY1465" fmla="*/ 1240120 h 2407299"/>
              <a:gd name="connsiteX1466" fmla="*/ 0 w 2407299"/>
              <a:gd name="connsiteY1466" fmla="*/ 1313061 h 2407299"/>
              <a:gd name="connsiteX1467" fmla="*/ 72941 w 2407299"/>
              <a:gd name="connsiteY1467" fmla="*/ 1313061 h 2407299"/>
              <a:gd name="connsiteX1468" fmla="*/ 72941 w 2407299"/>
              <a:gd name="connsiteY1468" fmla="*/ 1240120 h 2407299"/>
              <a:gd name="connsiteX1469" fmla="*/ 0 w 2407299"/>
              <a:gd name="connsiteY1469" fmla="*/ 1240120 h 2407299"/>
              <a:gd name="connsiteX1470" fmla="*/ 145882 w 2407299"/>
              <a:gd name="connsiteY1470" fmla="*/ 1240120 h 2407299"/>
              <a:gd name="connsiteX1471" fmla="*/ 145882 w 2407299"/>
              <a:gd name="connsiteY1471" fmla="*/ 1313061 h 2407299"/>
              <a:gd name="connsiteX1472" fmla="*/ 218854 w 2407299"/>
              <a:gd name="connsiteY1472" fmla="*/ 1313061 h 2407299"/>
              <a:gd name="connsiteX1473" fmla="*/ 218854 w 2407299"/>
              <a:gd name="connsiteY1473" fmla="*/ 1240120 h 2407299"/>
              <a:gd name="connsiteX1474" fmla="*/ 145882 w 2407299"/>
              <a:gd name="connsiteY1474" fmla="*/ 1240120 h 2407299"/>
              <a:gd name="connsiteX1475" fmla="*/ 364736 w 2407299"/>
              <a:gd name="connsiteY1475" fmla="*/ 1240120 h 2407299"/>
              <a:gd name="connsiteX1476" fmla="*/ 364736 w 2407299"/>
              <a:gd name="connsiteY1476" fmla="*/ 1313061 h 2407299"/>
              <a:gd name="connsiteX1477" fmla="*/ 437677 w 2407299"/>
              <a:gd name="connsiteY1477" fmla="*/ 1313061 h 2407299"/>
              <a:gd name="connsiteX1478" fmla="*/ 437677 w 2407299"/>
              <a:gd name="connsiteY1478" fmla="*/ 1240120 h 2407299"/>
              <a:gd name="connsiteX1479" fmla="*/ 364736 w 2407299"/>
              <a:gd name="connsiteY1479" fmla="*/ 1240120 h 2407299"/>
              <a:gd name="connsiteX1480" fmla="*/ 510648 w 2407299"/>
              <a:gd name="connsiteY1480" fmla="*/ 1240120 h 2407299"/>
              <a:gd name="connsiteX1481" fmla="*/ 510648 w 2407299"/>
              <a:gd name="connsiteY1481" fmla="*/ 1313061 h 2407299"/>
              <a:gd name="connsiteX1482" fmla="*/ 583589 w 2407299"/>
              <a:gd name="connsiteY1482" fmla="*/ 1313061 h 2407299"/>
              <a:gd name="connsiteX1483" fmla="*/ 583589 w 2407299"/>
              <a:gd name="connsiteY1483" fmla="*/ 1240120 h 2407299"/>
              <a:gd name="connsiteX1484" fmla="*/ 510648 w 2407299"/>
              <a:gd name="connsiteY1484" fmla="*/ 1240120 h 2407299"/>
              <a:gd name="connsiteX1485" fmla="*/ 583589 w 2407299"/>
              <a:gd name="connsiteY1485" fmla="*/ 1240120 h 2407299"/>
              <a:gd name="connsiteX1486" fmla="*/ 583589 w 2407299"/>
              <a:gd name="connsiteY1486" fmla="*/ 1313061 h 2407299"/>
              <a:gd name="connsiteX1487" fmla="*/ 656531 w 2407299"/>
              <a:gd name="connsiteY1487" fmla="*/ 1313061 h 2407299"/>
              <a:gd name="connsiteX1488" fmla="*/ 656531 w 2407299"/>
              <a:gd name="connsiteY1488" fmla="*/ 1240120 h 2407299"/>
              <a:gd name="connsiteX1489" fmla="*/ 583589 w 2407299"/>
              <a:gd name="connsiteY1489" fmla="*/ 1240120 h 2407299"/>
              <a:gd name="connsiteX1490" fmla="*/ 729472 w 2407299"/>
              <a:gd name="connsiteY1490" fmla="*/ 1240120 h 2407299"/>
              <a:gd name="connsiteX1491" fmla="*/ 729472 w 2407299"/>
              <a:gd name="connsiteY1491" fmla="*/ 1313061 h 2407299"/>
              <a:gd name="connsiteX1492" fmla="*/ 802443 w 2407299"/>
              <a:gd name="connsiteY1492" fmla="*/ 1313061 h 2407299"/>
              <a:gd name="connsiteX1493" fmla="*/ 802443 w 2407299"/>
              <a:gd name="connsiteY1493" fmla="*/ 1240120 h 2407299"/>
              <a:gd name="connsiteX1494" fmla="*/ 729472 w 2407299"/>
              <a:gd name="connsiteY1494" fmla="*/ 1240120 h 2407299"/>
              <a:gd name="connsiteX1495" fmla="*/ 1240120 w 2407299"/>
              <a:gd name="connsiteY1495" fmla="*/ 1240120 h 2407299"/>
              <a:gd name="connsiteX1496" fmla="*/ 1240120 w 2407299"/>
              <a:gd name="connsiteY1496" fmla="*/ 1313061 h 2407299"/>
              <a:gd name="connsiteX1497" fmla="*/ 1313061 w 2407299"/>
              <a:gd name="connsiteY1497" fmla="*/ 1313061 h 2407299"/>
              <a:gd name="connsiteX1498" fmla="*/ 1313061 w 2407299"/>
              <a:gd name="connsiteY1498" fmla="*/ 1240120 h 2407299"/>
              <a:gd name="connsiteX1499" fmla="*/ 1240120 w 2407299"/>
              <a:gd name="connsiteY1499" fmla="*/ 1240120 h 2407299"/>
              <a:gd name="connsiteX1500" fmla="*/ 1313061 w 2407299"/>
              <a:gd name="connsiteY1500" fmla="*/ 1240120 h 2407299"/>
              <a:gd name="connsiteX1501" fmla="*/ 1313061 w 2407299"/>
              <a:gd name="connsiteY1501" fmla="*/ 1313061 h 2407299"/>
              <a:gd name="connsiteX1502" fmla="*/ 1386033 w 2407299"/>
              <a:gd name="connsiteY1502" fmla="*/ 1313061 h 2407299"/>
              <a:gd name="connsiteX1503" fmla="*/ 1386033 w 2407299"/>
              <a:gd name="connsiteY1503" fmla="*/ 1240120 h 2407299"/>
              <a:gd name="connsiteX1504" fmla="*/ 1313061 w 2407299"/>
              <a:gd name="connsiteY1504" fmla="*/ 1240120 h 2407299"/>
              <a:gd name="connsiteX1505" fmla="*/ 1531915 w 2407299"/>
              <a:gd name="connsiteY1505" fmla="*/ 1240120 h 2407299"/>
              <a:gd name="connsiteX1506" fmla="*/ 1531915 w 2407299"/>
              <a:gd name="connsiteY1506" fmla="*/ 1313061 h 2407299"/>
              <a:gd name="connsiteX1507" fmla="*/ 1604856 w 2407299"/>
              <a:gd name="connsiteY1507" fmla="*/ 1313061 h 2407299"/>
              <a:gd name="connsiteX1508" fmla="*/ 1604856 w 2407299"/>
              <a:gd name="connsiteY1508" fmla="*/ 1240120 h 2407299"/>
              <a:gd name="connsiteX1509" fmla="*/ 1531915 w 2407299"/>
              <a:gd name="connsiteY1509" fmla="*/ 1240120 h 2407299"/>
              <a:gd name="connsiteX1510" fmla="*/ 1823710 w 2407299"/>
              <a:gd name="connsiteY1510" fmla="*/ 1240120 h 2407299"/>
              <a:gd name="connsiteX1511" fmla="*/ 1823710 w 2407299"/>
              <a:gd name="connsiteY1511" fmla="*/ 1313061 h 2407299"/>
              <a:gd name="connsiteX1512" fmla="*/ 1896651 w 2407299"/>
              <a:gd name="connsiteY1512" fmla="*/ 1313061 h 2407299"/>
              <a:gd name="connsiteX1513" fmla="*/ 1896651 w 2407299"/>
              <a:gd name="connsiteY1513" fmla="*/ 1240120 h 2407299"/>
              <a:gd name="connsiteX1514" fmla="*/ 1823710 w 2407299"/>
              <a:gd name="connsiteY1514" fmla="*/ 1240120 h 2407299"/>
              <a:gd name="connsiteX1515" fmla="*/ 2042563 w 2407299"/>
              <a:gd name="connsiteY1515" fmla="*/ 1240120 h 2407299"/>
              <a:gd name="connsiteX1516" fmla="*/ 2042563 w 2407299"/>
              <a:gd name="connsiteY1516" fmla="*/ 1313061 h 2407299"/>
              <a:gd name="connsiteX1517" fmla="*/ 2115504 w 2407299"/>
              <a:gd name="connsiteY1517" fmla="*/ 1313061 h 2407299"/>
              <a:gd name="connsiteX1518" fmla="*/ 2115504 w 2407299"/>
              <a:gd name="connsiteY1518" fmla="*/ 1240120 h 2407299"/>
              <a:gd name="connsiteX1519" fmla="*/ 2042563 w 2407299"/>
              <a:gd name="connsiteY1519" fmla="*/ 1240120 h 2407299"/>
              <a:gd name="connsiteX1520" fmla="*/ 2261417 w 2407299"/>
              <a:gd name="connsiteY1520" fmla="*/ 1240120 h 2407299"/>
              <a:gd name="connsiteX1521" fmla="*/ 2261417 w 2407299"/>
              <a:gd name="connsiteY1521" fmla="*/ 1313061 h 2407299"/>
              <a:gd name="connsiteX1522" fmla="*/ 2334358 w 2407299"/>
              <a:gd name="connsiteY1522" fmla="*/ 1313061 h 2407299"/>
              <a:gd name="connsiteX1523" fmla="*/ 2334358 w 2407299"/>
              <a:gd name="connsiteY1523" fmla="*/ 1240120 h 2407299"/>
              <a:gd name="connsiteX1524" fmla="*/ 2261417 w 2407299"/>
              <a:gd name="connsiteY1524" fmla="*/ 1240120 h 2407299"/>
              <a:gd name="connsiteX1525" fmla="*/ 0 w 2407299"/>
              <a:gd name="connsiteY1525" fmla="*/ 1313061 h 2407299"/>
              <a:gd name="connsiteX1526" fmla="*/ 0 w 2407299"/>
              <a:gd name="connsiteY1526" fmla="*/ 1386033 h 2407299"/>
              <a:gd name="connsiteX1527" fmla="*/ 72941 w 2407299"/>
              <a:gd name="connsiteY1527" fmla="*/ 1386033 h 2407299"/>
              <a:gd name="connsiteX1528" fmla="*/ 72941 w 2407299"/>
              <a:gd name="connsiteY1528" fmla="*/ 1313061 h 2407299"/>
              <a:gd name="connsiteX1529" fmla="*/ 0 w 2407299"/>
              <a:gd name="connsiteY1529" fmla="*/ 1313061 h 2407299"/>
              <a:gd name="connsiteX1530" fmla="*/ 72941 w 2407299"/>
              <a:gd name="connsiteY1530" fmla="*/ 1313061 h 2407299"/>
              <a:gd name="connsiteX1531" fmla="*/ 72941 w 2407299"/>
              <a:gd name="connsiteY1531" fmla="*/ 1386033 h 2407299"/>
              <a:gd name="connsiteX1532" fmla="*/ 145882 w 2407299"/>
              <a:gd name="connsiteY1532" fmla="*/ 1386033 h 2407299"/>
              <a:gd name="connsiteX1533" fmla="*/ 145882 w 2407299"/>
              <a:gd name="connsiteY1533" fmla="*/ 1313061 h 2407299"/>
              <a:gd name="connsiteX1534" fmla="*/ 72941 w 2407299"/>
              <a:gd name="connsiteY1534" fmla="*/ 1313061 h 2407299"/>
              <a:gd name="connsiteX1535" fmla="*/ 364736 w 2407299"/>
              <a:gd name="connsiteY1535" fmla="*/ 1313061 h 2407299"/>
              <a:gd name="connsiteX1536" fmla="*/ 364736 w 2407299"/>
              <a:gd name="connsiteY1536" fmla="*/ 1386033 h 2407299"/>
              <a:gd name="connsiteX1537" fmla="*/ 437677 w 2407299"/>
              <a:gd name="connsiteY1537" fmla="*/ 1386033 h 2407299"/>
              <a:gd name="connsiteX1538" fmla="*/ 437677 w 2407299"/>
              <a:gd name="connsiteY1538" fmla="*/ 1313061 h 2407299"/>
              <a:gd name="connsiteX1539" fmla="*/ 364736 w 2407299"/>
              <a:gd name="connsiteY1539" fmla="*/ 1313061 h 2407299"/>
              <a:gd name="connsiteX1540" fmla="*/ 437677 w 2407299"/>
              <a:gd name="connsiteY1540" fmla="*/ 1313061 h 2407299"/>
              <a:gd name="connsiteX1541" fmla="*/ 437677 w 2407299"/>
              <a:gd name="connsiteY1541" fmla="*/ 1386033 h 2407299"/>
              <a:gd name="connsiteX1542" fmla="*/ 510648 w 2407299"/>
              <a:gd name="connsiteY1542" fmla="*/ 1386033 h 2407299"/>
              <a:gd name="connsiteX1543" fmla="*/ 510648 w 2407299"/>
              <a:gd name="connsiteY1543" fmla="*/ 1313061 h 2407299"/>
              <a:gd name="connsiteX1544" fmla="*/ 437677 w 2407299"/>
              <a:gd name="connsiteY1544" fmla="*/ 1313061 h 2407299"/>
              <a:gd name="connsiteX1545" fmla="*/ 510648 w 2407299"/>
              <a:gd name="connsiteY1545" fmla="*/ 1313061 h 2407299"/>
              <a:gd name="connsiteX1546" fmla="*/ 510648 w 2407299"/>
              <a:gd name="connsiteY1546" fmla="*/ 1386033 h 2407299"/>
              <a:gd name="connsiteX1547" fmla="*/ 583589 w 2407299"/>
              <a:gd name="connsiteY1547" fmla="*/ 1386033 h 2407299"/>
              <a:gd name="connsiteX1548" fmla="*/ 583589 w 2407299"/>
              <a:gd name="connsiteY1548" fmla="*/ 1313061 h 2407299"/>
              <a:gd name="connsiteX1549" fmla="*/ 510648 w 2407299"/>
              <a:gd name="connsiteY1549" fmla="*/ 1313061 h 2407299"/>
              <a:gd name="connsiteX1550" fmla="*/ 583589 w 2407299"/>
              <a:gd name="connsiteY1550" fmla="*/ 1313061 h 2407299"/>
              <a:gd name="connsiteX1551" fmla="*/ 583589 w 2407299"/>
              <a:gd name="connsiteY1551" fmla="*/ 1386033 h 2407299"/>
              <a:gd name="connsiteX1552" fmla="*/ 656531 w 2407299"/>
              <a:gd name="connsiteY1552" fmla="*/ 1386033 h 2407299"/>
              <a:gd name="connsiteX1553" fmla="*/ 656531 w 2407299"/>
              <a:gd name="connsiteY1553" fmla="*/ 1313061 h 2407299"/>
              <a:gd name="connsiteX1554" fmla="*/ 583589 w 2407299"/>
              <a:gd name="connsiteY1554" fmla="*/ 1313061 h 2407299"/>
              <a:gd name="connsiteX1555" fmla="*/ 656531 w 2407299"/>
              <a:gd name="connsiteY1555" fmla="*/ 1313061 h 2407299"/>
              <a:gd name="connsiteX1556" fmla="*/ 656531 w 2407299"/>
              <a:gd name="connsiteY1556" fmla="*/ 1386033 h 2407299"/>
              <a:gd name="connsiteX1557" fmla="*/ 729472 w 2407299"/>
              <a:gd name="connsiteY1557" fmla="*/ 1386033 h 2407299"/>
              <a:gd name="connsiteX1558" fmla="*/ 729472 w 2407299"/>
              <a:gd name="connsiteY1558" fmla="*/ 1313061 h 2407299"/>
              <a:gd name="connsiteX1559" fmla="*/ 656531 w 2407299"/>
              <a:gd name="connsiteY1559" fmla="*/ 1313061 h 2407299"/>
              <a:gd name="connsiteX1560" fmla="*/ 802443 w 2407299"/>
              <a:gd name="connsiteY1560" fmla="*/ 1313061 h 2407299"/>
              <a:gd name="connsiteX1561" fmla="*/ 802443 w 2407299"/>
              <a:gd name="connsiteY1561" fmla="*/ 1386033 h 2407299"/>
              <a:gd name="connsiteX1562" fmla="*/ 875384 w 2407299"/>
              <a:gd name="connsiteY1562" fmla="*/ 1386033 h 2407299"/>
              <a:gd name="connsiteX1563" fmla="*/ 875384 w 2407299"/>
              <a:gd name="connsiteY1563" fmla="*/ 1313061 h 2407299"/>
              <a:gd name="connsiteX1564" fmla="*/ 802443 w 2407299"/>
              <a:gd name="connsiteY1564" fmla="*/ 1313061 h 2407299"/>
              <a:gd name="connsiteX1565" fmla="*/ 875384 w 2407299"/>
              <a:gd name="connsiteY1565" fmla="*/ 1313061 h 2407299"/>
              <a:gd name="connsiteX1566" fmla="*/ 875384 w 2407299"/>
              <a:gd name="connsiteY1566" fmla="*/ 1386033 h 2407299"/>
              <a:gd name="connsiteX1567" fmla="*/ 948325 w 2407299"/>
              <a:gd name="connsiteY1567" fmla="*/ 1386033 h 2407299"/>
              <a:gd name="connsiteX1568" fmla="*/ 948325 w 2407299"/>
              <a:gd name="connsiteY1568" fmla="*/ 1313061 h 2407299"/>
              <a:gd name="connsiteX1569" fmla="*/ 875384 w 2407299"/>
              <a:gd name="connsiteY1569" fmla="*/ 1313061 h 2407299"/>
              <a:gd name="connsiteX1570" fmla="*/ 948325 w 2407299"/>
              <a:gd name="connsiteY1570" fmla="*/ 1313061 h 2407299"/>
              <a:gd name="connsiteX1571" fmla="*/ 948325 w 2407299"/>
              <a:gd name="connsiteY1571" fmla="*/ 1386033 h 2407299"/>
              <a:gd name="connsiteX1572" fmla="*/ 1021267 w 2407299"/>
              <a:gd name="connsiteY1572" fmla="*/ 1386033 h 2407299"/>
              <a:gd name="connsiteX1573" fmla="*/ 1021267 w 2407299"/>
              <a:gd name="connsiteY1573" fmla="*/ 1313061 h 2407299"/>
              <a:gd name="connsiteX1574" fmla="*/ 948325 w 2407299"/>
              <a:gd name="connsiteY1574" fmla="*/ 1313061 h 2407299"/>
              <a:gd name="connsiteX1575" fmla="*/ 1021267 w 2407299"/>
              <a:gd name="connsiteY1575" fmla="*/ 1313061 h 2407299"/>
              <a:gd name="connsiteX1576" fmla="*/ 1021267 w 2407299"/>
              <a:gd name="connsiteY1576" fmla="*/ 1386033 h 2407299"/>
              <a:gd name="connsiteX1577" fmla="*/ 1094238 w 2407299"/>
              <a:gd name="connsiteY1577" fmla="*/ 1386033 h 2407299"/>
              <a:gd name="connsiteX1578" fmla="*/ 1094238 w 2407299"/>
              <a:gd name="connsiteY1578" fmla="*/ 1313061 h 2407299"/>
              <a:gd name="connsiteX1579" fmla="*/ 1021267 w 2407299"/>
              <a:gd name="connsiteY1579" fmla="*/ 1313061 h 2407299"/>
              <a:gd name="connsiteX1580" fmla="*/ 1458974 w 2407299"/>
              <a:gd name="connsiteY1580" fmla="*/ 1313061 h 2407299"/>
              <a:gd name="connsiteX1581" fmla="*/ 1458974 w 2407299"/>
              <a:gd name="connsiteY1581" fmla="*/ 1386033 h 2407299"/>
              <a:gd name="connsiteX1582" fmla="*/ 1531915 w 2407299"/>
              <a:gd name="connsiteY1582" fmla="*/ 1386033 h 2407299"/>
              <a:gd name="connsiteX1583" fmla="*/ 1531915 w 2407299"/>
              <a:gd name="connsiteY1583" fmla="*/ 1313061 h 2407299"/>
              <a:gd name="connsiteX1584" fmla="*/ 1458974 w 2407299"/>
              <a:gd name="connsiteY1584" fmla="*/ 1313061 h 2407299"/>
              <a:gd name="connsiteX1585" fmla="*/ 1531915 w 2407299"/>
              <a:gd name="connsiteY1585" fmla="*/ 1313061 h 2407299"/>
              <a:gd name="connsiteX1586" fmla="*/ 1531915 w 2407299"/>
              <a:gd name="connsiteY1586" fmla="*/ 1386033 h 2407299"/>
              <a:gd name="connsiteX1587" fmla="*/ 1604856 w 2407299"/>
              <a:gd name="connsiteY1587" fmla="*/ 1386033 h 2407299"/>
              <a:gd name="connsiteX1588" fmla="*/ 1604856 w 2407299"/>
              <a:gd name="connsiteY1588" fmla="*/ 1313061 h 2407299"/>
              <a:gd name="connsiteX1589" fmla="*/ 1531915 w 2407299"/>
              <a:gd name="connsiteY1589" fmla="*/ 1313061 h 2407299"/>
              <a:gd name="connsiteX1590" fmla="*/ 1604856 w 2407299"/>
              <a:gd name="connsiteY1590" fmla="*/ 1313061 h 2407299"/>
              <a:gd name="connsiteX1591" fmla="*/ 1604856 w 2407299"/>
              <a:gd name="connsiteY1591" fmla="*/ 1386033 h 2407299"/>
              <a:gd name="connsiteX1592" fmla="*/ 1677827 w 2407299"/>
              <a:gd name="connsiteY1592" fmla="*/ 1386033 h 2407299"/>
              <a:gd name="connsiteX1593" fmla="*/ 1677827 w 2407299"/>
              <a:gd name="connsiteY1593" fmla="*/ 1313061 h 2407299"/>
              <a:gd name="connsiteX1594" fmla="*/ 1604856 w 2407299"/>
              <a:gd name="connsiteY1594" fmla="*/ 1313061 h 2407299"/>
              <a:gd name="connsiteX1595" fmla="*/ 1677827 w 2407299"/>
              <a:gd name="connsiteY1595" fmla="*/ 1313061 h 2407299"/>
              <a:gd name="connsiteX1596" fmla="*/ 1677827 w 2407299"/>
              <a:gd name="connsiteY1596" fmla="*/ 1386033 h 2407299"/>
              <a:gd name="connsiteX1597" fmla="*/ 1750768 w 2407299"/>
              <a:gd name="connsiteY1597" fmla="*/ 1386033 h 2407299"/>
              <a:gd name="connsiteX1598" fmla="*/ 1750768 w 2407299"/>
              <a:gd name="connsiteY1598" fmla="*/ 1313061 h 2407299"/>
              <a:gd name="connsiteX1599" fmla="*/ 1677827 w 2407299"/>
              <a:gd name="connsiteY1599" fmla="*/ 1313061 h 2407299"/>
              <a:gd name="connsiteX1600" fmla="*/ 2115504 w 2407299"/>
              <a:gd name="connsiteY1600" fmla="*/ 1313061 h 2407299"/>
              <a:gd name="connsiteX1601" fmla="*/ 2115504 w 2407299"/>
              <a:gd name="connsiteY1601" fmla="*/ 1386033 h 2407299"/>
              <a:gd name="connsiteX1602" fmla="*/ 2188446 w 2407299"/>
              <a:gd name="connsiteY1602" fmla="*/ 1386033 h 2407299"/>
              <a:gd name="connsiteX1603" fmla="*/ 2188446 w 2407299"/>
              <a:gd name="connsiteY1603" fmla="*/ 1313061 h 2407299"/>
              <a:gd name="connsiteX1604" fmla="*/ 2115504 w 2407299"/>
              <a:gd name="connsiteY1604" fmla="*/ 1313061 h 2407299"/>
              <a:gd name="connsiteX1605" fmla="*/ 2188446 w 2407299"/>
              <a:gd name="connsiteY1605" fmla="*/ 1313061 h 2407299"/>
              <a:gd name="connsiteX1606" fmla="*/ 2188446 w 2407299"/>
              <a:gd name="connsiteY1606" fmla="*/ 1386033 h 2407299"/>
              <a:gd name="connsiteX1607" fmla="*/ 2261417 w 2407299"/>
              <a:gd name="connsiteY1607" fmla="*/ 1386033 h 2407299"/>
              <a:gd name="connsiteX1608" fmla="*/ 2261417 w 2407299"/>
              <a:gd name="connsiteY1608" fmla="*/ 1313061 h 2407299"/>
              <a:gd name="connsiteX1609" fmla="*/ 2188446 w 2407299"/>
              <a:gd name="connsiteY1609" fmla="*/ 1313061 h 2407299"/>
              <a:gd name="connsiteX1610" fmla="*/ 2334358 w 2407299"/>
              <a:gd name="connsiteY1610" fmla="*/ 1313061 h 2407299"/>
              <a:gd name="connsiteX1611" fmla="*/ 2334358 w 2407299"/>
              <a:gd name="connsiteY1611" fmla="*/ 1386033 h 2407299"/>
              <a:gd name="connsiteX1612" fmla="*/ 2407299 w 2407299"/>
              <a:gd name="connsiteY1612" fmla="*/ 1386033 h 2407299"/>
              <a:gd name="connsiteX1613" fmla="*/ 2407299 w 2407299"/>
              <a:gd name="connsiteY1613" fmla="*/ 1313061 h 2407299"/>
              <a:gd name="connsiteX1614" fmla="*/ 2334358 w 2407299"/>
              <a:gd name="connsiteY1614" fmla="*/ 1313061 h 2407299"/>
              <a:gd name="connsiteX1615" fmla="*/ 0 w 2407299"/>
              <a:gd name="connsiteY1615" fmla="*/ 1386033 h 2407299"/>
              <a:gd name="connsiteX1616" fmla="*/ 0 w 2407299"/>
              <a:gd name="connsiteY1616" fmla="*/ 1458974 h 2407299"/>
              <a:gd name="connsiteX1617" fmla="*/ 72941 w 2407299"/>
              <a:gd name="connsiteY1617" fmla="*/ 1458974 h 2407299"/>
              <a:gd name="connsiteX1618" fmla="*/ 72941 w 2407299"/>
              <a:gd name="connsiteY1618" fmla="*/ 1386033 h 2407299"/>
              <a:gd name="connsiteX1619" fmla="*/ 0 w 2407299"/>
              <a:gd name="connsiteY1619" fmla="*/ 1386033 h 2407299"/>
              <a:gd name="connsiteX1620" fmla="*/ 364736 w 2407299"/>
              <a:gd name="connsiteY1620" fmla="*/ 1386033 h 2407299"/>
              <a:gd name="connsiteX1621" fmla="*/ 364736 w 2407299"/>
              <a:gd name="connsiteY1621" fmla="*/ 1458974 h 2407299"/>
              <a:gd name="connsiteX1622" fmla="*/ 437677 w 2407299"/>
              <a:gd name="connsiteY1622" fmla="*/ 1458974 h 2407299"/>
              <a:gd name="connsiteX1623" fmla="*/ 437677 w 2407299"/>
              <a:gd name="connsiteY1623" fmla="*/ 1386033 h 2407299"/>
              <a:gd name="connsiteX1624" fmla="*/ 364736 w 2407299"/>
              <a:gd name="connsiteY1624" fmla="*/ 1386033 h 2407299"/>
              <a:gd name="connsiteX1625" fmla="*/ 583589 w 2407299"/>
              <a:gd name="connsiteY1625" fmla="*/ 1386033 h 2407299"/>
              <a:gd name="connsiteX1626" fmla="*/ 583589 w 2407299"/>
              <a:gd name="connsiteY1626" fmla="*/ 1458974 h 2407299"/>
              <a:gd name="connsiteX1627" fmla="*/ 656531 w 2407299"/>
              <a:gd name="connsiteY1627" fmla="*/ 1458974 h 2407299"/>
              <a:gd name="connsiteX1628" fmla="*/ 656531 w 2407299"/>
              <a:gd name="connsiteY1628" fmla="*/ 1386033 h 2407299"/>
              <a:gd name="connsiteX1629" fmla="*/ 583589 w 2407299"/>
              <a:gd name="connsiteY1629" fmla="*/ 1386033 h 2407299"/>
              <a:gd name="connsiteX1630" fmla="*/ 656531 w 2407299"/>
              <a:gd name="connsiteY1630" fmla="*/ 1386033 h 2407299"/>
              <a:gd name="connsiteX1631" fmla="*/ 656531 w 2407299"/>
              <a:gd name="connsiteY1631" fmla="*/ 1458974 h 2407299"/>
              <a:gd name="connsiteX1632" fmla="*/ 729472 w 2407299"/>
              <a:gd name="connsiteY1632" fmla="*/ 1458974 h 2407299"/>
              <a:gd name="connsiteX1633" fmla="*/ 729472 w 2407299"/>
              <a:gd name="connsiteY1633" fmla="*/ 1386033 h 2407299"/>
              <a:gd name="connsiteX1634" fmla="*/ 656531 w 2407299"/>
              <a:gd name="connsiteY1634" fmla="*/ 1386033 h 2407299"/>
              <a:gd name="connsiteX1635" fmla="*/ 875384 w 2407299"/>
              <a:gd name="connsiteY1635" fmla="*/ 1386033 h 2407299"/>
              <a:gd name="connsiteX1636" fmla="*/ 875384 w 2407299"/>
              <a:gd name="connsiteY1636" fmla="*/ 1458974 h 2407299"/>
              <a:gd name="connsiteX1637" fmla="*/ 948325 w 2407299"/>
              <a:gd name="connsiteY1637" fmla="*/ 1458974 h 2407299"/>
              <a:gd name="connsiteX1638" fmla="*/ 948325 w 2407299"/>
              <a:gd name="connsiteY1638" fmla="*/ 1386033 h 2407299"/>
              <a:gd name="connsiteX1639" fmla="*/ 875384 w 2407299"/>
              <a:gd name="connsiteY1639" fmla="*/ 1386033 h 2407299"/>
              <a:gd name="connsiteX1640" fmla="*/ 1094238 w 2407299"/>
              <a:gd name="connsiteY1640" fmla="*/ 1386033 h 2407299"/>
              <a:gd name="connsiteX1641" fmla="*/ 1094238 w 2407299"/>
              <a:gd name="connsiteY1641" fmla="*/ 1458974 h 2407299"/>
              <a:gd name="connsiteX1642" fmla="*/ 1167179 w 2407299"/>
              <a:gd name="connsiteY1642" fmla="*/ 1458974 h 2407299"/>
              <a:gd name="connsiteX1643" fmla="*/ 1167179 w 2407299"/>
              <a:gd name="connsiteY1643" fmla="*/ 1386033 h 2407299"/>
              <a:gd name="connsiteX1644" fmla="*/ 1094238 w 2407299"/>
              <a:gd name="connsiteY1644" fmla="*/ 1386033 h 2407299"/>
              <a:gd name="connsiteX1645" fmla="*/ 1167179 w 2407299"/>
              <a:gd name="connsiteY1645" fmla="*/ 1386033 h 2407299"/>
              <a:gd name="connsiteX1646" fmla="*/ 1167179 w 2407299"/>
              <a:gd name="connsiteY1646" fmla="*/ 1458974 h 2407299"/>
              <a:gd name="connsiteX1647" fmla="*/ 1240120 w 2407299"/>
              <a:gd name="connsiteY1647" fmla="*/ 1458974 h 2407299"/>
              <a:gd name="connsiteX1648" fmla="*/ 1240120 w 2407299"/>
              <a:gd name="connsiteY1648" fmla="*/ 1386033 h 2407299"/>
              <a:gd name="connsiteX1649" fmla="*/ 1167179 w 2407299"/>
              <a:gd name="connsiteY1649" fmla="*/ 1386033 h 2407299"/>
              <a:gd name="connsiteX1650" fmla="*/ 1458974 w 2407299"/>
              <a:gd name="connsiteY1650" fmla="*/ 1386033 h 2407299"/>
              <a:gd name="connsiteX1651" fmla="*/ 1458974 w 2407299"/>
              <a:gd name="connsiteY1651" fmla="*/ 1458974 h 2407299"/>
              <a:gd name="connsiteX1652" fmla="*/ 1531915 w 2407299"/>
              <a:gd name="connsiteY1652" fmla="*/ 1458974 h 2407299"/>
              <a:gd name="connsiteX1653" fmla="*/ 1531915 w 2407299"/>
              <a:gd name="connsiteY1653" fmla="*/ 1386033 h 2407299"/>
              <a:gd name="connsiteX1654" fmla="*/ 1458974 w 2407299"/>
              <a:gd name="connsiteY1654" fmla="*/ 1386033 h 2407299"/>
              <a:gd name="connsiteX1655" fmla="*/ 1823710 w 2407299"/>
              <a:gd name="connsiteY1655" fmla="*/ 1386033 h 2407299"/>
              <a:gd name="connsiteX1656" fmla="*/ 1823710 w 2407299"/>
              <a:gd name="connsiteY1656" fmla="*/ 1458974 h 2407299"/>
              <a:gd name="connsiteX1657" fmla="*/ 1896651 w 2407299"/>
              <a:gd name="connsiteY1657" fmla="*/ 1458974 h 2407299"/>
              <a:gd name="connsiteX1658" fmla="*/ 1896651 w 2407299"/>
              <a:gd name="connsiteY1658" fmla="*/ 1386033 h 2407299"/>
              <a:gd name="connsiteX1659" fmla="*/ 1823710 w 2407299"/>
              <a:gd name="connsiteY1659" fmla="*/ 1386033 h 2407299"/>
              <a:gd name="connsiteX1660" fmla="*/ 1896651 w 2407299"/>
              <a:gd name="connsiteY1660" fmla="*/ 1386033 h 2407299"/>
              <a:gd name="connsiteX1661" fmla="*/ 1896651 w 2407299"/>
              <a:gd name="connsiteY1661" fmla="*/ 1458974 h 2407299"/>
              <a:gd name="connsiteX1662" fmla="*/ 1969622 w 2407299"/>
              <a:gd name="connsiteY1662" fmla="*/ 1458974 h 2407299"/>
              <a:gd name="connsiteX1663" fmla="*/ 1969622 w 2407299"/>
              <a:gd name="connsiteY1663" fmla="*/ 1386033 h 2407299"/>
              <a:gd name="connsiteX1664" fmla="*/ 1896651 w 2407299"/>
              <a:gd name="connsiteY1664" fmla="*/ 1386033 h 2407299"/>
              <a:gd name="connsiteX1665" fmla="*/ 1969622 w 2407299"/>
              <a:gd name="connsiteY1665" fmla="*/ 1386033 h 2407299"/>
              <a:gd name="connsiteX1666" fmla="*/ 1969622 w 2407299"/>
              <a:gd name="connsiteY1666" fmla="*/ 1458974 h 2407299"/>
              <a:gd name="connsiteX1667" fmla="*/ 2042563 w 2407299"/>
              <a:gd name="connsiteY1667" fmla="*/ 1458974 h 2407299"/>
              <a:gd name="connsiteX1668" fmla="*/ 2042563 w 2407299"/>
              <a:gd name="connsiteY1668" fmla="*/ 1386033 h 2407299"/>
              <a:gd name="connsiteX1669" fmla="*/ 1969622 w 2407299"/>
              <a:gd name="connsiteY1669" fmla="*/ 1386033 h 2407299"/>
              <a:gd name="connsiteX1670" fmla="*/ 2261417 w 2407299"/>
              <a:gd name="connsiteY1670" fmla="*/ 1386033 h 2407299"/>
              <a:gd name="connsiteX1671" fmla="*/ 2261417 w 2407299"/>
              <a:gd name="connsiteY1671" fmla="*/ 1458974 h 2407299"/>
              <a:gd name="connsiteX1672" fmla="*/ 2334358 w 2407299"/>
              <a:gd name="connsiteY1672" fmla="*/ 1458974 h 2407299"/>
              <a:gd name="connsiteX1673" fmla="*/ 2334358 w 2407299"/>
              <a:gd name="connsiteY1673" fmla="*/ 1386033 h 2407299"/>
              <a:gd name="connsiteX1674" fmla="*/ 2261417 w 2407299"/>
              <a:gd name="connsiteY1674" fmla="*/ 1386033 h 2407299"/>
              <a:gd name="connsiteX1675" fmla="*/ 0 w 2407299"/>
              <a:gd name="connsiteY1675" fmla="*/ 1458974 h 2407299"/>
              <a:gd name="connsiteX1676" fmla="*/ 0 w 2407299"/>
              <a:gd name="connsiteY1676" fmla="*/ 1531915 h 2407299"/>
              <a:gd name="connsiteX1677" fmla="*/ 72941 w 2407299"/>
              <a:gd name="connsiteY1677" fmla="*/ 1531915 h 2407299"/>
              <a:gd name="connsiteX1678" fmla="*/ 72941 w 2407299"/>
              <a:gd name="connsiteY1678" fmla="*/ 1458974 h 2407299"/>
              <a:gd name="connsiteX1679" fmla="*/ 0 w 2407299"/>
              <a:gd name="connsiteY1679" fmla="*/ 1458974 h 2407299"/>
              <a:gd name="connsiteX1680" fmla="*/ 218854 w 2407299"/>
              <a:gd name="connsiteY1680" fmla="*/ 1458974 h 2407299"/>
              <a:gd name="connsiteX1681" fmla="*/ 218854 w 2407299"/>
              <a:gd name="connsiteY1681" fmla="*/ 1531915 h 2407299"/>
              <a:gd name="connsiteX1682" fmla="*/ 291795 w 2407299"/>
              <a:gd name="connsiteY1682" fmla="*/ 1531915 h 2407299"/>
              <a:gd name="connsiteX1683" fmla="*/ 291795 w 2407299"/>
              <a:gd name="connsiteY1683" fmla="*/ 1458974 h 2407299"/>
              <a:gd name="connsiteX1684" fmla="*/ 218854 w 2407299"/>
              <a:gd name="connsiteY1684" fmla="*/ 1458974 h 2407299"/>
              <a:gd name="connsiteX1685" fmla="*/ 291795 w 2407299"/>
              <a:gd name="connsiteY1685" fmla="*/ 1458974 h 2407299"/>
              <a:gd name="connsiteX1686" fmla="*/ 291795 w 2407299"/>
              <a:gd name="connsiteY1686" fmla="*/ 1531915 h 2407299"/>
              <a:gd name="connsiteX1687" fmla="*/ 364736 w 2407299"/>
              <a:gd name="connsiteY1687" fmla="*/ 1531915 h 2407299"/>
              <a:gd name="connsiteX1688" fmla="*/ 364736 w 2407299"/>
              <a:gd name="connsiteY1688" fmla="*/ 1458974 h 2407299"/>
              <a:gd name="connsiteX1689" fmla="*/ 291795 w 2407299"/>
              <a:gd name="connsiteY1689" fmla="*/ 1458974 h 2407299"/>
              <a:gd name="connsiteX1690" fmla="*/ 364736 w 2407299"/>
              <a:gd name="connsiteY1690" fmla="*/ 1458974 h 2407299"/>
              <a:gd name="connsiteX1691" fmla="*/ 364736 w 2407299"/>
              <a:gd name="connsiteY1691" fmla="*/ 1531915 h 2407299"/>
              <a:gd name="connsiteX1692" fmla="*/ 437677 w 2407299"/>
              <a:gd name="connsiteY1692" fmla="*/ 1531915 h 2407299"/>
              <a:gd name="connsiteX1693" fmla="*/ 437677 w 2407299"/>
              <a:gd name="connsiteY1693" fmla="*/ 1458974 h 2407299"/>
              <a:gd name="connsiteX1694" fmla="*/ 364736 w 2407299"/>
              <a:gd name="connsiteY1694" fmla="*/ 1458974 h 2407299"/>
              <a:gd name="connsiteX1695" fmla="*/ 437677 w 2407299"/>
              <a:gd name="connsiteY1695" fmla="*/ 1458974 h 2407299"/>
              <a:gd name="connsiteX1696" fmla="*/ 437677 w 2407299"/>
              <a:gd name="connsiteY1696" fmla="*/ 1531915 h 2407299"/>
              <a:gd name="connsiteX1697" fmla="*/ 510648 w 2407299"/>
              <a:gd name="connsiteY1697" fmla="*/ 1531915 h 2407299"/>
              <a:gd name="connsiteX1698" fmla="*/ 510648 w 2407299"/>
              <a:gd name="connsiteY1698" fmla="*/ 1458974 h 2407299"/>
              <a:gd name="connsiteX1699" fmla="*/ 437677 w 2407299"/>
              <a:gd name="connsiteY1699" fmla="*/ 1458974 h 2407299"/>
              <a:gd name="connsiteX1700" fmla="*/ 510648 w 2407299"/>
              <a:gd name="connsiteY1700" fmla="*/ 1458974 h 2407299"/>
              <a:gd name="connsiteX1701" fmla="*/ 510648 w 2407299"/>
              <a:gd name="connsiteY1701" fmla="*/ 1531915 h 2407299"/>
              <a:gd name="connsiteX1702" fmla="*/ 583589 w 2407299"/>
              <a:gd name="connsiteY1702" fmla="*/ 1531915 h 2407299"/>
              <a:gd name="connsiteX1703" fmla="*/ 583589 w 2407299"/>
              <a:gd name="connsiteY1703" fmla="*/ 1458974 h 2407299"/>
              <a:gd name="connsiteX1704" fmla="*/ 510648 w 2407299"/>
              <a:gd name="connsiteY1704" fmla="*/ 1458974 h 2407299"/>
              <a:gd name="connsiteX1705" fmla="*/ 656531 w 2407299"/>
              <a:gd name="connsiteY1705" fmla="*/ 1458974 h 2407299"/>
              <a:gd name="connsiteX1706" fmla="*/ 656531 w 2407299"/>
              <a:gd name="connsiteY1706" fmla="*/ 1531915 h 2407299"/>
              <a:gd name="connsiteX1707" fmla="*/ 729472 w 2407299"/>
              <a:gd name="connsiteY1707" fmla="*/ 1531915 h 2407299"/>
              <a:gd name="connsiteX1708" fmla="*/ 729472 w 2407299"/>
              <a:gd name="connsiteY1708" fmla="*/ 1458974 h 2407299"/>
              <a:gd name="connsiteX1709" fmla="*/ 656531 w 2407299"/>
              <a:gd name="connsiteY1709" fmla="*/ 1458974 h 2407299"/>
              <a:gd name="connsiteX1710" fmla="*/ 729472 w 2407299"/>
              <a:gd name="connsiteY1710" fmla="*/ 1458974 h 2407299"/>
              <a:gd name="connsiteX1711" fmla="*/ 729472 w 2407299"/>
              <a:gd name="connsiteY1711" fmla="*/ 1531915 h 2407299"/>
              <a:gd name="connsiteX1712" fmla="*/ 802443 w 2407299"/>
              <a:gd name="connsiteY1712" fmla="*/ 1531915 h 2407299"/>
              <a:gd name="connsiteX1713" fmla="*/ 802443 w 2407299"/>
              <a:gd name="connsiteY1713" fmla="*/ 1458974 h 2407299"/>
              <a:gd name="connsiteX1714" fmla="*/ 729472 w 2407299"/>
              <a:gd name="connsiteY1714" fmla="*/ 1458974 h 2407299"/>
              <a:gd name="connsiteX1715" fmla="*/ 802443 w 2407299"/>
              <a:gd name="connsiteY1715" fmla="*/ 1458974 h 2407299"/>
              <a:gd name="connsiteX1716" fmla="*/ 802443 w 2407299"/>
              <a:gd name="connsiteY1716" fmla="*/ 1531915 h 2407299"/>
              <a:gd name="connsiteX1717" fmla="*/ 875384 w 2407299"/>
              <a:gd name="connsiteY1717" fmla="*/ 1531915 h 2407299"/>
              <a:gd name="connsiteX1718" fmla="*/ 875384 w 2407299"/>
              <a:gd name="connsiteY1718" fmla="*/ 1458974 h 2407299"/>
              <a:gd name="connsiteX1719" fmla="*/ 802443 w 2407299"/>
              <a:gd name="connsiteY1719" fmla="*/ 1458974 h 2407299"/>
              <a:gd name="connsiteX1720" fmla="*/ 1094238 w 2407299"/>
              <a:gd name="connsiteY1720" fmla="*/ 1458974 h 2407299"/>
              <a:gd name="connsiteX1721" fmla="*/ 1094238 w 2407299"/>
              <a:gd name="connsiteY1721" fmla="*/ 1531915 h 2407299"/>
              <a:gd name="connsiteX1722" fmla="*/ 1167179 w 2407299"/>
              <a:gd name="connsiteY1722" fmla="*/ 1531915 h 2407299"/>
              <a:gd name="connsiteX1723" fmla="*/ 1167179 w 2407299"/>
              <a:gd name="connsiteY1723" fmla="*/ 1458974 h 2407299"/>
              <a:gd name="connsiteX1724" fmla="*/ 1094238 w 2407299"/>
              <a:gd name="connsiteY1724" fmla="*/ 1458974 h 2407299"/>
              <a:gd name="connsiteX1725" fmla="*/ 1167179 w 2407299"/>
              <a:gd name="connsiteY1725" fmla="*/ 1458974 h 2407299"/>
              <a:gd name="connsiteX1726" fmla="*/ 1167179 w 2407299"/>
              <a:gd name="connsiteY1726" fmla="*/ 1531915 h 2407299"/>
              <a:gd name="connsiteX1727" fmla="*/ 1240120 w 2407299"/>
              <a:gd name="connsiteY1727" fmla="*/ 1531915 h 2407299"/>
              <a:gd name="connsiteX1728" fmla="*/ 1240120 w 2407299"/>
              <a:gd name="connsiteY1728" fmla="*/ 1458974 h 2407299"/>
              <a:gd name="connsiteX1729" fmla="*/ 1167179 w 2407299"/>
              <a:gd name="connsiteY1729" fmla="*/ 1458974 h 2407299"/>
              <a:gd name="connsiteX1730" fmla="*/ 1313061 w 2407299"/>
              <a:gd name="connsiteY1730" fmla="*/ 1458974 h 2407299"/>
              <a:gd name="connsiteX1731" fmla="*/ 1313061 w 2407299"/>
              <a:gd name="connsiteY1731" fmla="*/ 1531915 h 2407299"/>
              <a:gd name="connsiteX1732" fmla="*/ 1386033 w 2407299"/>
              <a:gd name="connsiteY1732" fmla="*/ 1531915 h 2407299"/>
              <a:gd name="connsiteX1733" fmla="*/ 1386033 w 2407299"/>
              <a:gd name="connsiteY1733" fmla="*/ 1458974 h 2407299"/>
              <a:gd name="connsiteX1734" fmla="*/ 1313061 w 2407299"/>
              <a:gd name="connsiteY1734" fmla="*/ 1458974 h 2407299"/>
              <a:gd name="connsiteX1735" fmla="*/ 2115504 w 2407299"/>
              <a:gd name="connsiteY1735" fmla="*/ 1458974 h 2407299"/>
              <a:gd name="connsiteX1736" fmla="*/ 2115504 w 2407299"/>
              <a:gd name="connsiteY1736" fmla="*/ 1531915 h 2407299"/>
              <a:gd name="connsiteX1737" fmla="*/ 2188446 w 2407299"/>
              <a:gd name="connsiteY1737" fmla="*/ 1531915 h 2407299"/>
              <a:gd name="connsiteX1738" fmla="*/ 2188446 w 2407299"/>
              <a:gd name="connsiteY1738" fmla="*/ 1458974 h 2407299"/>
              <a:gd name="connsiteX1739" fmla="*/ 2115504 w 2407299"/>
              <a:gd name="connsiteY1739" fmla="*/ 1458974 h 2407299"/>
              <a:gd name="connsiteX1740" fmla="*/ 2188446 w 2407299"/>
              <a:gd name="connsiteY1740" fmla="*/ 1458974 h 2407299"/>
              <a:gd name="connsiteX1741" fmla="*/ 2188446 w 2407299"/>
              <a:gd name="connsiteY1741" fmla="*/ 1531915 h 2407299"/>
              <a:gd name="connsiteX1742" fmla="*/ 2261417 w 2407299"/>
              <a:gd name="connsiteY1742" fmla="*/ 1531915 h 2407299"/>
              <a:gd name="connsiteX1743" fmla="*/ 2261417 w 2407299"/>
              <a:gd name="connsiteY1743" fmla="*/ 1458974 h 2407299"/>
              <a:gd name="connsiteX1744" fmla="*/ 2188446 w 2407299"/>
              <a:gd name="connsiteY1744" fmla="*/ 1458974 h 2407299"/>
              <a:gd name="connsiteX1745" fmla="*/ 0 w 2407299"/>
              <a:gd name="connsiteY1745" fmla="*/ 1531915 h 2407299"/>
              <a:gd name="connsiteX1746" fmla="*/ 0 w 2407299"/>
              <a:gd name="connsiteY1746" fmla="*/ 1604856 h 2407299"/>
              <a:gd name="connsiteX1747" fmla="*/ 72941 w 2407299"/>
              <a:gd name="connsiteY1747" fmla="*/ 1604856 h 2407299"/>
              <a:gd name="connsiteX1748" fmla="*/ 72941 w 2407299"/>
              <a:gd name="connsiteY1748" fmla="*/ 1531915 h 2407299"/>
              <a:gd name="connsiteX1749" fmla="*/ 0 w 2407299"/>
              <a:gd name="connsiteY1749" fmla="*/ 1531915 h 2407299"/>
              <a:gd name="connsiteX1750" fmla="*/ 72941 w 2407299"/>
              <a:gd name="connsiteY1750" fmla="*/ 1531915 h 2407299"/>
              <a:gd name="connsiteX1751" fmla="*/ 72941 w 2407299"/>
              <a:gd name="connsiteY1751" fmla="*/ 1604856 h 2407299"/>
              <a:gd name="connsiteX1752" fmla="*/ 145882 w 2407299"/>
              <a:gd name="connsiteY1752" fmla="*/ 1604856 h 2407299"/>
              <a:gd name="connsiteX1753" fmla="*/ 145882 w 2407299"/>
              <a:gd name="connsiteY1753" fmla="*/ 1531915 h 2407299"/>
              <a:gd name="connsiteX1754" fmla="*/ 72941 w 2407299"/>
              <a:gd name="connsiteY1754" fmla="*/ 1531915 h 2407299"/>
              <a:gd name="connsiteX1755" fmla="*/ 291795 w 2407299"/>
              <a:gd name="connsiteY1755" fmla="*/ 1531915 h 2407299"/>
              <a:gd name="connsiteX1756" fmla="*/ 291795 w 2407299"/>
              <a:gd name="connsiteY1756" fmla="*/ 1604856 h 2407299"/>
              <a:gd name="connsiteX1757" fmla="*/ 364736 w 2407299"/>
              <a:gd name="connsiteY1757" fmla="*/ 1604856 h 2407299"/>
              <a:gd name="connsiteX1758" fmla="*/ 364736 w 2407299"/>
              <a:gd name="connsiteY1758" fmla="*/ 1531915 h 2407299"/>
              <a:gd name="connsiteX1759" fmla="*/ 291795 w 2407299"/>
              <a:gd name="connsiteY1759" fmla="*/ 1531915 h 2407299"/>
              <a:gd name="connsiteX1760" fmla="*/ 364736 w 2407299"/>
              <a:gd name="connsiteY1760" fmla="*/ 1531915 h 2407299"/>
              <a:gd name="connsiteX1761" fmla="*/ 364736 w 2407299"/>
              <a:gd name="connsiteY1761" fmla="*/ 1604856 h 2407299"/>
              <a:gd name="connsiteX1762" fmla="*/ 437677 w 2407299"/>
              <a:gd name="connsiteY1762" fmla="*/ 1604856 h 2407299"/>
              <a:gd name="connsiteX1763" fmla="*/ 437677 w 2407299"/>
              <a:gd name="connsiteY1763" fmla="*/ 1531915 h 2407299"/>
              <a:gd name="connsiteX1764" fmla="*/ 364736 w 2407299"/>
              <a:gd name="connsiteY1764" fmla="*/ 1531915 h 2407299"/>
              <a:gd name="connsiteX1765" fmla="*/ 583589 w 2407299"/>
              <a:gd name="connsiteY1765" fmla="*/ 1531915 h 2407299"/>
              <a:gd name="connsiteX1766" fmla="*/ 583589 w 2407299"/>
              <a:gd name="connsiteY1766" fmla="*/ 1604856 h 2407299"/>
              <a:gd name="connsiteX1767" fmla="*/ 656531 w 2407299"/>
              <a:gd name="connsiteY1767" fmla="*/ 1604856 h 2407299"/>
              <a:gd name="connsiteX1768" fmla="*/ 656531 w 2407299"/>
              <a:gd name="connsiteY1768" fmla="*/ 1531915 h 2407299"/>
              <a:gd name="connsiteX1769" fmla="*/ 583589 w 2407299"/>
              <a:gd name="connsiteY1769" fmla="*/ 1531915 h 2407299"/>
              <a:gd name="connsiteX1770" fmla="*/ 1094238 w 2407299"/>
              <a:gd name="connsiteY1770" fmla="*/ 1531915 h 2407299"/>
              <a:gd name="connsiteX1771" fmla="*/ 1094238 w 2407299"/>
              <a:gd name="connsiteY1771" fmla="*/ 1604856 h 2407299"/>
              <a:gd name="connsiteX1772" fmla="*/ 1167179 w 2407299"/>
              <a:gd name="connsiteY1772" fmla="*/ 1604856 h 2407299"/>
              <a:gd name="connsiteX1773" fmla="*/ 1167179 w 2407299"/>
              <a:gd name="connsiteY1773" fmla="*/ 1531915 h 2407299"/>
              <a:gd name="connsiteX1774" fmla="*/ 1094238 w 2407299"/>
              <a:gd name="connsiteY1774" fmla="*/ 1531915 h 2407299"/>
              <a:gd name="connsiteX1775" fmla="*/ 1167179 w 2407299"/>
              <a:gd name="connsiteY1775" fmla="*/ 1531915 h 2407299"/>
              <a:gd name="connsiteX1776" fmla="*/ 1167179 w 2407299"/>
              <a:gd name="connsiteY1776" fmla="*/ 1604856 h 2407299"/>
              <a:gd name="connsiteX1777" fmla="*/ 1240120 w 2407299"/>
              <a:gd name="connsiteY1777" fmla="*/ 1604856 h 2407299"/>
              <a:gd name="connsiteX1778" fmla="*/ 1240120 w 2407299"/>
              <a:gd name="connsiteY1778" fmla="*/ 1531915 h 2407299"/>
              <a:gd name="connsiteX1779" fmla="*/ 1167179 w 2407299"/>
              <a:gd name="connsiteY1779" fmla="*/ 1531915 h 2407299"/>
              <a:gd name="connsiteX1780" fmla="*/ 1313061 w 2407299"/>
              <a:gd name="connsiteY1780" fmla="*/ 1531915 h 2407299"/>
              <a:gd name="connsiteX1781" fmla="*/ 1313061 w 2407299"/>
              <a:gd name="connsiteY1781" fmla="*/ 1604856 h 2407299"/>
              <a:gd name="connsiteX1782" fmla="*/ 1386033 w 2407299"/>
              <a:gd name="connsiteY1782" fmla="*/ 1604856 h 2407299"/>
              <a:gd name="connsiteX1783" fmla="*/ 1386033 w 2407299"/>
              <a:gd name="connsiteY1783" fmla="*/ 1531915 h 2407299"/>
              <a:gd name="connsiteX1784" fmla="*/ 1313061 w 2407299"/>
              <a:gd name="connsiteY1784" fmla="*/ 1531915 h 2407299"/>
              <a:gd name="connsiteX1785" fmla="*/ 1458974 w 2407299"/>
              <a:gd name="connsiteY1785" fmla="*/ 1531915 h 2407299"/>
              <a:gd name="connsiteX1786" fmla="*/ 1458974 w 2407299"/>
              <a:gd name="connsiteY1786" fmla="*/ 1604856 h 2407299"/>
              <a:gd name="connsiteX1787" fmla="*/ 1531915 w 2407299"/>
              <a:gd name="connsiteY1787" fmla="*/ 1604856 h 2407299"/>
              <a:gd name="connsiteX1788" fmla="*/ 1531915 w 2407299"/>
              <a:gd name="connsiteY1788" fmla="*/ 1531915 h 2407299"/>
              <a:gd name="connsiteX1789" fmla="*/ 1458974 w 2407299"/>
              <a:gd name="connsiteY1789" fmla="*/ 1531915 h 2407299"/>
              <a:gd name="connsiteX1790" fmla="*/ 1531915 w 2407299"/>
              <a:gd name="connsiteY1790" fmla="*/ 1531915 h 2407299"/>
              <a:gd name="connsiteX1791" fmla="*/ 1531915 w 2407299"/>
              <a:gd name="connsiteY1791" fmla="*/ 1604856 h 2407299"/>
              <a:gd name="connsiteX1792" fmla="*/ 1604856 w 2407299"/>
              <a:gd name="connsiteY1792" fmla="*/ 1604856 h 2407299"/>
              <a:gd name="connsiteX1793" fmla="*/ 1604856 w 2407299"/>
              <a:gd name="connsiteY1793" fmla="*/ 1531915 h 2407299"/>
              <a:gd name="connsiteX1794" fmla="*/ 1531915 w 2407299"/>
              <a:gd name="connsiteY1794" fmla="*/ 1531915 h 2407299"/>
              <a:gd name="connsiteX1795" fmla="*/ 1969622 w 2407299"/>
              <a:gd name="connsiteY1795" fmla="*/ 1531915 h 2407299"/>
              <a:gd name="connsiteX1796" fmla="*/ 1969622 w 2407299"/>
              <a:gd name="connsiteY1796" fmla="*/ 1604856 h 2407299"/>
              <a:gd name="connsiteX1797" fmla="*/ 2042563 w 2407299"/>
              <a:gd name="connsiteY1797" fmla="*/ 1604856 h 2407299"/>
              <a:gd name="connsiteX1798" fmla="*/ 2042563 w 2407299"/>
              <a:gd name="connsiteY1798" fmla="*/ 1531915 h 2407299"/>
              <a:gd name="connsiteX1799" fmla="*/ 1969622 w 2407299"/>
              <a:gd name="connsiteY1799" fmla="*/ 1531915 h 2407299"/>
              <a:gd name="connsiteX1800" fmla="*/ 2042563 w 2407299"/>
              <a:gd name="connsiteY1800" fmla="*/ 1531915 h 2407299"/>
              <a:gd name="connsiteX1801" fmla="*/ 2042563 w 2407299"/>
              <a:gd name="connsiteY1801" fmla="*/ 1604856 h 2407299"/>
              <a:gd name="connsiteX1802" fmla="*/ 2115504 w 2407299"/>
              <a:gd name="connsiteY1802" fmla="*/ 1604856 h 2407299"/>
              <a:gd name="connsiteX1803" fmla="*/ 2115504 w 2407299"/>
              <a:gd name="connsiteY1803" fmla="*/ 1531915 h 2407299"/>
              <a:gd name="connsiteX1804" fmla="*/ 2042563 w 2407299"/>
              <a:gd name="connsiteY1804" fmla="*/ 1531915 h 2407299"/>
              <a:gd name="connsiteX1805" fmla="*/ 2188446 w 2407299"/>
              <a:gd name="connsiteY1805" fmla="*/ 1531915 h 2407299"/>
              <a:gd name="connsiteX1806" fmla="*/ 2188446 w 2407299"/>
              <a:gd name="connsiteY1806" fmla="*/ 1604856 h 2407299"/>
              <a:gd name="connsiteX1807" fmla="*/ 2261417 w 2407299"/>
              <a:gd name="connsiteY1807" fmla="*/ 1604856 h 2407299"/>
              <a:gd name="connsiteX1808" fmla="*/ 2261417 w 2407299"/>
              <a:gd name="connsiteY1808" fmla="*/ 1531915 h 2407299"/>
              <a:gd name="connsiteX1809" fmla="*/ 2188446 w 2407299"/>
              <a:gd name="connsiteY1809" fmla="*/ 1531915 h 2407299"/>
              <a:gd name="connsiteX1810" fmla="*/ 2334358 w 2407299"/>
              <a:gd name="connsiteY1810" fmla="*/ 1531915 h 2407299"/>
              <a:gd name="connsiteX1811" fmla="*/ 2334358 w 2407299"/>
              <a:gd name="connsiteY1811" fmla="*/ 1604856 h 2407299"/>
              <a:gd name="connsiteX1812" fmla="*/ 2407299 w 2407299"/>
              <a:gd name="connsiteY1812" fmla="*/ 1604856 h 2407299"/>
              <a:gd name="connsiteX1813" fmla="*/ 2407299 w 2407299"/>
              <a:gd name="connsiteY1813" fmla="*/ 1531915 h 2407299"/>
              <a:gd name="connsiteX1814" fmla="*/ 2334358 w 2407299"/>
              <a:gd name="connsiteY1814" fmla="*/ 1531915 h 2407299"/>
              <a:gd name="connsiteX1815" fmla="*/ 72941 w 2407299"/>
              <a:gd name="connsiteY1815" fmla="*/ 1604856 h 2407299"/>
              <a:gd name="connsiteX1816" fmla="*/ 72941 w 2407299"/>
              <a:gd name="connsiteY1816" fmla="*/ 1677827 h 2407299"/>
              <a:gd name="connsiteX1817" fmla="*/ 145882 w 2407299"/>
              <a:gd name="connsiteY1817" fmla="*/ 1677827 h 2407299"/>
              <a:gd name="connsiteX1818" fmla="*/ 145882 w 2407299"/>
              <a:gd name="connsiteY1818" fmla="*/ 1604856 h 2407299"/>
              <a:gd name="connsiteX1819" fmla="*/ 72941 w 2407299"/>
              <a:gd name="connsiteY1819" fmla="*/ 1604856 h 2407299"/>
              <a:gd name="connsiteX1820" fmla="*/ 145882 w 2407299"/>
              <a:gd name="connsiteY1820" fmla="*/ 1604856 h 2407299"/>
              <a:gd name="connsiteX1821" fmla="*/ 145882 w 2407299"/>
              <a:gd name="connsiteY1821" fmla="*/ 1677827 h 2407299"/>
              <a:gd name="connsiteX1822" fmla="*/ 218854 w 2407299"/>
              <a:gd name="connsiteY1822" fmla="*/ 1677827 h 2407299"/>
              <a:gd name="connsiteX1823" fmla="*/ 218854 w 2407299"/>
              <a:gd name="connsiteY1823" fmla="*/ 1604856 h 2407299"/>
              <a:gd name="connsiteX1824" fmla="*/ 145882 w 2407299"/>
              <a:gd name="connsiteY1824" fmla="*/ 1604856 h 2407299"/>
              <a:gd name="connsiteX1825" fmla="*/ 218854 w 2407299"/>
              <a:gd name="connsiteY1825" fmla="*/ 1604856 h 2407299"/>
              <a:gd name="connsiteX1826" fmla="*/ 218854 w 2407299"/>
              <a:gd name="connsiteY1826" fmla="*/ 1677827 h 2407299"/>
              <a:gd name="connsiteX1827" fmla="*/ 291795 w 2407299"/>
              <a:gd name="connsiteY1827" fmla="*/ 1677827 h 2407299"/>
              <a:gd name="connsiteX1828" fmla="*/ 291795 w 2407299"/>
              <a:gd name="connsiteY1828" fmla="*/ 1604856 h 2407299"/>
              <a:gd name="connsiteX1829" fmla="*/ 218854 w 2407299"/>
              <a:gd name="connsiteY1829" fmla="*/ 1604856 h 2407299"/>
              <a:gd name="connsiteX1830" fmla="*/ 437677 w 2407299"/>
              <a:gd name="connsiteY1830" fmla="*/ 1604856 h 2407299"/>
              <a:gd name="connsiteX1831" fmla="*/ 437677 w 2407299"/>
              <a:gd name="connsiteY1831" fmla="*/ 1677827 h 2407299"/>
              <a:gd name="connsiteX1832" fmla="*/ 510648 w 2407299"/>
              <a:gd name="connsiteY1832" fmla="*/ 1677827 h 2407299"/>
              <a:gd name="connsiteX1833" fmla="*/ 510648 w 2407299"/>
              <a:gd name="connsiteY1833" fmla="*/ 1604856 h 2407299"/>
              <a:gd name="connsiteX1834" fmla="*/ 437677 w 2407299"/>
              <a:gd name="connsiteY1834" fmla="*/ 1604856 h 2407299"/>
              <a:gd name="connsiteX1835" fmla="*/ 510648 w 2407299"/>
              <a:gd name="connsiteY1835" fmla="*/ 1604856 h 2407299"/>
              <a:gd name="connsiteX1836" fmla="*/ 510648 w 2407299"/>
              <a:gd name="connsiteY1836" fmla="*/ 1677827 h 2407299"/>
              <a:gd name="connsiteX1837" fmla="*/ 583589 w 2407299"/>
              <a:gd name="connsiteY1837" fmla="*/ 1677827 h 2407299"/>
              <a:gd name="connsiteX1838" fmla="*/ 583589 w 2407299"/>
              <a:gd name="connsiteY1838" fmla="*/ 1604856 h 2407299"/>
              <a:gd name="connsiteX1839" fmla="*/ 510648 w 2407299"/>
              <a:gd name="connsiteY1839" fmla="*/ 1604856 h 2407299"/>
              <a:gd name="connsiteX1840" fmla="*/ 656531 w 2407299"/>
              <a:gd name="connsiteY1840" fmla="*/ 1604856 h 2407299"/>
              <a:gd name="connsiteX1841" fmla="*/ 656531 w 2407299"/>
              <a:gd name="connsiteY1841" fmla="*/ 1677827 h 2407299"/>
              <a:gd name="connsiteX1842" fmla="*/ 729472 w 2407299"/>
              <a:gd name="connsiteY1842" fmla="*/ 1677827 h 2407299"/>
              <a:gd name="connsiteX1843" fmla="*/ 729472 w 2407299"/>
              <a:gd name="connsiteY1843" fmla="*/ 1604856 h 2407299"/>
              <a:gd name="connsiteX1844" fmla="*/ 656531 w 2407299"/>
              <a:gd name="connsiteY1844" fmla="*/ 1604856 h 2407299"/>
              <a:gd name="connsiteX1845" fmla="*/ 875384 w 2407299"/>
              <a:gd name="connsiteY1845" fmla="*/ 1604856 h 2407299"/>
              <a:gd name="connsiteX1846" fmla="*/ 875384 w 2407299"/>
              <a:gd name="connsiteY1846" fmla="*/ 1677827 h 2407299"/>
              <a:gd name="connsiteX1847" fmla="*/ 948325 w 2407299"/>
              <a:gd name="connsiteY1847" fmla="*/ 1677827 h 2407299"/>
              <a:gd name="connsiteX1848" fmla="*/ 948325 w 2407299"/>
              <a:gd name="connsiteY1848" fmla="*/ 1604856 h 2407299"/>
              <a:gd name="connsiteX1849" fmla="*/ 875384 w 2407299"/>
              <a:gd name="connsiteY1849" fmla="*/ 1604856 h 2407299"/>
              <a:gd name="connsiteX1850" fmla="*/ 1094238 w 2407299"/>
              <a:gd name="connsiteY1850" fmla="*/ 1604856 h 2407299"/>
              <a:gd name="connsiteX1851" fmla="*/ 1094238 w 2407299"/>
              <a:gd name="connsiteY1851" fmla="*/ 1677827 h 2407299"/>
              <a:gd name="connsiteX1852" fmla="*/ 1167179 w 2407299"/>
              <a:gd name="connsiteY1852" fmla="*/ 1677827 h 2407299"/>
              <a:gd name="connsiteX1853" fmla="*/ 1167179 w 2407299"/>
              <a:gd name="connsiteY1853" fmla="*/ 1604856 h 2407299"/>
              <a:gd name="connsiteX1854" fmla="*/ 1094238 w 2407299"/>
              <a:gd name="connsiteY1854" fmla="*/ 1604856 h 2407299"/>
              <a:gd name="connsiteX1855" fmla="*/ 1167179 w 2407299"/>
              <a:gd name="connsiteY1855" fmla="*/ 1604856 h 2407299"/>
              <a:gd name="connsiteX1856" fmla="*/ 1167179 w 2407299"/>
              <a:gd name="connsiteY1856" fmla="*/ 1677827 h 2407299"/>
              <a:gd name="connsiteX1857" fmla="*/ 1240120 w 2407299"/>
              <a:gd name="connsiteY1857" fmla="*/ 1677827 h 2407299"/>
              <a:gd name="connsiteX1858" fmla="*/ 1240120 w 2407299"/>
              <a:gd name="connsiteY1858" fmla="*/ 1604856 h 2407299"/>
              <a:gd name="connsiteX1859" fmla="*/ 1167179 w 2407299"/>
              <a:gd name="connsiteY1859" fmla="*/ 1604856 h 2407299"/>
              <a:gd name="connsiteX1860" fmla="*/ 1313061 w 2407299"/>
              <a:gd name="connsiteY1860" fmla="*/ 1604856 h 2407299"/>
              <a:gd name="connsiteX1861" fmla="*/ 1313061 w 2407299"/>
              <a:gd name="connsiteY1861" fmla="*/ 1677827 h 2407299"/>
              <a:gd name="connsiteX1862" fmla="*/ 1386033 w 2407299"/>
              <a:gd name="connsiteY1862" fmla="*/ 1677827 h 2407299"/>
              <a:gd name="connsiteX1863" fmla="*/ 1386033 w 2407299"/>
              <a:gd name="connsiteY1863" fmla="*/ 1604856 h 2407299"/>
              <a:gd name="connsiteX1864" fmla="*/ 1313061 w 2407299"/>
              <a:gd name="connsiteY1864" fmla="*/ 1604856 h 2407299"/>
              <a:gd name="connsiteX1865" fmla="*/ 1604856 w 2407299"/>
              <a:gd name="connsiteY1865" fmla="*/ 1604856 h 2407299"/>
              <a:gd name="connsiteX1866" fmla="*/ 1604856 w 2407299"/>
              <a:gd name="connsiteY1866" fmla="*/ 1677827 h 2407299"/>
              <a:gd name="connsiteX1867" fmla="*/ 1677827 w 2407299"/>
              <a:gd name="connsiteY1867" fmla="*/ 1677827 h 2407299"/>
              <a:gd name="connsiteX1868" fmla="*/ 1677827 w 2407299"/>
              <a:gd name="connsiteY1868" fmla="*/ 1604856 h 2407299"/>
              <a:gd name="connsiteX1869" fmla="*/ 1604856 w 2407299"/>
              <a:gd name="connsiteY1869" fmla="*/ 1604856 h 2407299"/>
              <a:gd name="connsiteX1870" fmla="*/ 1677827 w 2407299"/>
              <a:gd name="connsiteY1870" fmla="*/ 1604856 h 2407299"/>
              <a:gd name="connsiteX1871" fmla="*/ 1677827 w 2407299"/>
              <a:gd name="connsiteY1871" fmla="*/ 1677827 h 2407299"/>
              <a:gd name="connsiteX1872" fmla="*/ 1750768 w 2407299"/>
              <a:gd name="connsiteY1872" fmla="*/ 1677827 h 2407299"/>
              <a:gd name="connsiteX1873" fmla="*/ 1750768 w 2407299"/>
              <a:gd name="connsiteY1873" fmla="*/ 1604856 h 2407299"/>
              <a:gd name="connsiteX1874" fmla="*/ 1677827 w 2407299"/>
              <a:gd name="connsiteY1874" fmla="*/ 1604856 h 2407299"/>
              <a:gd name="connsiteX1875" fmla="*/ 1750768 w 2407299"/>
              <a:gd name="connsiteY1875" fmla="*/ 1604856 h 2407299"/>
              <a:gd name="connsiteX1876" fmla="*/ 1750768 w 2407299"/>
              <a:gd name="connsiteY1876" fmla="*/ 1677827 h 2407299"/>
              <a:gd name="connsiteX1877" fmla="*/ 1823710 w 2407299"/>
              <a:gd name="connsiteY1877" fmla="*/ 1677827 h 2407299"/>
              <a:gd name="connsiteX1878" fmla="*/ 1823710 w 2407299"/>
              <a:gd name="connsiteY1878" fmla="*/ 1604856 h 2407299"/>
              <a:gd name="connsiteX1879" fmla="*/ 1750768 w 2407299"/>
              <a:gd name="connsiteY1879" fmla="*/ 1604856 h 2407299"/>
              <a:gd name="connsiteX1880" fmla="*/ 1823710 w 2407299"/>
              <a:gd name="connsiteY1880" fmla="*/ 1604856 h 2407299"/>
              <a:gd name="connsiteX1881" fmla="*/ 1823710 w 2407299"/>
              <a:gd name="connsiteY1881" fmla="*/ 1677827 h 2407299"/>
              <a:gd name="connsiteX1882" fmla="*/ 1896651 w 2407299"/>
              <a:gd name="connsiteY1882" fmla="*/ 1677827 h 2407299"/>
              <a:gd name="connsiteX1883" fmla="*/ 1896651 w 2407299"/>
              <a:gd name="connsiteY1883" fmla="*/ 1604856 h 2407299"/>
              <a:gd name="connsiteX1884" fmla="*/ 1823710 w 2407299"/>
              <a:gd name="connsiteY1884" fmla="*/ 1604856 h 2407299"/>
              <a:gd name="connsiteX1885" fmla="*/ 1969622 w 2407299"/>
              <a:gd name="connsiteY1885" fmla="*/ 1604856 h 2407299"/>
              <a:gd name="connsiteX1886" fmla="*/ 1969622 w 2407299"/>
              <a:gd name="connsiteY1886" fmla="*/ 1677827 h 2407299"/>
              <a:gd name="connsiteX1887" fmla="*/ 2042563 w 2407299"/>
              <a:gd name="connsiteY1887" fmla="*/ 1677827 h 2407299"/>
              <a:gd name="connsiteX1888" fmla="*/ 2042563 w 2407299"/>
              <a:gd name="connsiteY1888" fmla="*/ 1604856 h 2407299"/>
              <a:gd name="connsiteX1889" fmla="*/ 1969622 w 2407299"/>
              <a:gd name="connsiteY1889" fmla="*/ 1604856 h 2407299"/>
              <a:gd name="connsiteX1890" fmla="*/ 2042563 w 2407299"/>
              <a:gd name="connsiteY1890" fmla="*/ 1604856 h 2407299"/>
              <a:gd name="connsiteX1891" fmla="*/ 2042563 w 2407299"/>
              <a:gd name="connsiteY1891" fmla="*/ 1677827 h 2407299"/>
              <a:gd name="connsiteX1892" fmla="*/ 2115504 w 2407299"/>
              <a:gd name="connsiteY1892" fmla="*/ 1677827 h 2407299"/>
              <a:gd name="connsiteX1893" fmla="*/ 2115504 w 2407299"/>
              <a:gd name="connsiteY1893" fmla="*/ 1604856 h 2407299"/>
              <a:gd name="connsiteX1894" fmla="*/ 2042563 w 2407299"/>
              <a:gd name="connsiteY1894" fmla="*/ 1604856 h 2407299"/>
              <a:gd name="connsiteX1895" fmla="*/ 2115504 w 2407299"/>
              <a:gd name="connsiteY1895" fmla="*/ 1604856 h 2407299"/>
              <a:gd name="connsiteX1896" fmla="*/ 2115504 w 2407299"/>
              <a:gd name="connsiteY1896" fmla="*/ 1677827 h 2407299"/>
              <a:gd name="connsiteX1897" fmla="*/ 2188446 w 2407299"/>
              <a:gd name="connsiteY1897" fmla="*/ 1677827 h 2407299"/>
              <a:gd name="connsiteX1898" fmla="*/ 2188446 w 2407299"/>
              <a:gd name="connsiteY1898" fmla="*/ 1604856 h 2407299"/>
              <a:gd name="connsiteX1899" fmla="*/ 2115504 w 2407299"/>
              <a:gd name="connsiteY1899" fmla="*/ 1604856 h 2407299"/>
              <a:gd name="connsiteX1900" fmla="*/ 2188446 w 2407299"/>
              <a:gd name="connsiteY1900" fmla="*/ 1604856 h 2407299"/>
              <a:gd name="connsiteX1901" fmla="*/ 2188446 w 2407299"/>
              <a:gd name="connsiteY1901" fmla="*/ 1677827 h 2407299"/>
              <a:gd name="connsiteX1902" fmla="*/ 2261417 w 2407299"/>
              <a:gd name="connsiteY1902" fmla="*/ 1677827 h 2407299"/>
              <a:gd name="connsiteX1903" fmla="*/ 2261417 w 2407299"/>
              <a:gd name="connsiteY1903" fmla="*/ 1604856 h 2407299"/>
              <a:gd name="connsiteX1904" fmla="*/ 2188446 w 2407299"/>
              <a:gd name="connsiteY1904" fmla="*/ 1604856 h 2407299"/>
              <a:gd name="connsiteX1905" fmla="*/ 2261417 w 2407299"/>
              <a:gd name="connsiteY1905" fmla="*/ 1604856 h 2407299"/>
              <a:gd name="connsiteX1906" fmla="*/ 2261417 w 2407299"/>
              <a:gd name="connsiteY1906" fmla="*/ 1677827 h 2407299"/>
              <a:gd name="connsiteX1907" fmla="*/ 2334358 w 2407299"/>
              <a:gd name="connsiteY1907" fmla="*/ 1677827 h 2407299"/>
              <a:gd name="connsiteX1908" fmla="*/ 2334358 w 2407299"/>
              <a:gd name="connsiteY1908" fmla="*/ 1604856 h 2407299"/>
              <a:gd name="connsiteX1909" fmla="*/ 2261417 w 2407299"/>
              <a:gd name="connsiteY1909" fmla="*/ 1604856 h 2407299"/>
              <a:gd name="connsiteX1910" fmla="*/ 0 w 2407299"/>
              <a:gd name="connsiteY1910" fmla="*/ 1677827 h 2407299"/>
              <a:gd name="connsiteX1911" fmla="*/ 0 w 2407299"/>
              <a:gd name="connsiteY1911" fmla="*/ 1750768 h 2407299"/>
              <a:gd name="connsiteX1912" fmla="*/ 72941 w 2407299"/>
              <a:gd name="connsiteY1912" fmla="*/ 1750768 h 2407299"/>
              <a:gd name="connsiteX1913" fmla="*/ 72941 w 2407299"/>
              <a:gd name="connsiteY1913" fmla="*/ 1677827 h 2407299"/>
              <a:gd name="connsiteX1914" fmla="*/ 0 w 2407299"/>
              <a:gd name="connsiteY1914" fmla="*/ 1677827 h 2407299"/>
              <a:gd name="connsiteX1915" fmla="*/ 72941 w 2407299"/>
              <a:gd name="connsiteY1915" fmla="*/ 1677827 h 2407299"/>
              <a:gd name="connsiteX1916" fmla="*/ 72941 w 2407299"/>
              <a:gd name="connsiteY1916" fmla="*/ 1750768 h 2407299"/>
              <a:gd name="connsiteX1917" fmla="*/ 145882 w 2407299"/>
              <a:gd name="connsiteY1917" fmla="*/ 1750768 h 2407299"/>
              <a:gd name="connsiteX1918" fmla="*/ 145882 w 2407299"/>
              <a:gd name="connsiteY1918" fmla="*/ 1677827 h 2407299"/>
              <a:gd name="connsiteX1919" fmla="*/ 72941 w 2407299"/>
              <a:gd name="connsiteY1919" fmla="*/ 1677827 h 2407299"/>
              <a:gd name="connsiteX1920" fmla="*/ 218854 w 2407299"/>
              <a:gd name="connsiteY1920" fmla="*/ 1677827 h 2407299"/>
              <a:gd name="connsiteX1921" fmla="*/ 218854 w 2407299"/>
              <a:gd name="connsiteY1921" fmla="*/ 1750768 h 2407299"/>
              <a:gd name="connsiteX1922" fmla="*/ 291795 w 2407299"/>
              <a:gd name="connsiteY1922" fmla="*/ 1750768 h 2407299"/>
              <a:gd name="connsiteX1923" fmla="*/ 291795 w 2407299"/>
              <a:gd name="connsiteY1923" fmla="*/ 1677827 h 2407299"/>
              <a:gd name="connsiteX1924" fmla="*/ 218854 w 2407299"/>
              <a:gd name="connsiteY1924" fmla="*/ 1677827 h 2407299"/>
              <a:gd name="connsiteX1925" fmla="*/ 583589 w 2407299"/>
              <a:gd name="connsiteY1925" fmla="*/ 1677827 h 2407299"/>
              <a:gd name="connsiteX1926" fmla="*/ 583589 w 2407299"/>
              <a:gd name="connsiteY1926" fmla="*/ 1750768 h 2407299"/>
              <a:gd name="connsiteX1927" fmla="*/ 656531 w 2407299"/>
              <a:gd name="connsiteY1927" fmla="*/ 1750768 h 2407299"/>
              <a:gd name="connsiteX1928" fmla="*/ 656531 w 2407299"/>
              <a:gd name="connsiteY1928" fmla="*/ 1677827 h 2407299"/>
              <a:gd name="connsiteX1929" fmla="*/ 583589 w 2407299"/>
              <a:gd name="connsiteY1929" fmla="*/ 1677827 h 2407299"/>
              <a:gd name="connsiteX1930" fmla="*/ 656531 w 2407299"/>
              <a:gd name="connsiteY1930" fmla="*/ 1677827 h 2407299"/>
              <a:gd name="connsiteX1931" fmla="*/ 656531 w 2407299"/>
              <a:gd name="connsiteY1931" fmla="*/ 1750768 h 2407299"/>
              <a:gd name="connsiteX1932" fmla="*/ 729472 w 2407299"/>
              <a:gd name="connsiteY1932" fmla="*/ 1750768 h 2407299"/>
              <a:gd name="connsiteX1933" fmla="*/ 729472 w 2407299"/>
              <a:gd name="connsiteY1933" fmla="*/ 1677827 h 2407299"/>
              <a:gd name="connsiteX1934" fmla="*/ 656531 w 2407299"/>
              <a:gd name="connsiteY1934" fmla="*/ 1677827 h 2407299"/>
              <a:gd name="connsiteX1935" fmla="*/ 729472 w 2407299"/>
              <a:gd name="connsiteY1935" fmla="*/ 1677827 h 2407299"/>
              <a:gd name="connsiteX1936" fmla="*/ 729472 w 2407299"/>
              <a:gd name="connsiteY1936" fmla="*/ 1750768 h 2407299"/>
              <a:gd name="connsiteX1937" fmla="*/ 802443 w 2407299"/>
              <a:gd name="connsiteY1937" fmla="*/ 1750768 h 2407299"/>
              <a:gd name="connsiteX1938" fmla="*/ 802443 w 2407299"/>
              <a:gd name="connsiteY1938" fmla="*/ 1677827 h 2407299"/>
              <a:gd name="connsiteX1939" fmla="*/ 729472 w 2407299"/>
              <a:gd name="connsiteY1939" fmla="*/ 1677827 h 2407299"/>
              <a:gd name="connsiteX1940" fmla="*/ 802443 w 2407299"/>
              <a:gd name="connsiteY1940" fmla="*/ 1677827 h 2407299"/>
              <a:gd name="connsiteX1941" fmla="*/ 802443 w 2407299"/>
              <a:gd name="connsiteY1941" fmla="*/ 1750768 h 2407299"/>
              <a:gd name="connsiteX1942" fmla="*/ 875384 w 2407299"/>
              <a:gd name="connsiteY1942" fmla="*/ 1750768 h 2407299"/>
              <a:gd name="connsiteX1943" fmla="*/ 875384 w 2407299"/>
              <a:gd name="connsiteY1943" fmla="*/ 1677827 h 2407299"/>
              <a:gd name="connsiteX1944" fmla="*/ 802443 w 2407299"/>
              <a:gd name="connsiteY1944" fmla="*/ 1677827 h 2407299"/>
              <a:gd name="connsiteX1945" fmla="*/ 875384 w 2407299"/>
              <a:gd name="connsiteY1945" fmla="*/ 1677827 h 2407299"/>
              <a:gd name="connsiteX1946" fmla="*/ 875384 w 2407299"/>
              <a:gd name="connsiteY1946" fmla="*/ 1750768 h 2407299"/>
              <a:gd name="connsiteX1947" fmla="*/ 948325 w 2407299"/>
              <a:gd name="connsiteY1947" fmla="*/ 1750768 h 2407299"/>
              <a:gd name="connsiteX1948" fmla="*/ 948325 w 2407299"/>
              <a:gd name="connsiteY1948" fmla="*/ 1677827 h 2407299"/>
              <a:gd name="connsiteX1949" fmla="*/ 875384 w 2407299"/>
              <a:gd name="connsiteY1949" fmla="*/ 1677827 h 2407299"/>
              <a:gd name="connsiteX1950" fmla="*/ 1094238 w 2407299"/>
              <a:gd name="connsiteY1950" fmla="*/ 1677827 h 2407299"/>
              <a:gd name="connsiteX1951" fmla="*/ 1094238 w 2407299"/>
              <a:gd name="connsiteY1951" fmla="*/ 1750768 h 2407299"/>
              <a:gd name="connsiteX1952" fmla="*/ 1167179 w 2407299"/>
              <a:gd name="connsiteY1952" fmla="*/ 1750768 h 2407299"/>
              <a:gd name="connsiteX1953" fmla="*/ 1167179 w 2407299"/>
              <a:gd name="connsiteY1953" fmla="*/ 1677827 h 2407299"/>
              <a:gd name="connsiteX1954" fmla="*/ 1094238 w 2407299"/>
              <a:gd name="connsiteY1954" fmla="*/ 1677827 h 2407299"/>
              <a:gd name="connsiteX1955" fmla="*/ 1167179 w 2407299"/>
              <a:gd name="connsiteY1955" fmla="*/ 1677827 h 2407299"/>
              <a:gd name="connsiteX1956" fmla="*/ 1167179 w 2407299"/>
              <a:gd name="connsiteY1956" fmla="*/ 1750768 h 2407299"/>
              <a:gd name="connsiteX1957" fmla="*/ 1240120 w 2407299"/>
              <a:gd name="connsiteY1957" fmla="*/ 1750768 h 2407299"/>
              <a:gd name="connsiteX1958" fmla="*/ 1240120 w 2407299"/>
              <a:gd name="connsiteY1958" fmla="*/ 1677827 h 2407299"/>
              <a:gd name="connsiteX1959" fmla="*/ 1167179 w 2407299"/>
              <a:gd name="connsiteY1959" fmla="*/ 1677827 h 2407299"/>
              <a:gd name="connsiteX1960" fmla="*/ 1240120 w 2407299"/>
              <a:gd name="connsiteY1960" fmla="*/ 1677827 h 2407299"/>
              <a:gd name="connsiteX1961" fmla="*/ 1240120 w 2407299"/>
              <a:gd name="connsiteY1961" fmla="*/ 1750768 h 2407299"/>
              <a:gd name="connsiteX1962" fmla="*/ 1313061 w 2407299"/>
              <a:gd name="connsiteY1962" fmla="*/ 1750768 h 2407299"/>
              <a:gd name="connsiteX1963" fmla="*/ 1313061 w 2407299"/>
              <a:gd name="connsiteY1963" fmla="*/ 1677827 h 2407299"/>
              <a:gd name="connsiteX1964" fmla="*/ 1240120 w 2407299"/>
              <a:gd name="connsiteY1964" fmla="*/ 1677827 h 2407299"/>
              <a:gd name="connsiteX1965" fmla="*/ 1531915 w 2407299"/>
              <a:gd name="connsiteY1965" fmla="*/ 1677827 h 2407299"/>
              <a:gd name="connsiteX1966" fmla="*/ 1531915 w 2407299"/>
              <a:gd name="connsiteY1966" fmla="*/ 1750768 h 2407299"/>
              <a:gd name="connsiteX1967" fmla="*/ 1604856 w 2407299"/>
              <a:gd name="connsiteY1967" fmla="*/ 1750768 h 2407299"/>
              <a:gd name="connsiteX1968" fmla="*/ 1604856 w 2407299"/>
              <a:gd name="connsiteY1968" fmla="*/ 1677827 h 2407299"/>
              <a:gd name="connsiteX1969" fmla="*/ 1531915 w 2407299"/>
              <a:gd name="connsiteY1969" fmla="*/ 1677827 h 2407299"/>
              <a:gd name="connsiteX1970" fmla="*/ 1604856 w 2407299"/>
              <a:gd name="connsiteY1970" fmla="*/ 1677827 h 2407299"/>
              <a:gd name="connsiteX1971" fmla="*/ 1604856 w 2407299"/>
              <a:gd name="connsiteY1971" fmla="*/ 1750768 h 2407299"/>
              <a:gd name="connsiteX1972" fmla="*/ 1677827 w 2407299"/>
              <a:gd name="connsiteY1972" fmla="*/ 1750768 h 2407299"/>
              <a:gd name="connsiteX1973" fmla="*/ 1677827 w 2407299"/>
              <a:gd name="connsiteY1973" fmla="*/ 1677827 h 2407299"/>
              <a:gd name="connsiteX1974" fmla="*/ 1604856 w 2407299"/>
              <a:gd name="connsiteY1974" fmla="*/ 1677827 h 2407299"/>
              <a:gd name="connsiteX1975" fmla="*/ 1750768 w 2407299"/>
              <a:gd name="connsiteY1975" fmla="*/ 1677827 h 2407299"/>
              <a:gd name="connsiteX1976" fmla="*/ 1750768 w 2407299"/>
              <a:gd name="connsiteY1976" fmla="*/ 1750768 h 2407299"/>
              <a:gd name="connsiteX1977" fmla="*/ 1823710 w 2407299"/>
              <a:gd name="connsiteY1977" fmla="*/ 1750768 h 2407299"/>
              <a:gd name="connsiteX1978" fmla="*/ 1823710 w 2407299"/>
              <a:gd name="connsiteY1978" fmla="*/ 1677827 h 2407299"/>
              <a:gd name="connsiteX1979" fmla="*/ 1750768 w 2407299"/>
              <a:gd name="connsiteY1979" fmla="*/ 1677827 h 2407299"/>
              <a:gd name="connsiteX1980" fmla="*/ 1896651 w 2407299"/>
              <a:gd name="connsiteY1980" fmla="*/ 1677827 h 2407299"/>
              <a:gd name="connsiteX1981" fmla="*/ 1896651 w 2407299"/>
              <a:gd name="connsiteY1981" fmla="*/ 1750768 h 2407299"/>
              <a:gd name="connsiteX1982" fmla="*/ 1969622 w 2407299"/>
              <a:gd name="connsiteY1982" fmla="*/ 1750768 h 2407299"/>
              <a:gd name="connsiteX1983" fmla="*/ 1969622 w 2407299"/>
              <a:gd name="connsiteY1983" fmla="*/ 1677827 h 2407299"/>
              <a:gd name="connsiteX1984" fmla="*/ 1896651 w 2407299"/>
              <a:gd name="connsiteY1984" fmla="*/ 1677827 h 2407299"/>
              <a:gd name="connsiteX1985" fmla="*/ 1969622 w 2407299"/>
              <a:gd name="connsiteY1985" fmla="*/ 1677827 h 2407299"/>
              <a:gd name="connsiteX1986" fmla="*/ 1969622 w 2407299"/>
              <a:gd name="connsiteY1986" fmla="*/ 1750768 h 2407299"/>
              <a:gd name="connsiteX1987" fmla="*/ 2042563 w 2407299"/>
              <a:gd name="connsiteY1987" fmla="*/ 1750768 h 2407299"/>
              <a:gd name="connsiteX1988" fmla="*/ 2042563 w 2407299"/>
              <a:gd name="connsiteY1988" fmla="*/ 1677827 h 2407299"/>
              <a:gd name="connsiteX1989" fmla="*/ 1969622 w 2407299"/>
              <a:gd name="connsiteY1989" fmla="*/ 1677827 h 2407299"/>
              <a:gd name="connsiteX1990" fmla="*/ 2042563 w 2407299"/>
              <a:gd name="connsiteY1990" fmla="*/ 1677827 h 2407299"/>
              <a:gd name="connsiteX1991" fmla="*/ 2042563 w 2407299"/>
              <a:gd name="connsiteY1991" fmla="*/ 1750768 h 2407299"/>
              <a:gd name="connsiteX1992" fmla="*/ 2115504 w 2407299"/>
              <a:gd name="connsiteY1992" fmla="*/ 1750768 h 2407299"/>
              <a:gd name="connsiteX1993" fmla="*/ 2115504 w 2407299"/>
              <a:gd name="connsiteY1993" fmla="*/ 1677827 h 2407299"/>
              <a:gd name="connsiteX1994" fmla="*/ 2042563 w 2407299"/>
              <a:gd name="connsiteY1994" fmla="*/ 1677827 h 2407299"/>
              <a:gd name="connsiteX1995" fmla="*/ 2115504 w 2407299"/>
              <a:gd name="connsiteY1995" fmla="*/ 1677827 h 2407299"/>
              <a:gd name="connsiteX1996" fmla="*/ 2115504 w 2407299"/>
              <a:gd name="connsiteY1996" fmla="*/ 1750768 h 2407299"/>
              <a:gd name="connsiteX1997" fmla="*/ 2188446 w 2407299"/>
              <a:gd name="connsiteY1997" fmla="*/ 1750768 h 2407299"/>
              <a:gd name="connsiteX1998" fmla="*/ 2188446 w 2407299"/>
              <a:gd name="connsiteY1998" fmla="*/ 1677827 h 2407299"/>
              <a:gd name="connsiteX1999" fmla="*/ 2115504 w 2407299"/>
              <a:gd name="connsiteY1999" fmla="*/ 1677827 h 2407299"/>
              <a:gd name="connsiteX2000" fmla="*/ 2188446 w 2407299"/>
              <a:gd name="connsiteY2000" fmla="*/ 1677827 h 2407299"/>
              <a:gd name="connsiteX2001" fmla="*/ 2188446 w 2407299"/>
              <a:gd name="connsiteY2001" fmla="*/ 1750768 h 2407299"/>
              <a:gd name="connsiteX2002" fmla="*/ 2261417 w 2407299"/>
              <a:gd name="connsiteY2002" fmla="*/ 1750768 h 2407299"/>
              <a:gd name="connsiteX2003" fmla="*/ 2261417 w 2407299"/>
              <a:gd name="connsiteY2003" fmla="*/ 1677827 h 2407299"/>
              <a:gd name="connsiteX2004" fmla="*/ 2188446 w 2407299"/>
              <a:gd name="connsiteY2004" fmla="*/ 1677827 h 2407299"/>
              <a:gd name="connsiteX2005" fmla="*/ 2261417 w 2407299"/>
              <a:gd name="connsiteY2005" fmla="*/ 1677827 h 2407299"/>
              <a:gd name="connsiteX2006" fmla="*/ 2261417 w 2407299"/>
              <a:gd name="connsiteY2006" fmla="*/ 1750768 h 2407299"/>
              <a:gd name="connsiteX2007" fmla="*/ 2334358 w 2407299"/>
              <a:gd name="connsiteY2007" fmla="*/ 1750768 h 2407299"/>
              <a:gd name="connsiteX2008" fmla="*/ 2334358 w 2407299"/>
              <a:gd name="connsiteY2008" fmla="*/ 1677827 h 2407299"/>
              <a:gd name="connsiteX2009" fmla="*/ 2261417 w 2407299"/>
              <a:gd name="connsiteY2009" fmla="*/ 1677827 h 2407299"/>
              <a:gd name="connsiteX2010" fmla="*/ 2334358 w 2407299"/>
              <a:gd name="connsiteY2010" fmla="*/ 1677827 h 2407299"/>
              <a:gd name="connsiteX2011" fmla="*/ 2334358 w 2407299"/>
              <a:gd name="connsiteY2011" fmla="*/ 1750768 h 2407299"/>
              <a:gd name="connsiteX2012" fmla="*/ 2407299 w 2407299"/>
              <a:gd name="connsiteY2012" fmla="*/ 1750768 h 2407299"/>
              <a:gd name="connsiteX2013" fmla="*/ 2407299 w 2407299"/>
              <a:gd name="connsiteY2013" fmla="*/ 1677827 h 2407299"/>
              <a:gd name="connsiteX2014" fmla="*/ 2334358 w 2407299"/>
              <a:gd name="connsiteY2014" fmla="*/ 1677827 h 2407299"/>
              <a:gd name="connsiteX2015" fmla="*/ 72941 w 2407299"/>
              <a:gd name="connsiteY2015" fmla="*/ 1750768 h 2407299"/>
              <a:gd name="connsiteX2016" fmla="*/ 72941 w 2407299"/>
              <a:gd name="connsiteY2016" fmla="*/ 1823710 h 2407299"/>
              <a:gd name="connsiteX2017" fmla="*/ 145882 w 2407299"/>
              <a:gd name="connsiteY2017" fmla="*/ 1823710 h 2407299"/>
              <a:gd name="connsiteX2018" fmla="*/ 145882 w 2407299"/>
              <a:gd name="connsiteY2018" fmla="*/ 1750768 h 2407299"/>
              <a:gd name="connsiteX2019" fmla="*/ 72941 w 2407299"/>
              <a:gd name="connsiteY2019" fmla="*/ 1750768 h 2407299"/>
              <a:gd name="connsiteX2020" fmla="*/ 291795 w 2407299"/>
              <a:gd name="connsiteY2020" fmla="*/ 1750768 h 2407299"/>
              <a:gd name="connsiteX2021" fmla="*/ 291795 w 2407299"/>
              <a:gd name="connsiteY2021" fmla="*/ 1823710 h 2407299"/>
              <a:gd name="connsiteX2022" fmla="*/ 364736 w 2407299"/>
              <a:gd name="connsiteY2022" fmla="*/ 1823710 h 2407299"/>
              <a:gd name="connsiteX2023" fmla="*/ 364736 w 2407299"/>
              <a:gd name="connsiteY2023" fmla="*/ 1750768 h 2407299"/>
              <a:gd name="connsiteX2024" fmla="*/ 291795 w 2407299"/>
              <a:gd name="connsiteY2024" fmla="*/ 1750768 h 2407299"/>
              <a:gd name="connsiteX2025" fmla="*/ 364736 w 2407299"/>
              <a:gd name="connsiteY2025" fmla="*/ 1750768 h 2407299"/>
              <a:gd name="connsiteX2026" fmla="*/ 364736 w 2407299"/>
              <a:gd name="connsiteY2026" fmla="*/ 1823710 h 2407299"/>
              <a:gd name="connsiteX2027" fmla="*/ 437677 w 2407299"/>
              <a:gd name="connsiteY2027" fmla="*/ 1823710 h 2407299"/>
              <a:gd name="connsiteX2028" fmla="*/ 437677 w 2407299"/>
              <a:gd name="connsiteY2028" fmla="*/ 1750768 h 2407299"/>
              <a:gd name="connsiteX2029" fmla="*/ 364736 w 2407299"/>
              <a:gd name="connsiteY2029" fmla="*/ 1750768 h 2407299"/>
              <a:gd name="connsiteX2030" fmla="*/ 437677 w 2407299"/>
              <a:gd name="connsiteY2030" fmla="*/ 1750768 h 2407299"/>
              <a:gd name="connsiteX2031" fmla="*/ 437677 w 2407299"/>
              <a:gd name="connsiteY2031" fmla="*/ 1823710 h 2407299"/>
              <a:gd name="connsiteX2032" fmla="*/ 510648 w 2407299"/>
              <a:gd name="connsiteY2032" fmla="*/ 1823710 h 2407299"/>
              <a:gd name="connsiteX2033" fmla="*/ 510648 w 2407299"/>
              <a:gd name="connsiteY2033" fmla="*/ 1750768 h 2407299"/>
              <a:gd name="connsiteX2034" fmla="*/ 437677 w 2407299"/>
              <a:gd name="connsiteY2034" fmla="*/ 1750768 h 2407299"/>
              <a:gd name="connsiteX2035" fmla="*/ 510648 w 2407299"/>
              <a:gd name="connsiteY2035" fmla="*/ 1750768 h 2407299"/>
              <a:gd name="connsiteX2036" fmla="*/ 510648 w 2407299"/>
              <a:gd name="connsiteY2036" fmla="*/ 1823710 h 2407299"/>
              <a:gd name="connsiteX2037" fmla="*/ 583589 w 2407299"/>
              <a:gd name="connsiteY2037" fmla="*/ 1823710 h 2407299"/>
              <a:gd name="connsiteX2038" fmla="*/ 583589 w 2407299"/>
              <a:gd name="connsiteY2038" fmla="*/ 1750768 h 2407299"/>
              <a:gd name="connsiteX2039" fmla="*/ 510648 w 2407299"/>
              <a:gd name="connsiteY2039" fmla="*/ 1750768 h 2407299"/>
              <a:gd name="connsiteX2040" fmla="*/ 583589 w 2407299"/>
              <a:gd name="connsiteY2040" fmla="*/ 1750768 h 2407299"/>
              <a:gd name="connsiteX2041" fmla="*/ 583589 w 2407299"/>
              <a:gd name="connsiteY2041" fmla="*/ 1823710 h 2407299"/>
              <a:gd name="connsiteX2042" fmla="*/ 656531 w 2407299"/>
              <a:gd name="connsiteY2042" fmla="*/ 1823710 h 2407299"/>
              <a:gd name="connsiteX2043" fmla="*/ 656531 w 2407299"/>
              <a:gd name="connsiteY2043" fmla="*/ 1750768 h 2407299"/>
              <a:gd name="connsiteX2044" fmla="*/ 583589 w 2407299"/>
              <a:gd name="connsiteY2044" fmla="*/ 1750768 h 2407299"/>
              <a:gd name="connsiteX2045" fmla="*/ 802443 w 2407299"/>
              <a:gd name="connsiteY2045" fmla="*/ 1750768 h 2407299"/>
              <a:gd name="connsiteX2046" fmla="*/ 802443 w 2407299"/>
              <a:gd name="connsiteY2046" fmla="*/ 1823710 h 2407299"/>
              <a:gd name="connsiteX2047" fmla="*/ 875384 w 2407299"/>
              <a:gd name="connsiteY2047" fmla="*/ 1823710 h 2407299"/>
              <a:gd name="connsiteX2048" fmla="*/ 875384 w 2407299"/>
              <a:gd name="connsiteY2048" fmla="*/ 1750768 h 2407299"/>
              <a:gd name="connsiteX2049" fmla="*/ 802443 w 2407299"/>
              <a:gd name="connsiteY2049" fmla="*/ 1750768 h 2407299"/>
              <a:gd name="connsiteX2050" fmla="*/ 875384 w 2407299"/>
              <a:gd name="connsiteY2050" fmla="*/ 1750768 h 2407299"/>
              <a:gd name="connsiteX2051" fmla="*/ 875384 w 2407299"/>
              <a:gd name="connsiteY2051" fmla="*/ 1823710 h 2407299"/>
              <a:gd name="connsiteX2052" fmla="*/ 948325 w 2407299"/>
              <a:gd name="connsiteY2052" fmla="*/ 1823710 h 2407299"/>
              <a:gd name="connsiteX2053" fmla="*/ 948325 w 2407299"/>
              <a:gd name="connsiteY2053" fmla="*/ 1750768 h 2407299"/>
              <a:gd name="connsiteX2054" fmla="*/ 875384 w 2407299"/>
              <a:gd name="connsiteY2054" fmla="*/ 1750768 h 2407299"/>
              <a:gd name="connsiteX2055" fmla="*/ 1021267 w 2407299"/>
              <a:gd name="connsiteY2055" fmla="*/ 1750768 h 2407299"/>
              <a:gd name="connsiteX2056" fmla="*/ 1021267 w 2407299"/>
              <a:gd name="connsiteY2056" fmla="*/ 1823710 h 2407299"/>
              <a:gd name="connsiteX2057" fmla="*/ 1094238 w 2407299"/>
              <a:gd name="connsiteY2057" fmla="*/ 1823710 h 2407299"/>
              <a:gd name="connsiteX2058" fmla="*/ 1094238 w 2407299"/>
              <a:gd name="connsiteY2058" fmla="*/ 1750768 h 2407299"/>
              <a:gd name="connsiteX2059" fmla="*/ 1021267 w 2407299"/>
              <a:gd name="connsiteY2059" fmla="*/ 1750768 h 2407299"/>
              <a:gd name="connsiteX2060" fmla="*/ 1094238 w 2407299"/>
              <a:gd name="connsiteY2060" fmla="*/ 1750768 h 2407299"/>
              <a:gd name="connsiteX2061" fmla="*/ 1094238 w 2407299"/>
              <a:gd name="connsiteY2061" fmla="*/ 1823710 h 2407299"/>
              <a:gd name="connsiteX2062" fmla="*/ 1167179 w 2407299"/>
              <a:gd name="connsiteY2062" fmla="*/ 1823710 h 2407299"/>
              <a:gd name="connsiteX2063" fmla="*/ 1167179 w 2407299"/>
              <a:gd name="connsiteY2063" fmla="*/ 1750768 h 2407299"/>
              <a:gd name="connsiteX2064" fmla="*/ 1094238 w 2407299"/>
              <a:gd name="connsiteY2064" fmla="*/ 1750768 h 2407299"/>
              <a:gd name="connsiteX2065" fmla="*/ 1386033 w 2407299"/>
              <a:gd name="connsiteY2065" fmla="*/ 1750768 h 2407299"/>
              <a:gd name="connsiteX2066" fmla="*/ 1386033 w 2407299"/>
              <a:gd name="connsiteY2066" fmla="*/ 1823710 h 2407299"/>
              <a:gd name="connsiteX2067" fmla="*/ 1458974 w 2407299"/>
              <a:gd name="connsiteY2067" fmla="*/ 1823710 h 2407299"/>
              <a:gd name="connsiteX2068" fmla="*/ 1458974 w 2407299"/>
              <a:gd name="connsiteY2068" fmla="*/ 1750768 h 2407299"/>
              <a:gd name="connsiteX2069" fmla="*/ 1386033 w 2407299"/>
              <a:gd name="connsiteY2069" fmla="*/ 1750768 h 2407299"/>
              <a:gd name="connsiteX2070" fmla="*/ 1458974 w 2407299"/>
              <a:gd name="connsiteY2070" fmla="*/ 1750768 h 2407299"/>
              <a:gd name="connsiteX2071" fmla="*/ 1458974 w 2407299"/>
              <a:gd name="connsiteY2071" fmla="*/ 1823710 h 2407299"/>
              <a:gd name="connsiteX2072" fmla="*/ 1531915 w 2407299"/>
              <a:gd name="connsiteY2072" fmla="*/ 1823710 h 2407299"/>
              <a:gd name="connsiteX2073" fmla="*/ 1531915 w 2407299"/>
              <a:gd name="connsiteY2073" fmla="*/ 1750768 h 2407299"/>
              <a:gd name="connsiteX2074" fmla="*/ 1458974 w 2407299"/>
              <a:gd name="connsiteY2074" fmla="*/ 1750768 h 2407299"/>
              <a:gd name="connsiteX2075" fmla="*/ 1677827 w 2407299"/>
              <a:gd name="connsiteY2075" fmla="*/ 1750768 h 2407299"/>
              <a:gd name="connsiteX2076" fmla="*/ 1677827 w 2407299"/>
              <a:gd name="connsiteY2076" fmla="*/ 1823710 h 2407299"/>
              <a:gd name="connsiteX2077" fmla="*/ 1750768 w 2407299"/>
              <a:gd name="connsiteY2077" fmla="*/ 1823710 h 2407299"/>
              <a:gd name="connsiteX2078" fmla="*/ 1750768 w 2407299"/>
              <a:gd name="connsiteY2078" fmla="*/ 1750768 h 2407299"/>
              <a:gd name="connsiteX2079" fmla="*/ 1677827 w 2407299"/>
              <a:gd name="connsiteY2079" fmla="*/ 1750768 h 2407299"/>
              <a:gd name="connsiteX2080" fmla="*/ 1750768 w 2407299"/>
              <a:gd name="connsiteY2080" fmla="*/ 1750768 h 2407299"/>
              <a:gd name="connsiteX2081" fmla="*/ 1750768 w 2407299"/>
              <a:gd name="connsiteY2081" fmla="*/ 1823710 h 2407299"/>
              <a:gd name="connsiteX2082" fmla="*/ 1823710 w 2407299"/>
              <a:gd name="connsiteY2082" fmla="*/ 1823710 h 2407299"/>
              <a:gd name="connsiteX2083" fmla="*/ 1823710 w 2407299"/>
              <a:gd name="connsiteY2083" fmla="*/ 1750768 h 2407299"/>
              <a:gd name="connsiteX2084" fmla="*/ 1750768 w 2407299"/>
              <a:gd name="connsiteY2084" fmla="*/ 1750768 h 2407299"/>
              <a:gd name="connsiteX2085" fmla="*/ 1823710 w 2407299"/>
              <a:gd name="connsiteY2085" fmla="*/ 1750768 h 2407299"/>
              <a:gd name="connsiteX2086" fmla="*/ 1823710 w 2407299"/>
              <a:gd name="connsiteY2086" fmla="*/ 1823710 h 2407299"/>
              <a:gd name="connsiteX2087" fmla="*/ 1896651 w 2407299"/>
              <a:gd name="connsiteY2087" fmla="*/ 1823710 h 2407299"/>
              <a:gd name="connsiteX2088" fmla="*/ 1896651 w 2407299"/>
              <a:gd name="connsiteY2088" fmla="*/ 1750768 h 2407299"/>
              <a:gd name="connsiteX2089" fmla="*/ 1823710 w 2407299"/>
              <a:gd name="connsiteY2089" fmla="*/ 1750768 h 2407299"/>
              <a:gd name="connsiteX2090" fmla="*/ 1896651 w 2407299"/>
              <a:gd name="connsiteY2090" fmla="*/ 1750768 h 2407299"/>
              <a:gd name="connsiteX2091" fmla="*/ 1896651 w 2407299"/>
              <a:gd name="connsiteY2091" fmla="*/ 1823710 h 2407299"/>
              <a:gd name="connsiteX2092" fmla="*/ 1969622 w 2407299"/>
              <a:gd name="connsiteY2092" fmla="*/ 1823710 h 2407299"/>
              <a:gd name="connsiteX2093" fmla="*/ 1969622 w 2407299"/>
              <a:gd name="connsiteY2093" fmla="*/ 1750768 h 2407299"/>
              <a:gd name="connsiteX2094" fmla="*/ 1896651 w 2407299"/>
              <a:gd name="connsiteY2094" fmla="*/ 1750768 h 2407299"/>
              <a:gd name="connsiteX2095" fmla="*/ 1969622 w 2407299"/>
              <a:gd name="connsiteY2095" fmla="*/ 1750768 h 2407299"/>
              <a:gd name="connsiteX2096" fmla="*/ 1969622 w 2407299"/>
              <a:gd name="connsiteY2096" fmla="*/ 1823710 h 2407299"/>
              <a:gd name="connsiteX2097" fmla="*/ 2042563 w 2407299"/>
              <a:gd name="connsiteY2097" fmla="*/ 1823710 h 2407299"/>
              <a:gd name="connsiteX2098" fmla="*/ 2042563 w 2407299"/>
              <a:gd name="connsiteY2098" fmla="*/ 1750768 h 2407299"/>
              <a:gd name="connsiteX2099" fmla="*/ 1969622 w 2407299"/>
              <a:gd name="connsiteY2099" fmla="*/ 1750768 h 2407299"/>
              <a:gd name="connsiteX2100" fmla="*/ 2042563 w 2407299"/>
              <a:gd name="connsiteY2100" fmla="*/ 1750768 h 2407299"/>
              <a:gd name="connsiteX2101" fmla="*/ 2042563 w 2407299"/>
              <a:gd name="connsiteY2101" fmla="*/ 1823710 h 2407299"/>
              <a:gd name="connsiteX2102" fmla="*/ 2115504 w 2407299"/>
              <a:gd name="connsiteY2102" fmla="*/ 1823710 h 2407299"/>
              <a:gd name="connsiteX2103" fmla="*/ 2115504 w 2407299"/>
              <a:gd name="connsiteY2103" fmla="*/ 1750768 h 2407299"/>
              <a:gd name="connsiteX2104" fmla="*/ 2042563 w 2407299"/>
              <a:gd name="connsiteY2104" fmla="*/ 1750768 h 2407299"/>
              <a:gd name="connsiteX2105" fmla="*/ 2115504 w 2407299"/>
              <a:gd name="connsiteY2105" fmla="*/ 1750768 h 2407299"/>
              <a:gd name="connsiteX2106" fmla="*/ 2115504 w 2407299"/>
              <a:gd name="connsiteY2106" fmla="*/ 1823710 h 2407299"/>
              <a:gd name="connsiteX2107" fmla="*/ 2188446 w 2407299"/>
              <a:gd name="connsiteY2107" fmla="*/ 1823710 h 2407299"/>
              <a:gd name="connsiteX2108" fmla="*/ 2188446 w 2407299"/>
              <a:gd name="connsiteY2108" fmla="*/ 1750768 h 2407299"/>
              <a:gd name="connsiteX2109" fmla="*/ 2115504 w 2407299"/>
              <a:gd name="connsiteY2109" fmla="*/ 1750768 h 2407299"/>
              <a:gd name="connsiteX2110" fmla="*/ 2188446 w 2407299"/>
              <a:gd name="connsiteY2110" fmla="*/ 1750768 h 2407299"/>
              <a:gd name="connsiteX2111" fmla="*/ 2188446 w 2407299"/>
              <a:gd name="connsiteY2111" fmla="*/ 1823710 h 2407299"/>
              <a:gd name="connsiteX2112" fmla="*/ 2261417 w 2407299"/>
              <a:gd name="connsiteY2112" fmla="*/ 1823710 h 2407299"/>
              <a:gd name="connsiteX2113" fmla="*/ 2261417 w 2407299"/>
              <a:gd name="connsiteY2113" fmla="*/ 1750768 h 2407299"/>
              <a:gd name="connsiteX2114" fmla="*/ 2188446 w 2407299"/>
              <a:gd name="connsiteY2114" fmla="*/ 1750768 h 2407299"/>
              <a:gd name="connsiteX2115" fmla="*/ 2261417 w 2407299"/>
              <a:gd name="connsiteY2115" fmla="*/ 1750768 h 2407299"/>
              <a:gd name="connsiteX2116" fmla="*/ 2261417 w 2407299"/>
              <a:gd name="connsiteY2116" fmla="*/ 1823710 h 2407299"/>
              <a:gd name="connsiteX2117" fmla="*/ 2334358 w 2407299"/>
              <a:gd name="connsiteY2117" fmla="*/ 1823710 h 2407299"/>
              <a:gd name="connsiteX2118" fmla="*/ 2334358 w 2407299"/>
              <a:gd name="connsiteY2118" fmla="*/ 1750768 h 2407299"/>
              <a:gd name="connsiteX2119" fmla="*/ 2261417 w 2407299"/>
              <a:gd name="connsiteY2119" fmla="*/ 1750768 h 2407299"/>
              <a:gd name="connsiteX2120" fmla="*/ 875384 w 2407299"/>
              <a:gd name="connsiteY2120" fmla="*/ 1823710 h 2407299"/>
              <a:gd name="connsiteX2121" fmla="*/ 875384 w 2407299"/>
              <a:gd name="connsiteY2121" fmla="*/ 1896651 h 2407299"/>
              <a:gd name="connsiteX2122" fmla="*/ 948325 w 2407299"/>
              <a:gd name="connsiteY2122" fmla="*/ 1896651 h 2407299"/>
              <a:gd name="connsiteX2123" fmla="*/ 948325 w 2407299"/>
              <a:gd name="connsiteY2123" fmla="*/ 1823710 h 2407299"/>
              <a:gd name="connsiteX2124" fmla="*/ 875384 w 2407299"/>
              <a:gd name="connsiteY2124" fmla="*/ 1823710 h 2407299"/>
              <a:gd name="connsiteX2125" fmla="*/ 948325 w 2407299"/>
              <a:gd name="connsiteY2125" fmla="*/ 1823710 h 2407299"/>
              <a:gd name="connsiteX2126" fmla="*/ 948325 w 2407299"/>
              <a:gd name="connsiteY2126" fmla="*/ 1896651 h 2407299"/>
              <a:gd name="connsiteX2127" fmla="*/ 1021267 w 2407299"/>
              <a:gd name="connsiteY2127" fmla="*/ 1896651 h 2407299"/>
              <a:gd name="connsiteX2128" fmla="*/ 1021267 w 2407299"/>
              <a:gd name="connsiteY2128" fmla="*/ 1823710 h 2407299"/>
              <a:gd name="connsiteX2129" fmla="*/ 948325 w 2407299"/>
              <a:gd name="connsiteY2129" fmla="*/ 1823710 h 2407299"/>
              <a:gd name="connsiteX2130" fmla="*/ 1094238 w 2407299"/>
              <a:gd name="connsiteY2130" fmla="*/ 1823710 h 2407299"/>
              <a:gd name="connsiteX2131" fmla="*/ 1094238 w 2407299"/>
              <a:gd name="connsiteY2131" fmla="*/ 1896651 h 2407299"/>
              <a:gd name="connsiteX2132" fmla="*/ 1167179 w 2407299"/>
              <a:gd name="connsiteY2132" fmla="*/ 1896651 h 2407299"/>
              <a:gd name="connsiteX2133" fmla="*/ 1167179 w 2407299"/>
              <a:gd name="connsiteY2133" fmla="*/ 1823710 h 2407299"/>
              <a:gd name="connsiteX2134" fmla="*/ 1094238 w 2407299"/>
              <a:gd name="connsiteY2134" fmla="*/ 1823710 h 2407299"/>
              <a:gd name="connsiteX2135" fmla="*/ 1167179 w 2407299"/>
              <a:gd name="connsiteY2135" fmla="*/ 1823710 h 2407299"/>
              <a:gd name="connsiteX2136" fmla="*/ 1167179 w 2407299"/>
              <a:gd name="connsiteY2136" fmla="*/ 1896651 h 2407299"/>
              <a:gd name="connsiteX2137" fmla="*/ 1240120 w 2407299"/>
              <a:gd name="connsiteY2137" fmla="*/ 1896651 h 2407299"/>
              <a:gd name="connsiteX2138" fmla="*/ 1240120 w 2407299"/>
              <a:gd name="connsiteY2138" fmla="*/ 1823710 h 2407299"/>
              <a:gd name="connsiteX2139" fmla="*/ 1167179 w 2407299"/>
              <a:gd name="connsiteY2139" fmla="*/ 1823710 h 2407299"/>
              <a:gd name="connsiteX2140" fmla="*/ 1386033 w 2407299"/>
              <a:gd name="connsiteY2140" fmla="*/ 1823710 h 2407299"/>
              <a:gd name="connsiteX2141" fmla="*/ 1386033 w 2407299"/>
              <a:gd name="connsiteY2141" fmla="*/ 1896651 h 2407299"/>
              <a:gd name="connsiteX2142" fmla="*/ 1458974 w 2407299"/>
              <a:gd name="connsiteY2142" fmla="*/ 1896651 h 2407299"/>
              <a:gd name="connsiteX2143" fmla="*/ 1458974 w 2407299"/>
              <a:gd name="connsiteY2143" fmla="*/ 1823710 h 2407299"/>
              <a:gd name="connsiteX2144" fmla="*/ 1386033 w 2407299"/>
              <a:gd name="connsiteY2144" fmla="*/ 1823710 h 2407299"/>
              <a:gd name="connsiteX2145" fmla="*/ 1604856 w 2407299"/>
              <a:gd name="connsiteY2145" fmla="*/ 1823710 h 2407299"/>
              <a:gd name="connsiteX2146" fmla="*/ 1604856 w 2407299"/>
              <a:gd name="connsiteY2146" fmla="*/ 1896651 h 2407299"/>
              <a:gd name="connsiteX2147" fmla="*/ 1677827 w 2407299"/>
              <a:gd name="connsiteY2147" fmla="*/ 1896651 h 2407299"/>
              <a:gd name="connsiteX2148" fmla="*/ 1677827 w 2407299"/>
              <a:gd name="connsiteY2148" fmla="*/ 1823710 h 2407299"/>
              <a:gd name="connsiteX2149" fmla="*/ 1604856 w 2407299"/>
              <a:gd name="connsiteY2149" fmla="*/ 1823710 h 2407299"/>
              <a:gd name="connsiteX2150" fmla="*/ 1750768 w 2407299"/>
              <a:gd name="connsiteY2150" fmla="*/ 1823710 h 2407299"/>
              <a:gd name="connsiteX2151" fmla="*/ 1750768 w 2407299"/>
              <a:gd name="connsiteY2151" fmla="*/ 1896651 h 2407299"/>
              <a:gd name="connsiteX2152" fmla="*/ 1823710 w 2407299"/>
              <a:gd name="connsiteY2152" fmla="*/ 1896651 h 2407299"/>
              <a:gd name="connsiteX2153" fmla="*/ 1823710 w 2407299"/>
              <a:gd name="connsiteY2153" fmla="*/ 1823710 h 2407299"/>
              <a:gd name="connsiteX2154" fmla="*/ 1750768 w 2407299"/>
              <a:gd name="connsiteY2154" fmla="*/ 1823710 h 2407299"/>
              <a:gd name="connsiteX2155" fmla="*/ 2042563 w 2407299"/>
              <a:gd name="connsiteY2155" fmla="*/ 1823710 h 2407299"/>
              <a:gd name="connsiteX2156" fmla="*/ 2042563 w 2407299"/>
              <a:gd name="connsiteY2156" fmla="*/ 1896651 h 2407299"/>
              <a:gd name="connsiteX2157" fmla="*/ 2115504 w 2407299"/>
              <a:gd name="connsiteY2157" fmla="*/ 1896651 h 2407299"/>
              <a:gd name="connsiteX2158" fmla="*/ 2115504 w 2407299"/>
              <a:gd name="connsiteY2158" fmla="*/ 1823710 h 2407299"/>
              <a:gd name="connsiteX2159" fmla="*/ 2042563 w 2407299"/>
              <a:gd name="connsiteY2159" fmla="*/ 1823710 h 2407299"/>
              <a:gd name="connsiteX2160" fmla="*/ 2188446 w 2407299"/>
              <a:gd name="connsiteY2160" fmla="*/ 1823710 h 2407299"/>
              <a:gd name="connsiteX2161" fmla="*/ 2188446 w 2407299"/>
              <a:gd name="connsiteY2161" fmla="*/ 1896651 h 2407299"/>
              <a:gd name="connsiteX2162" fmla="*/ 2261417 w 2407299"/>
              <a:gd name="connsiteY2162" fmla="*/ 1896651 h 2407299"/>
              <a:gd name="connsiteX2163" fmla="*/ 2261417 w 2407299"/>
              <a:gd name="connsiteY2163" fmla="*/ 1823710 h 2407299"/>
              <a:gd name="connsiteX2164" fmla="*/ 2188446 w 2407299"/>
              <a:gd name="connsiteY2164" fmla="*/ 1823710 h 2407299"/>
              <a:gd name="connsiteX2165" fmla="*/ 2261417 w 2407299"/>
              <a:gd name="connsiteY2165" fmla="*/ 1823710 h 2407299"/>
              <a:gd name="connsiteX2166" fmla="*/ 2261417 w 2407299"/>
              <a:gd name="connsiteY2166" fmla="*/ 1896651 h 2407299"/>
              <a:gd name="connsiteX2167" fmla="*/ 2334358 w 2407299"/>
              <a:gd name="connsiteY2167" fmla="*/ 1896651 h 2407299"/>
              <a:gd name="connsiteX2168" fmla="*/ 2334358 w 2407299"/>
              <a:gd name="connsiteY2168" fmla="*/ 1823710 h 2407299"/>
              <a:gd name="connsiteX2169" fmla="*/ 2261417 w 2407299"/>
              <a:gd name="connsiteY2169" fmla="*/ 1823710 h 2407299"/>
              <a:gd name="connsiteX2170" fmla="*/ 0 w 2407299"/>
              <a:gd name="connsiteY2170" fmla="*/ 1896651 h 2407299"/>
              <a:gd name="connsiteX2171" fmla="*/ 0 w 2407299"/>
              <a:gd name="connsiteY2171" fmla="*/ 1969622 h 2407299"/>
              <a:gd name="connsiteX2172" fmla="*/ 72941 w 2407299"/>
              <a:gd name="connsiteY2172" fmla="*/ 1969622 h 2407299"/>
              <a:gd name="connsiteX2173" fmla="*/ 72941 w 2407299"/>
              <a:gd name="connsiteY2173" fmla="*/ 1896651 h 2407299"/>
              <a:gd name="connsiteX2174" fmla="*/ 0 w 2407299"/>
              <a:gd name="connsiteY2174" fmla="*/ 1896651 h 2407299"/>
              <a:gd name="connsiteX2175" fmla="*/ 72941 w 2407299"/>
              <a:gd name="connsiteY2175" fmla="*/ 1896651 h 2407299"/>
              <a:gd name="connsiteX2176" fmla="*/ 72941 w 2407299"/>
              <a:gd name="connsiteY2176" fmla="*/ 1969622 h 2407299"/>
              <a:gd name="connsiteX2177" fmla="*/ 145882 w 2407299"/>
              <a:gd name="connsiteY2177" fmla="*/ 1969622 h 2407299"/>
              <a:gd name="connsiteX2178" fmla="*/ 145882 w 2407299"/>
              <a:gd name="connsiteY2178" fmla="*/ 1896651 h 2407299"/>
              <a:gd name="connsiteX2179" fmla="*/ 72941 w 2407299"/>
              <a:gd name="connsiteY2179" fmla="*/ 1896651 h 2407299"/>
              <a:gd name="connsiteX2180" fmla="*/ 145882 w 2407299"/>
              <a:gd name="connsiteY2180" fmla="*/ 1896651 h 2407299"/>
              <a:gd name="connsiteX2181" fmla="*/ 145882 w 2407299"/>
              <a:gd name="connsiteY2181" fmla="*/ 1969622 h 2407299"/>
              <a:gd name="connsiteX2182" fmla="*/ 218854 w 2407299"/>
              <a:gd name="connsiteY2182" fmla="*/ 1969622 h 2407299"/>
              <a:gd name="connsiteX2183" fmla="*/ 218854 w 2407299"/>
              <a:gd name="connsiteY2183" fmla="*/ 1896651 h 2407299"/>
              <a:gd name="connsiteX2184" fmla="*/ 145882 w 2407299"/>
              <a:gd name="connsiteY2184" fmla="*/ 1896651 h 2407299"/>
              <a:gd name="connsiteX2185" fmla="*/ 218854 w 2407299"/>
              <a:gd name="connsiteY2185" fmla="*/ 1896651 h 2407299"/>
              <a:gd name="connsiteX2186" fmla="*/ 218854 w 2407299"/>
              <a:gd name="connsiteY2186" fmla="*/ 1969622 h 2407299"/>
              <a:gd name="connsiteX2187" fmla="*/ 291795 w 2407299"/>
              <a:gd name="connsiteY2187" fmla="*/ 1969622 h 2407299"/>
              <a:gd name="connsiteX2188" fmla="*/ 291795 w 2407299"/>
              <a:gd name="connsiteY2188" fmla="*/ 1896651 h 2407299"/>
              <a:gd name="connsiteX2189" fmla="*/ 218854 w 2407299"/>
              <a:gd name="connsiteY2189" fmla="*/ 1896651 h 2407299"/>
              <a:gd name="connsiteX2190" fmla="*/ 291795 w 2407299"/>
              <a:gd name="connsiteY2190" fmla="*/ 1896651 h 2407299"/>
              <a:gd name="connsiteX2191" fmla="*/ 291795 w 2407299"/>
              <a:gd name="connsiteY2191" fmla="*/ 1969622 h 2407299"/>
              <a:gd name="connsiteX2192" fmla="*/ 364736 w 2407299"/>
              <a:gd name="connsiteY2192" fmla="*/ 1969622 h 2407299"/>
              <a:gd name="connsiteX2193" fmla="*/ 364736 w 2407299"/>
              <a:gd name="connsiteY2193" fmla="*/ 1896651 h 2407299"/>
              <a:gd name="connsiteX2194" fmla="*/ 291795 w 2407299"/>
              <a:gd name="connsiteY2194" fmla="*/ 1896651 h 2407299"/>
              <a:gd name="connsiteX2195" fmla="*/ 364736 w 2407299"/>
              <a:gd name="connsiteY2195" fmla="*/ 1896651 h 2407299"/>
              <a:gd name="connsiteX2196" fmla="*/ 364736 w 2407299"/>
              <a:gd name="connsiteY2196" fmla="*/ 1969622 h 2407299"/>
              <a:gd name="connsiteX2197" fmla="*/ 437677 w 2407299"/>
              <a:gd name="connsiteY2197" fmla="*/ 1969622 h 2407299"/>
              <a:gd name="connsiteX2198" fmla="*/ 437677 w 2407299"/>
              <a:gd name="connsiteY2198" fmla="*/ 1896651 h 2407299"/>
              <a:gd name="connsiteX2199" fmla="*/ 364736 w 2407299"/>
              <a:gd name="connsiteY2199" fmla="*/ 1896651 h 2407299"/>
              <a:gd name="connsiteX2200" fmla="*/ 437677 w 2407299"/>
              <a:gd name="connsiteY2200" fmla="*/ 1896651 h 2407299"/>
              <a:gd name="connsiteX2201" fmla="*/ 437677 w 2407299"/>
              <a:gd name="connsiteY2201" fmla="*/ 1969622 h 2407299"/>
              <a:gd name="connsiteX2202" fmla="*/ 510648 w 2407299"/>
              <a:gd name="connsiteY2202" fmla="*/ 1969622 h 2407299"/>
              <a:gd name="connsiteX2203" fmla="*/ 510648 w 2407299"/>
              <a:gd name="connsiteY2203" fmla="*/ 1896651 h 2407299"/>
              <a:gd name="connsiteX2204" fmla="*/ 437677 w 2407299"/>
              <a:gd name="connsiteY2204" fmla="*/ 1896651 h 2407299"/>
              <a:gd name="connsiteX2205" fmla="*/ 583589 w 2407299"/>
              <a:gd name="connsiteY2205" fmla="*/ 1896651 h 2407299"/>
              <a:gd name="connsiteX2206" fmla="*/ 583589 w 2407299"/>
              <a:gd name="connsiteY2206" fmla="*/ 1969622 h 2407299"/>
              <a:gd name="connsiteX2207" fmla="*/ 656531 w 2407299"/>
              <a:gd name="connsiteY2207" fmla="*/ 1969622 h 2407299"/>
              <a:gd name="connsiteX2208" fmla="*/ 656531 w 2407299"/>
              <a:gd name="connsiteY2208" fmla="*/ 1896651 h 2407299"/>
              <a:gd name="connsiteX2209" fmla="*/ 583589 w 2407299"/>
              <a:gd name="connsiteY2209" fmla="*/ 1896651 h 2407299"/>
              <a:gd name="connsiteX2210" fmla="*/ 656531 w 2407299"/>
              <a:gd name="connsiteY2210" fmla="*/ 1896651 h 2407299"/>
              <a:gd name="connsiteX2211" fmla="*/ 656531 w 2407299"/>
              <a:gd name="connsiteY2211" fmla="*/ 1969622 h 2407299"/>
              <a:gd name="connsiteX2212" fmla="*/ 729472 w 2407299"/>
              <a:gd name="connsiteY2212" fmla="*/ 1969622 h 2407299"/>
              <a:gd name="connsiteX2213" fmla="*/ 729472 w 2407299"/>
              <a:gd name="connsiteY2213" fmla="*/ 1896651 h 2407299"/>
              <a:gd name="connsiteX2214" fmla="*/ 656531 w 2407299"/>
              <a:gd name="connsiteY2214" fmla="*/ 1896651 h 2407299"/>
              <a:gd name="connsiteX2215" fmla="*/ 729472 w 2407299"/>
              <a:gd name="connsiteY2215" fmla="*/ 1896651 h 2407299"/>
              <a:gd name="connsiteX2216" fmla="*/ 729472 w 2407299"/>
              <a:gd name="connsiteY2216" fmla="*/ 1969622 h 2407299"/>
              <a:gd name="connsiteX2217" fmla="*/ 802443 w 2407299"/>
              <a:gd name="connsiteY2217" fmla="*/ 1969622 h 2407299"/>
              <a:gd name="connsiteX2218" fmla="*/ 802443 w 2407299"/>
              <a:gd name="connsiteY2218" fmla="*/ 1896651 h 2407299"/>
              <a:gd name="connsiteX2219" fmla="*/ 729472 w 2407299"/>
              <a:gd name="connsiteY2219" fmla="*/ 1896651 h 2407299"/>
              <a:gd name="connsiteX2220" fmla="*/ 802443 w 2407299"/>
              <a:gd name="connsiteY2220" fmla="*/ 1896651 h 2407299"/>
              <a:gd name="connsiteX2221" fmla="*/ 802443 w 2407299"/>
              <a:gd name="connsiteY2221" fmla="*/ 1969622 h 2407299"/>
              <a:gd name="connsiteX2222" fmla="*/ 875384 w 2407299"/>
              <a:gd name="connsiteY2222" fmla="*/ 1969622 h 2407299"/>
              <a:gd name="connsiteX2223" fmla="*/ 875384 w 2407299"/>
              <a:gd name="connsiteY2223" fmla="*/ 1896651 h 2407299"/>
              <a:gd name="connsiteX2224" fmla="*/ 802443 w 2407299"/>
              <a:gd name="connsiteY2224" fmla="*/ 1896651 h 2407299"/>
              <a:gd name="connsiteX2225" fmla="*/ 1021267 w 2407299"/>
              <a:gd name="connsiteY2225" fmla="*/ 1896651 h 2407299"/>
              <a:gd name="connsiteX2226" fmla="*/ 1021267 w 2407299"/>
              <a:gd name="connsiteY2226" fmla="*/ 1969622 h 2407299"/>
              <a:gd name="connsiteX2227" fmla="*/ 1094238 w 2407299"/>
              <a:gd name="connsiteY2227" fmla="*/ 1969622 h 2407299"/>
              <a:gd name="connsiteX2228" fmla="*/ 1094238 w 2407299"/>
              <a:gd name="connsiteY2228" fmla="*/ 1896651 h 2407299"/>
              <a:gd name="connsiteX2229" fmla="*/ 1021267 w 2407299"/>
              <a:gd name="connsiteY2229" fmla="*/ 1896651 h 2407299"/>
              <a:gd name="connsiteX2230" fmla="*/ 1094238 w 2407299"/>
              <a:gd name="connsiteY2230" fmla="*/ 1896651 h 2407299"/>
              <a:gd name="connsiteX2231" fmla="*/ 1094238 w 2407299"/>
              <a:gd name="connsiteY2231" fmla="*/ 1969622 h 2407299"/>
              <a:gd name="connsiteX2232" fmla="*/ 1167179 w 2407299"/>
              <a:gd name="connsiteY2232" fmla="*/ 1969622 h 2407299"/>
              <a:gd name="connsiteX2233" fmla="*/ 1167179 w 2407299"/>
              <a:gd name="connsiteY2233" fmla="*/ 1896651 h 2407299"/>
              <a:gd name="connsiteX2234" fmla="*/ 1094238 w 2407299"/>
              <a:gd name="connsiteY2234" fmla="*/ 1896651 h 2407299"/>
              <a:gd name="connsiteX2235" fmla="*/ 1167179 w 2407299"/>
              <a:gd name="connsiteY2235" fmla="*/ 1896651 h 2407299"/>
              <a:gd name="connsiteX2236" fmla="*/ 1167179 w 2407299"/>
              <a:gd name="connsiteY2236" fmla="*/ 1969622 h 2407299"/>
              <a:gd name="connsiteX2237" fmla="*/ 1240120 w 2407299"/>
              <a:gd name="connsiteY2237" fmla="*/ 1969622 h 2407299"/>
              <a:gd name="connsiteX2238" fmla="*/ 1240120 w 2407299"/>
              <a:gd name="connsiteY2238" fmla="*/ 1896651 h 2407299"/>
              <a:gd name="connsiteX2239" fmla="*/ 1167179 w 2407299"/>
              <a:gd name="connsiteY2239" fmla="*/ 1896651 h 2407299"/>
              <a:gd name="connsiteX2240" fmla="*/ 1240120 w 2407299"/>
              <a:gd name="connsiteY2240" fmla="*/ 1896651 h 2407299"/>
              <a:gd name="connsiteX2241" fmla="*/ 1240120 w 2407299"/>
              <a:gd name="connsiteY2241" fmla="*/ 1969622 h 2407299"/>
              <a:gd name="connsiteX2242" fmla="*/ 1313061 w 2407299"/>
              <a:gd name="connsiteY2242" fmla="*/ 1969622 h 2407299"/>
              <a:gd name="connsiteX2243" fmla="*/ 1313061 w 2407299"/>
              <a:gd name="connsiteY2243" fmla="*/ 1896651 h 2407299"/>
              <a:gd name="connsiteX2244" fmla="*/ 1240120 w 2407299"/>
              <a:gd name="connsiteY2244" fmla="*/ 1896651 h 2407299"/>
              <a:gd name="connsiteX2245" fmla="*/ 1531915 w 2407299"/>
              <a:gd name="connsiteY2245" fmla="*/ 1896651 h 2407299"/>
              <a:gd name="connsiteX2246" fmla="*/ 1531915 w 2407299"/>
              <a:gd name="connsiteY2246" fmla="*/ 1969622 h 2407299"/>
              <a:gd name="connsiteX2247" fmla="*/ 1604856 w 2407299"/>
              <a:gd name="connsiteY2247" fmla="*/ 1969622 h 2407299"/>
              <a:gd name="connsiteX2248" fmla="*/ 1604856 w 2407299"/>
              <a:gd name="connsiteY2248" fmla="*/ 1896651 h 2407299"/>
              <a:gd name="connsiteX2249" fmla="*/ 1531915 w 2407299"/>
              <a:gd name="connsiteY2249" fmla="*/ 1896651 h 2407299"/>
              <a:gd name="connsiteX2250" fmla="*/ 1604856 w 2407299"/>
              <a:gd name="connsiteY2250" fmla="*/ 1896651 h 2407299"/>
              <a:gd name="connsiteX2251" fmla="*/ 1604856 w 2407299"/>
              <a:gd name="connsiteY2251" fmla="*/ 1969622 h 2407299"/>
              <a:gd name="connsiteX2252" fmla="*/ 1677827 w 2407299"/>
              <a:gd name="connsiteY2252" fmla="*/ 1969622 h 2407299"/>
              <a:gd name="connsiteX2253" fmla="*/ 1677827 w 2407299"/>
              <a:gd name="connsiteY2253" fmla="*/ 1896651 h 2407299"/>
              <a:gd name="connsiteX2254" fmla="*/ 1604856 w 2407299"/>
              <a:gd name="connsiteY2254" fmla="*/ 1896651 h 2407299"/>
              <a:gd name="connsiteX2255" fmla="*/ 1677827 w 2407299"/>
              <a:gd name="connsiteY2255" fmla="*/ 1896651 h 2407299"/>
              <a:gd name="connsiteX2256" fmla="*/ 1677827 w 2407299"/>
              <a:gd name="connsiteY2256" fmla="*/ 1969622 h 2407299"/>
              <a:gd name="connsiteX2257" fmla="*/ 1750768 w 2407299"/>
              <a:gd name="connsiteY2257" fmla="*/ 1969622 h 2407299"/>
              <a:gd name="connsiteX2258" fmla="*/ 1750768 w 2407299"/>
              <a:gd name="connsiteY2258" fmla="*/ 1896651 h 2407299"/>
              <a:gd name="connsiteX2259" fmla="*/ 1677827 w 2407299"/>
              <a:gd name="connsiteY2259" fmla="*/ 1896651 h 2407299"/>
              <a:gd name="connsiteX2260" fmla="*/ 1750768 w 2407299"/>
              <a:gd name="connsiteY2260" fmla="*/ 1896651 h 2407299"/>
              <a:gd name="connsiteX2261" fmla="*/ 1750768 w 2407299"/>
              <a:gd name="connsiteY2261" fmla="*/ 1969622 h 2407299"/>
              <a:gd name="connsiteX2262" fmla="*/ 1823710 w 2407299"/>
              <a:gd name="connsiteY2262" fmla="*/ 1969622 h 2407299"/>
              <a:gd name="connsiteX2263" fmla="*/ 1823710 w 2407299"/>
              <a:gd name="connsiteY2263" fmla="*/ 1896651 h 2407299"/>
              <a:gd name="connsiteX2264" fmla="*/ 1750768 w 2407299"/>
              <a:gd name="connsiteY2264" fmla="*/ 1896651 h 2407299"/>
              <a:gd name="connsiteX2265" fmla="*/ 1896651 w 2407299"/>
              <a:gd name="connsiteY2265" fmla="*/ 1896651 h 2407299"/>
              <a:gd name="connsiteX2266" fmla="*/ 1896651 w 2407299"/>
              <a:gd name="connsiteY2266" fmla="*/ 1969622 h 2407299"/>
              <a:gd name="connsiteX2267" fmla="*/ 1969622 w 2407299"/>
              <a:gd name="connsiteY2267" fmla="*/ 1969622 h 2407299"/>
              <a:gd name="connsiteX2268" fmla="*/ 1969622 w 2407299"/>
              <a:gd name="connsiteY2268" fmla="*/ 1896651 h 2407299"/>
              <a:gd name="connsiteX2269" fmla="*/ 1896651 w 2407299"/>
              <a:gd name="connsiteY2269" fmla="*/ 1896651 h 2407299"/>
              <a:gd name="connsiteX2270" fmla="*/ 2042563 w 2407299"/>
              <a:gd name="connsiteY2270" fmla="*/ 1896651 h 2407299"/>
              <a:gd name="connsiteX2271" fmla="*/ 2042563 w 2407299"/>
              <a:gd name="connsiteY2271" fmla="*/ 1969622 h 2407299"/>
              <a:gd name="connsiteX2272" fmla="*/ 2115504 w 2407299"/>
              <a:gd name="connsiteY2272" fmla="*/ 1969622 h 2407299"/>
              <a:gd name="connsiteX2273" fmla="*/ 2115504 w 2407299"/>
              <a:gd name="connsiteY2273" fmla="*/ 1896651 h 2407299"/>
              <a:gd name="connsiteX2274" fmla="*/ 2042563 w 2407299"/>
              <a:gd name="connsiteY2274" fmla="*/ 1896651 h 2407299"/>
              <a:gd name="connsiteX2275" fmla="*/ 2188446 w 2407299"/>
              <a:gd name="connsiteY2275" fmla="*/ 1896651 h 2407299"/>
              <a:gd name="connsiteX2276" fmla="*/ 2188446 w 2407299"/>
              <a:gd name="connsiteY2276" fmla="*/ 1969622 h 2407299"/>
              <a:gd name="connsiteX2277" fmla="*/ 2261417 w 2407299"/>
              <a:gd name="connsiteY2277" fmla="*/ 1969622 h 2407299"/>
              <a:gd name="connsiteX2278" fmla="*/ 2261417 w 2407299"/>
              <a:gd name="connsiteY2278" fmla="*/ 1896651 h 2407299"/>
              <a:gd name="connsiteX2279" fmla="*/ 2188446 w 2407299"/>
              <a:gd name="connsiteY2279" fmla="*/ 1896651 h 2407299"/>
              <a:gd name="connsiteX2280" fmla="*/ 2261417 w 2407299"/>
              <a:gd name="connsiteY2280" fmla="*/ 1896651 h 2407299"/>
              <a:gd name="connsiteX2281" fmla="*/ 2261417 w 2407299"/>
              <a:gd name="connsiteY2281" fmla="*/ 1969622 h 2407299"/>
              <a:gd name="connsiteX2282" fmla="*/ 2334358 w 2407299"/>
              <a:gd name="connsiteY2282" fmla="*/ 1969622 h 2407299"/>
              <a:gd name="connsiteX2283" fmla="*/ 2334358 w 2407299"/>
              <a:gd name="connsiteY2283" fmla="*/ 1896651 h 2407299"/>
              <a:gd name="connsiteX2284" fmla="*/ 2261417 w 2407299"/>
              <a:gd name="connsiteY2284" fmla="*/ 1896651 h 2407299"/>
              <a:gd name="connsiteX2285" fmla="*/ 0 w 2407299"/>
              <a:gd name="connsiteY2285" fmla="*/ 1969622 h 2407299"/>
              <a:gd name="connsiteX2286" fmla="*/ 0 w 2407299"/>
              <a:gd name="connsiteY2286" fmla="*/ 2042563 h 2407299"/>
              <a:gd name="connsiteX2287" fmla="*/ 72941 w 2407299"/>
              <a:gd name="connsiteY2287" fmla="*/ 2042563 h 2407299"/>
              <a:gd name="connsiteX2288" fmla="*/ 72941 w 2407299"/>
              <a:gd name="connsiteY2288" fmla="*/ 1969622 h 2407299"/>
              <a:gd name="connsiteX2289" fmla="*/ 0 w 2407299"/>
              <a:gd name="connsiteY2289" fmla="*/ 1969622 h 2407299"/>
              <a:gd name="connsiteX2290" fmla="*/ 437677 w 2407299"/>
              <a:gd name="connsiteY2290" fmla="*/ 1969622 h 2407299"/>
              <a:gd name="connsiteX2291" fmla="*/ 437677 w 2407299"/>
              <a:gd name="connsiteY2291" fmla="*/ 2042563 h 2407299"/>
              <a:gd name="connsiteX2292" fmla="*/ 510648 w 2407299"/>
              <a:gd name="connsiteY2292" fmla="*/ 2042563 h 2407299"/>
              <a:gd name="connsiteX2293" fmla="*/ 510648 w 2407299"/>
              <a:gd name="connsiteY2293" fmla="*/ 1969622 h 2407299"/>
              <a:gd name="connsiteX2294" fmla="*/ 437677 w 2407299"/>
              <a:gd name="connsiteY2294" fmla="*/ 1969622 h 2407299"/>
              <a:gd name="connsiteX2295" fmla="*/ 656531 w 2407299"/>
              <a:gd name="connsiteY2295" fmla="*/ 1969622 h 2407299"/>
              <a:gd name="connsiteX2296" fmla="*/ 656531 w 2407299"/>
              <a:gd name="connsiteY2296" fmla="*/ 2042563 h 2407299"/>
              <a:gd name="connsiteX2297" fmla="*/ 729472 w 2407299"/>
              <a:gd name="connsiteY2297" fmla="*/ 2042563 h 2407299"/>
              <a:gd name="connsiteX2298" fmla="*/ 729472 w 2407299"/>
              <a:gd name="connsiteY2298" fmla="*/ 1969622 h 2407299"/>
              <a:gd name="connsiteX2299" fmla="*/ 656531 w 2407299"/>
              <a:gd name="connsiteY2299" fmla="*/ 1969622 h 2407299"/>
              <a:gd name="connsiteX2300" fmla="*/ 729472 w 2407299"/>
              <a:gd name="connsiteY2300" fmla="*/ 1969622 h 2407299"/>
              <a:gd name="connsiteX2301" fmla="*/ 729472 w 2407299"/>
              <a:gd name="connsiteY2301" fmla="*/ 2042563 h 2407299"/>
              <a:gd name="connsiteX2302" fmla="*/ 802443 w 2407299"/>
              <a:gd name="connsiteY2302" fmla="*/ 2042563 h 2407299"/>
              <a:gd name="connsiteX2303" fmla="*/ 802443 w 2407299"/>
              <a:gd name="connsiteY2303" fmla="*/ 1969622 h 2407299"/>
              <a:gd name="connsiteX2304" fmla="*/ 729472 w 2407299"/>
              <a:gd name="connsiteY2304" fmla="*/ 1969622 h 2407299"/>
              <a:gd name="connsiteX2305" fmla="*/ 802443 w 2407299"/>
              <a:gd name="connsiteY2305" fmla="*/ 1969622 h 2407299"/>
              <a:gd name="connsiteX2306" fmla="*/ 802443 w 2407299"/>
              <a:gd name="connsiteY2306" fmla="*/ 2042563 h 2407299"/>
              <a:gd name="connsiteX2307" fmla="*/ 875384 w 2407299"/>
              <a:gd name="connsiteY2307" fmla="*/ 2042563 h 2407299"/>
              <a:gd name="connsiteX2308" fmla="*/ 875384 w 2407299"/>
              <a:gd name="connsiteY2308" fmla="*/ 1969622 h 2407299"/>
              <a:gd name="connsiteX2309" fmla="*/ 802443 w 2407299"/>
              <a:gd name="connsiteY2309" fmla="*/ 1969622 h 2407299"/>
              <a:gd name="connsiteX2310" fmla="*/ 948325 w 2407299"/>
              <a:gd name="connsiteY2310" fmla="*/ 1969622 h 2407299"/>
              <a:gd name="connsiteX2311" fmla="*/ 948325 w 2407299"/>
              <a:gd name="connsiteY2311" fmla="*/ 2042563 h 2407299"/>
              <a:gd name="connsiteX2312" fmla="*/ 1021267 w 2407299"/>
              <a:gd name="connsiteY2312" fmla="*/ 2042563 h 2407299"/>
              <a:gd name="connsiteX2313" fmla="*/ 1021267 w 2407299"/>
              <a:gd name="connsiteY2313" fmla="*/ 1969622 h 2407299"/>
              <a:gd name="connsiteX2314" fmla="*/ 948325 w 2407299"/>
              <a:gd name="connsiteY2314" fmla="*/ 1969622 h 2407299"/>
              <a:gd name="connsiteX2315" fmla="*/ 1021267 w 2407299"/>
              <a:gd name="connsiteY2315" fmla="*/ 1969622 h 2407299"/>
              <a:gd name="connsiteX2316" fmla="*/ 1021267 w 2407299"/>
              <a:gd name="connsiteY2316" fmla="*/ 2042563 h 2407299"/>
              <a:gd name="connsiteX2317" fmla="*/ 1094238 w 2407299"/>
              <a:gd name="connsiteY2317" fmla="*/ 2042563 h 2407299"/>
              <a:gd name="connsiteX2318" fmla="*/ 1094238 w 2407299"/>
              <a:gd name="connsiteY2318" fmla="*/ 1969622 h 2407299"/>
              <a:gd name="connsiteX2319" fmla="*/ 1021267 w 2407299"/>
              <a:gd name="connsiteY2319" fmla="*/ 1969622 h 2407299"/>
              <a:gd name="connsiteX2320" fmla="*/ 1313061 w 2407299"/>
              <a:gd name="connsiteY2320" fmla="*/ 1969622 h 2407299"/>
              <a:gd name="connsiteX2321" fmla="*/ 1313061 w 2407299"/>
              <a:gd name="connsiteY2321" fmla="*/ 2042563 h 2407299"/>
              <a:gd name="connsiteX2322" fmla="*/ 1386033 w 2407299"/>
              <a:gd name="connsiteY2322" fmla="*/ 2042563 h 2407299"/>
              <a:gd name="connsiteX2323" fmla="*/ 1386033 w 2407299"/>
              <a:gd name="connsiteY2323" fmla="*/ 1969622 h 2407299"/>
              <a:gd name="connsiteX2324" fmla="*/ 1313061 w 2407299"/>
              <a:gd name="connsiteY2324" fmla="*/ 1969622 h 2407299"/>
              <a:gd name="connsiteX2325" fmla="*/ 1458974 w 2407299"/>
              <a:gd name="connsiteY2325" fmla="*/ 1969622 h 2407299"/>
              <a:gd name="connsiteX2326" fmla="*/ 1458974 w 2407299"/>
              <a:gd name="connsiteY2326" fmla="*/ 2042563 h 2407299"/>
              <a:gd name="connsiteX2327" fmla="*/ 1531915 w 2407299"/>
              <a:gd name="connsiteY2327" fmla="*/ 2042563 h 2407299"/>
              <a:gd name="connsiteX2328" fmla="*/ 1531915 w 2407299"/>
              <a:gd name="connsiteY2328" fmla="*/ 1969622 h 2407299"/>
              <a:gd name="connsiteX2329" fmla="*/ 1458974 w 2407299"/>
              <a:gd name="connsiteY2329" fmla="*/ 1969622 h 2407299"/>
              <a:gd name="connsiteX2330" fmla="*/ 1750768 w 2407299"/>
              <a:gd name="connsiteY2330" fmla="*/ 1969622 h 2407299"/>
              <a:gd name="connsiteX2331" fmla="*/ 1750768 w 2407299"/>
              <a:gd name="connsiteY2331" fmla="*/ 2042563 h 2407299"/>
              <a:gd name="connsiteX2332" fmla="*/ 1823710 w 2407299"/>
              <a:gd name="connsiteY2332" fmla="*/ 2042563 h 2407299"/>
              <a:gd name="connsiteX2333" fmla="*/ 1823710 w 2407299"/>
              <a:gd name="connsiteY2333" fmla="*/ 1969622 h 2407299"/>
              <a:gd name="connsiteX2334" fmla="*/ 1750768 w 2407299"/>
              <a:gd name="connsiteY2334" fmla="*/ 1969622 h 2407299"/>
              <a:gd name="connsiteX2335" fmla="*/ 2042563 w 2407299"/>
              <a:gd name="connsiteY2335" fmla="*/ 1969622 h 2407299"/>
              <a:gd name="connsiteX2336" fmla="*/ 2042563 w 2407299"/>
              <a:gd name="connsiteY2336" fmla="*/ 2042563 h 2407299"/>
              <a:gd name="connsiteX2337" fmla="*/ 2115504 w 2407299"/>
              <a:gd name="connsiteY2337" fmla="*/ 2042563 h 2407299"/>
              <a:gd name="connsiteX2338" fmla="*/ 2115504 w 2407299"/>
              <a:gd name="connsiteY2338" fmla="*/ 1969622 h 2407299"/>
              <a:gd name="connsiteX2339" fmla="*/ 2042563 w 2407299"/>
              <a:gd name="connsiteY2339" fmla="*/ 1969622 h 2407299"/>
              <a:gd name="connsiteX2340" fmla="*/ 2115504 w 2407299"/>
              <a:gd name="connsiteY2340" fmla="*/ 1969622 h 2407299"/>
              <a:gd name="connsiteX2341" fmla="*/ 2115504 w 2407299"/>
              <a:gd name="connsiteY2341" fmla="*/ 2042563 h 2407299"/>
              <a:gd name="connsiteX2342" fmla="*/ 2188446 w 2407299"/>
              <a:gd name="connsiteY2342" fmla="*/ 2042563 h 2407299"/>
              <a:gd name="connsiteX2343" fmla="*/ 2188446 w 2407299"/>
              <a:gd name="connsiteY2343" fmla="*/ 1969622 h 2407299"/>
              <a:gd name="connsiteX2344" fmla="*/ 2115504 w 2407299"/>
              <a:gd name="connsiteY2344" fmla="*/ 1969622 h 2407299"/>
              <a:gd name="connsiteX2345" fmla="*/ 2188446 w 2407299"/>
              <a:gd name="connsiteY2345" fmla="*/ 1969622 h 2407299"/>
              <a:gd name="connsiteX2346" fmla="*/ 2188446 w 2407299"/>
              <a:gd name="connsiteY2346" fmla="*/ 2042563 h 2407299"/>
              <a:gd name="connsiteX2347" fmla="*/ 2261417 w 2407299"/>
              <a:gd name="connsiteY2347" fmla="*/ 2042563 h 2407299"/>
              <a:gd name="connsiteX2348" fmla="*/ 2261417 w 2407299"/>
              <a:gd name="connsiteY2348" fmla="*/ 1969622 h 2407299"/>
              <a:gd name="connsiteX2349" fmla="*/ 2188446 w 2407299"/>
              <a:gd name="connsiteY2349" fmla="*/ 1969622 h 2407299"/>
              <a:gd name="connsiteX2350" fmla="*/ 2261417 w 2407299"/>
              <a:gd name="connsiteY2350" fmla="*/ 1969622 h 2407299"/>
              <a:gd name="connsiteX2351" fmla="*/ 2261417 w 2407299"/>
              <a:gd name="connsiteY2351" fmla="*/ 2042563 h 2407299"/>
              <a:gd name="connsiteX2352" fmla="*/ 2334358 w 2407299"/>
              <a:gd name="connsiteY2352" fmla="*/ 2042563 h 2407299"/>
              <a:gd name="connsiteX2353" fmla="*/ 2334358 w 2407299"/>
              <a:gd name="connsiteY2353" fmla="*/ 1969622 h 2407299"/>
              <a:gd name="connsiteX2354" fmla="*/ 2261417 w 2407299"/>
              <a:gd name="connsiteY2354" fmla="*/ 1969622 h 2407299"/>
              <a:gd name="connsiteX2355" fmla="*/ 0 w 2407299"/>
              <a:gd name="connsiteY2355" fmla="*/ 2042563 h 2407299"/>
              <a:gd name="connsiteX2356" fmla="*/ 0 w 2407299"/>
              <a:gd name="connsiteY2356" fmla="*/ 2115504 h 2407299"/>
              <a:gd name="connsiteX2357" fmla="*/ 72941 w 2407299"/>
              <a:gd name="connsiteY2357" fmla="*/ 2115504 h 2407299"/>
              <a:gd name="connsiteX2358" fmla="*/ 72941 w 2407299"/>
              <a:gd name="connsiteY2358" fmla="*/ 2042563 h 2407299"/>
              <a:gd name="connsiteX2359" fmla="*/ 0 w 2407299"/>
              <a:gd name="connsiteY2359" fmla="*/ 2042563 h 2407299"/>
              <a:gd name="connsiteX2360" fmla="*/ 145882 w 2407299"/>
              <a:gd name="connsiteY2360" fmla="*/ 2042563 h 2407299"/>
              <a:gd name="connsiteX2361" fmla="*/ 145882 w 2407299"/>
              <a:gd name="connsiteY2361" fmla="*/ 2115504 h 2407299"/>
              <a:gd name="connsiteX2362" fmla="*/ 218854 w 2407299"/>
              <a:gd name="connsiteY2362" fmla="*/ 2115504 h 2407299"/>
              <a:gd name="connsiteX2363" fmla="*/ 218854 w 2407299"/>
              <a:gd name="connsiteY2363" fmla="*/ 2042563 h 2407299"/>
              <a:gd name="connsiteX2364" fmla="*/ 145882 w 2407299"/>
              <a:gd name="connsiteY2364" fmla="*/ 2042563 h 2407299"/>
              <a:gd name="connsiteX2365" fmla="*/ 218854 w 2407299"/>
              <a:gd name="connsiteY2365" fmla="*/ 2042563 h 2407299"/>
              <a:gd name="connsiteX2366" fmla="*/ 218854 w 2407299"/>
              <a:gd name="connsiteY2366" fmla="*/ 2115504 h 2407299"/>
              <a:gd name="connsiteX2367" fmla="*/ 291795 w 2407299"/>
              <a:gd name="connsiteY2367" fmla="*/ 2115504 h 2407299"/>
              <a:gd name="connsiteX2368" fmla="*/ 291795 w 2407299"/>
              <a:gd name="connsiteY2368" fmla="*/ 2042563 h 2407299"/>
              <a:gd name="connsiteX2369" fmla="*/ 218854 w 2407299"/>
              <a:gd name="connsiteY2369" fmla="*/ 2042563 h 2407299"/>
              <a:gd name="connsiteX2370" fmla="*/ 291795 w 2407299"/>
              <a:gd name="connsiteY2370" fmla="*/ 2042563 h 2407299"/>
              <a:gd name="connsiteX2371" fmla="*/ 291795 w 2407299"/>
              <a:gd name="connsiteY2371" fmla="*/ 2115504 h 2407299"/>
              <a:gd name="connsiteX2372" fmla="*/ 364736 w 2407299"/>
              <a:gd name="connsiteY2372" fmla="*/ 2115504 h 2407299"/>
              <a:gd name="connsiteX2373" fmla="*/ 364736 w 2407299"/>
              <a:gd name="connsiteY2373" fmla="*/ 2042563 h 2407299"/>
              <a:gd name="connsiteX2374" fmla="*/ 291795 w 2407299"/>
              <a:gd name="connsiteY2374" fmla="*/ 2042563 h 2407299"/>
              <a:gd name="connsiteX2375" fmla="*/ 437677 w 2407299"/>
              <a:gd name="connsiteY2375" fmla="*/ 2042563 h 2407299"/>
              <a:gd name="connsiteX2376" fmla="*/ 437677 w 2407299"/>
              <a:gd name="connsiteY2376" fmla="*/ 2115504 h 2407299"/>
              <a:gd name="connsiteX2377" fmla="*/ 510648 w 2407299"/>
              <a:gd name="connsiteY2377" fmla="*/ 2115504 h 2407299"/>
              <a:gd name="connsiteX2378" fmla="*/ 510648 w 2407299"/>
              <a:gd name="connsiteY2378" fmla="*/ 2042563 h 2407299"/>
              <a:gd name="connsiteX2379" fmla="*/ 437677 w 2407299"/>
              <a:gd name="connsiteY2379" fmla="*/ 2042563 h 2407299"/>
              <a:gd name="connsiteX2380" fmla="*/ 729472 w 2407299"/>
              <a:gd name="connsiteY2380" fmla="*/ 2042563 h 2407299"/>
              <a:gd name="connsiteX2381" fmla="*/ 729472 w 2407299"/>
              <a:gd name="connsiteY2381" fmla="*/ 2115504 h 2407299"/>
              <a:gd name="connsiteX2382" fmla="*/ 802443 w 2407299"/>
              <a:gd name="connsiteY2382" fmla="*/ 2115504 h 2407299"/>
              <a:gd name="connsiteX2383" fmla="*/ 802443 w 2407299"/>
              <a:gd name="connsiteY2383" fmla="*/ 2042563 h 2407299"/>
              <a:gd name="connsiteX2384" fmla="*/ 729472 w 2407299"/>
              <a:gd name="connsiteY2384" fmla="*/ 2042563 h 2407299"/>
              <a:gd name="connsiteX2385" fmla="*/ 875384 w 2407299"/>
              <a:gd name="connsiteY2385" fmla="*/ 2042563 h 2407299"/>
              <a:gd name="connsiteX2386" fmla="*/ 875384 w 2407299"/>
              <a:gd name="connsiteY2386" fmla="*/ 2115504 h 2407299"/>
              <a:gd name="connsiteX2387" fmla="*/ 948325 w 2407299"/>
              <a:gd name="connsiteY2387" fmla="*/ 2115504 h 2407299"/>
              <a:gd name="connsiteX2388" fmla="*/ 948325 w 2407299"/>
              <a:gd name="connsiteY2388" fmla="*/ 2042563 h 2407299"/>
              <a:gd name="connsiteX2389" fmla="*/ 875384 w 2407299"/>
              <a:gd name="connsiteY2389" fmla="*/ 2042563 h 2407299"/>
              <a:gd name="connsiteX2390" fmla="*/ 1021267 w 2407299"/>
              <a:gd name="connsiteY2390" fmla="*/ 2042563 h 2407299"/>
              <a:gd name="connsiteX2391" fmla="*/ 1021267 w 2407299"/>
              <a:gd name="connsiteY2391" fmla="*/ 2115504 h 2407299"/>
              <a:gd name="connsiteX2392" fmla="*/ 1094238 w 2407299"/>
              <a:gd name="connsiteY2392" fmla="*/ 2115504 h 2407299"/>
              <a:gd name="connsiteX2393" fmla="*/ 1094238 w 2407299"/>
              <a:gd name="connsiteY2393" fmla="*/ 2042563 h 2407299"/>
              <a:gd name="connsiteX2394" fmla="*/ 1021267 w 2407299"/>
              <a:gd name="connsiteY2394" fmla="*/ 2042563 h 2407299"/>
              <a:gd name="connsiteX2395" fmla="*/ 1167179 w 2407299"/>
              <a:gd name="connsiteY2395" fmla="*/ 2042563 h 2407299"/>
              <a:gd name="connsiteX2396" fmla="*/ 1167179 w 2407299"/>
              <a:gd name="connsiteY2396" fmla="*/ 2115504 h 2407299"/>
              <a:gd name="connsiteX2397" fmla="*/ 1240120 w 2407299"/>
              <a:gd name="connsiteY2397" fmla="*/ 2115504 h 2407299"/>
              <a:gd name="connsiteX2398" fmla="*/ 1240120 w 2407299"/>
              <a:gd name="connsiteY2398" fmla="*/ 2042563 h 2407299"/>
              <a:gd name="connsiteX2399" fmla="*/ 1167179 w 2407299"/>
              <a:gd name="connsiteY2399" fmla="*/ 2042563 h 2407299"/>
              <a:gd name="connsiteX2400" fmla="*/ 1240120 w 2407299"/>
              <a:gd name="connsiteY2400" fmla="*/ 2042563 h 2407299"/>
              <a:gd name="connsiteX2401" fmla="*/ 1240120 w 2407299"/>
              <a:gd name="connsiteY2401" fmla="*/ 2115504 h 2407299"/>
              <a:gd name="connsiteX2402" fmla="*/ 1313061 w 2407299"/>
              <a:gd name="connsiteY2402" fmla="*/ 2115504 h 2407299"/>
              <a:gd name="connsiteX2403" fmla="*/ 1313061 w 2407299"/>
              <a:gd name="connsiteY2403" fmla="*/ 2042563 h 2407299"/>
              <a:gd name="connsiteX2404" fmla="*/ 1240120 w 2407299"/>
              <a:gd name="connsiteY2404" fmla="*/ 2042563 h 2407299"/>
              <a:gd name="connsiteX2405" fmla="*/ 1313061 w 2407299"/>
              <a:gd name="connsiteY2405" fmla="*/ 2042563 h 2407299"/>
              <a:gd name="connsiteX2406" fmla="*/ 1313061 w 2407299"/>
              <a:gd name="connsiteY2406" fmla="*/ 2115504 h 2407299"/>
              <a:gd name="connsiteX2407" fmla="*/ 1386033 w 2407299"/>
              <a:gd name="connsiteY2407" fmla="*/ 2115504 h 2407299"/>
              <a:gd name="connsiteX2408" fmla="*/ 1386033 w 2407299"/>
              <a:gd name="connsiteY2408" fmla="*/ 2042563 h 2407299"/>
              <a:gd name="connsiteX2409" fmla="*/ 1313061 w 2407299"/>
              <a:gd name="connsiteY2409" fmla="*/ 2042563 h 2407299"/>
              <a:gd name="connsiteX2410" fmla="*/ 1386033 w 2407299"/>
              <a:gd name="connsiteY2410" fmla="*/ 2042563 h 2407299"/>
              <a:gd name="connsiteX2411" fmla="*/ 1386033 w 2407299"/>
              <a:gd name="connsiteY2411" fmla="*/ 2115504 h 2407299"/>
              <a:gd name="connsiteX2412" fmla="*/ 1458974 w 2407299"/>
              <a:gd name="connsiteY2412" fmla="*/ 2115504 h 2407299"/>
              <a:gd name="connsiteX2413" fmla="*/ 1458974 w 2407299"/>
              <a:gd name="connsiteY2413" fmla="*/ 2042563 h 2407299"/>
              <a:gd name="connsiteX2414" fmla="*/ 1386033 w 2407299"/>
              <a:gd name="connsiteY2414" fmla="*/ 2042563 h 2407299"/>
              <a:gd name="connsiteX2415" fmla="*/ 1604856 w 2407299"/>
              <a:gd name="connsiteY2415" fmla="*/ 2042563 h 2407299"/>
              <a:gd name="connsiteX2416" fmla="*/ 1604856 w 2407299"/>
              <a:gd name="connsiteY2416" fmla="*/ 2115504 h 2407299"/>
              <a:gd name="connsiteX2417" fmla="*/ 1677827 w 2407299"/>
              <a:gd name="connsiteY2417" fmla="*/ 2115504 h 2407299"/>
              <a:gd name="connsiteX2418" fmla="*/ 1677827 w 2407299"/>
              <a:gd name="connsiteY2418" fmla="*/ 2042563 h 2407299"/>
              <a:gd name="connsiteX2419" fmla="*/ 1604856 w 2407299"/>
              <a:gd name="connsiteY2419" fmla="*/ 2042563 h 2407299"/>
              <a:gd name="connsiteX2420" fmla="*/ 1677827 w 2407299"/>
              <a:gd name="connsiteY2420" fmla="*/ 2042563 h 2407299"/>
              <a:gd name="connsiteX2421" fmla="*/ 1677827 w 2407299"/>
              <a:gd name="connsiteY2421" fmla="*/ 2115504 h 2407299"/>
              <a:gd name="connsiteX2422" fmla="*/ 1750768 w 2407299"/>
              <a:gd name="connsiteY2422" fmla="*/ 2115504 h 2407299"/>
              <a:gd name="connsiteX2423" fmla="*/ 1750768 w 2407299"/>
              <a:gd name="connsiteY2423" fmla="*/ 2042563 h 2407299"/>
              <a:gd name="connsiteX2424" fmla="*/ 1677827 w 2407299"/>
              <a:gd name="connsiteY2424" fmla="*/ 2042563 h 2407299"/>
              <a:gd name="connsiteX2425" fmla="*/ 1750768 w 2407299"/>
              <a:gd name="connsiteY2425" fmla="*/ 2042563 h 2407299"/>
              <a:gd name="connsiteX2426" fmla="*/ 1750768 w 2407299"/>
              <a:gd name="connsiteY2426" fmla="*/ 2115504 h 2407299"/>
              <a:gd name="connsiteX2427" fmla="*/ 1823710 w 2407299"/>
              <a:gd name="connsiteY2427" fmla="*/ 2115504 h 2407299"/>
              <a:gd name="connsiteX2428" fmla="*/ 1823710 w 2407299"/>
              <a:gd name="connsiteY2428" fmla="*/ 2042563 h 2407299"/>
              <a:gd name="connsiteX2429" fmla="*/ 1750768 w 2407299"/>
              <a:gd name="connsiteY2429" fmla="*/ 2042563 h 2407299"/>
              <a:gd name="connsiteX2430" fmla="*/ 1823710 w 2407299"/>
              <a:gd name="connsiteY2430" fmla="*/ 2042563 h 2407299"/>
              <a:gd name="connsiteX2431" fmla="*/ 1823710 w 2407299"/>
              <a:gd name="connsiteY2431" fmla="*/ 2115504 h 2407299"/>
              <a:gd name="connsiteX2432" fmla="*/ 1896651 w 2407299"/>
              <a:gd name="connsiteY2432" fmla="*/ 2115504 h 2407299"/>
              <a:gd name="connsiteX2433" fmla="*/ 1896651 w 2407299"/>
              <a:gd name="connsiteY2433" fmla="*/ 2042563 h 2407299"/>
              <a:gd name="connsiteX2434" fmla="*/ 1823710 w 2407299"/>
              <a:gd name="connsiteY2434" fmla="*/ 2042563 h 2407299"/>
              <a:gd name="connsiteX2435" fmla="*/ 1896651 w 2407299"/>
              <a:gd name="connsiteY2435" fmla="*/ 2042563 h 2407299"/>
              <a:gd name="connsiteX2436" fmla="*/ 1896651 w 2407299"/>
              <a:gd name="connsiteY2436" fmla="*/ 2115504 h 2407299"/>
              <a:gd name="connsiteX2437" fmla="*/ 1969622 w 2407299"/>
              <a:gd name="connsiteY2437" fmla="*/ 2115504 h 2407299"/>
              <a:gd name="connsiteX2438" fmla="*/ 1969622 w 2407299"/>
              <a:gd name="connsiteY2438" fmla="*/ 2042563 h 2407299"/>
              <a:gd name="connsiteX2439" fmla="*/ 1896651 w 2407299"/>
              <a:gd name="connsiteY2439" fmla="*/ 2042563 h 2407299"/>
              <a:gd name="connsiteX2440" fmla="*/ 1969622 w 2407299"/>
              <a:gd name="connsiteY2440" fmla="*/ 2042563 h 2407299"/>
              <a:gd name="connsiteX2441" fmla="*/ 1969622 w 2407299"/>
              <a:gd name="connsiteY2441" fmla="*/ 2115504 h 2407299"/>
              <a:gd name="connsiteX2442" fmla="*/ 2042563 w 2407299"/>
              <a:gd name="connsiteY2442" fmla="*/ 2115504 h 2407299"/>
              <a:gd name="connsiteX2443" fmla="*/ 2042563 w 2407299"/>
              <a:gd name="connsiteY2443" fmla="*/ 2042563 h 2407299"/>
              <a:gd name="connsiteX2444" fmla="*/ 1969622 w 2407299"/>
              <a:gd name="connsiteY2444" fmla="*/ 2042563 h 2407299"/>
              <a:gd name="connsiteX2445" fmla="*/ 2042563 w 2407299"/>
              <a:gd name="connsiteY2445" fmla="*/ 2042563 h 2407299"/>
              <a:gd name="connsiteX2446" fmla="*/ 2042563 w 2407299"/>
              <a:gd name="connsiteY2446" fmla="*/ 2115504 h 2407299"/>
              <a:gd name="connsiteX2447" fmla="*/ 2115504 w 2407299"/>
              <a:gd name="connsiteY2447" fmla="*/ 2115504 h 2407299"/>
              <a:gd name="connsiteX2448" fmla="*/ 2115504 w 2407299"/>
              <a:gd name="connsiteY2448" fmla="*/ 2042563 h 2407299"/>
              <a:gd name="connsiteX2449" fmla="*/ 2042563 w 2407299"/>
              <a:gd name="connsiteY2449" fmla="*/ 2042563 h 2407299"/>
              <a:gd name="connsiteX2450" fmla="*/ 2261417 w 2407299"/>
              <a:gd name="connsiteY2450" fmla="*/ 2042563 h 2407299"/>
              <a:gd name="connsiteX2451" fmla="*/ 2261417 w 2407299"/>
              <a:gd name="connsiteY2451" fmla="*/ 2115504 h 2407299"/>
              <a:gd name="connsiteX2452" fmla="*/ 2334358 w 2407299"/>
              <a:gd name="connsiteY2452" fmla="*/ 2115504 h 2407299"/>
              <a:gd name="connsiteX2453" fmla="*/ 2334358 w 2407299"/>
              <a:gd name="connsiteY2453" fmla="*/ 2042563 h 2407299"/>
              <a:gd name="connsiteX2454" fmla="*/ 2261417 w 2407299"/>
              <a:gd name="connsiteY2454" fmla="*/ 2042563 h 2407299"/>
              <a:gd name="connsiteX2455" fmla="*/ 2334358 w 2407299"/>
              <a:gd name="connsiteY2455" fmla="*/ 2042563 h 2407299"/>
              <a:gd name="connsiteX2456" fmla="*/ 2334358 w 2407299"/>
              <a:gd name="connsiteY2456" fmla="*/ 2115504 h 2407299"/>
              <a:gd name="connsiteX2457" fmla="*/ 2407299 w 2407299"/>
              <a:gd name="connsiteY2457" fmla="*/ 2115504 h 2407299"/>
              <a:gd name="connsiteX2458" fmla="*/ 2407299 w 2407299"/>
              <a:gd name="connsiteY2458" fmla="*/ 2042563 h 2407299"/>
              <a:gd name="connsiteX2459" fmla="*/ 2334358 w 2407299"/>
              <a:gd name="connsiteY2459" fmla="*/ 2042563 h 2407299"/>
              <a:gd name="connsiteX2460" fmla="*/ 0 w 2407299"/>
              <a:gd name="connsiteY2460" fmla="*/ 2115504 h 2407299"/>
              <a:gd name="connsiteX2461" fmla="*/ 0 w 2407299"/>
              <a:gd name="connsiteY2461" fmla="*/ 2188446 h 2407299"/>
              <a:gd name="connsiteX2462" fmla="*/ 72941 w 2407299"/>
              <a:gd name="connsiteY2462" fmla="*/ 2188446 h 2407299"/>
              <a:gd name="connsiteX2463" fmla="*/ 72941 w 2407299"/>
              <a:gd name="connsiteY2463" fmla="*/ 2115504 h 2407299"/>
              <a:gd name="connsiteX2464" fmla="*/ 0 w 2407299"/>
              <a:gd name="connsiteY2464" fmla="*/ 2115504 h 2407299"/>
              <a:gd name="connsiteX2465" fmla="*/ 145882 w 2407299"/>
              <a:gd name="connsiteY2465" fmla="*/ 2115504 h 2407299"/>
              <a:gd name="connsiteX2466" fmla="*/ 145882 w 2407299"/>
              <a:gd name="connsiteY2466" fmla="*/ 2188446 h 2407299"/>
              <a:gd name="connsiteX2467" fmla="*/ 218854 w 2407299"/>
              <a:gd name="connsiteY2467" fmla="*/ 2188446 h 2407299"/>
              <a:gd name="connsiteX2468" fmla="*/ 218854 w 2407299"/>
              <a:gd name="connsiteY2468" fmla="*/ 2115504 h 2407299"/>
              <a:gd name="connsiteX2469" fmla="*/ 145882 w 2407299"/>
              <a:gd name="connsiteY2469" fmla="*/ 2115504 h 2407299"/>
              <a:gd name="connsiteX2470" fmla="*/ 218854 w 2407299"/>
              <a:gd name="connsiteY2470" fmla="*/ 2115504 h 2407299"/>
              <a:gd name="connsiteX2471" fmla="*/ 218854 w 2407299"/>
              <a:gd name="connsiteY2471" fmla="*/ 2188446 h 2407299"/>
              <a:gd name="connsiteX2472" fmla="*/ 291795 w 2407299"/>
              <a:gd name="connsiteY2472" fmla="*/ 2188446 h 2407299"/>
              <a:gd name="connsiteX2473" fmla="*/ 291795 w 2407299"/>
              <a:gd name="connsiteY2473" fmla="*/ 2115504 h 2407299"/>
              <a:gd name="connsiteX2474" fmla="*/ 218854 w 2407299"/>
              <a:gd name="connsiteY2474" fmla="*/ 2115504 h 2407299"/>
              <a:gd name="connsiteX2475" fmla="*/ 291795 w 2407299"/>
              <a:gd name="connsiteY2475" fmla="*/ 2115504 h 2407299"/>
              <a:gd name="connsiteX2476" fmla="*/ 291795 w 2407299"/>
              <a:gd name="connsiteY2476" fmla="*/ 2188446 h 2407299"/>
              <a:gd name="connsiteX2477" fmla="*/ 364736 w 2407299"/>
              <a:gd name="connsiteY2477" fmla="*/ 2188446 h 2407299"/>
              <a:gd name="connsiteX2478" fmla="*/ 364736 w 2407299"/>
              <a:gd name="connsiteY2478" fmla="*/ 2115504 h 2407299"/>
              <a:gd name="connsiteX2479" fmla="*/ 291795 w 2407299"/>
              <a:gd name="connsiteY2479" fmla="*/ 2115504 h 2407299"/>
              <a:gd name="connsiteX2480" fmla="*/ 437677 w 2407299"/>
              <a:gd name="connsiteY2480" fmla="*/ 2115504 h 2407299"/>
              <a:gd name="connsiteX2481" fmla="*/ 437677 w 2407299"/>
              <a:gd name="connsiteY2481" fmla="*/ 2188446 h 2407299"/>
              <a:gd name="connsiteX2482" fmla="*/ 510648 w 2407299"/>
              <a:gd name="connsiteY2482" fmla="*/ 2188446 h 2407299"/>
              <a:gd name="connsiteX2483" fmla="*/ 510648 w 2407299"/>
              <a:gd name="connsiteY2483" fmla="*/ 2115504 h 2407299"/>
              <a:gd name="connsiteX2484" fmla="*/ 437677 w 2407299"/>
              <a:gd name="connsiteY2484" fmla="*/ 2115504 h 2407299"/>
              <a:gd name="connsiteX2485" fmla="*/ 583589 w 2407299"/>
              <a:gd name="connsiteY2485" fmla="*/ 2115504 h 2407299"/>
              <a:gd name="connsiteX2486" fmla="*/ 583589 w 2407299"/>
              <a:gd name="connsiteY2486" fmla="*/ 2188446 h 2407299"/>
              <a:gd name="connsiteX2487" fmla="*/ 656531 w 2407299"/>
              <a:gd name="connsiteY2487" fmla="*/ 2188446 h 2407299"/>
              <a:gd name="connsiteX2488" fmla="*/ 656531 w 2407299"/>
              <a:gd name="connsiteY2488" fmla="*/ 2115504 h 2407299"/>
              <a:gd name="connsiteX2489" fmla="*/ 583589 w 2407299"/>
              <a:gd name="connsiteY2489" fmla="*/ 2115504 h 2407299"/>
              <a:gd name="connsiteX2490" fmla="*/ 656531 w 2407299"/>
              <a:gd name="connsiteY2490" fmla="*/ 2115504 h 2407299"/>
              <a:gd name="connsiteX2491" fmla="*/ 656531 w 2407299"/>
              <a:gd name="connsiteY2491" fmla="*/ 2188446 h 2407299"/>
              <a:gd name="connsiteX2492" fmla="*/ 729472 w 2407299"/>
              <a:gd name="connsiteY2492" fmla="*/ 2188446 h 2407299"/>
              <a:gd name="connsiteX2493" fmla="*/ 729472 w 2407299"/>
              <a:gd name="connsiteY2493" fmla="*/ 2115504 h 2407299"/>
              <a:gd name="connsiteX2494" fmla="*/ 656531 w 2407299"/>
              <a:gd name="connsiteY2494" fmla="*/ 2115504 h 2407299"/>
              <a:gd name="connsiteX2495" fmla="*/ 729472 w 2407299"/>
              <a:gd name="connsiteY2495" fmla="*/ 2115504 h 2407299"/>
              <a:gd name="connsiteX2496" fmla="*/ 729472 w 2407299"/>
              <a:gd name="connsiteY2496" fmla="*/ 2188446 h 2407299"/>
              <a:gd name="connsiteX2497" fmla="*/ 802443 w 2407299"/>
              <a:gd name="connsiteY2497" fmla="*/ 2188446 h 2407299"/>
              <a:gd name="connsiteX2498" fmla="*/ 802443 w 2407299"/>
              <a:gd name="connsiteY2498" fmla="*/ 2115504 h 2407299"/>
              <a:gd name="connsiteX2499" fmla="*/ 729472 w 2407299"/>
              <a:gd name="connsiteY2499" fmla="*/ 2115504 h 2407299"/>
              <a:gd name="connsiteX2500" fmla="*/ 802443 w 2407299"/>
              <a:gd name="connsiteY2500" fmla="*/ 2115504 h 2407299"/>
              <a:gd name="connsiteX2501" fmla="*/ 802443 w 2407299"/>
              <a:gd name="connsiteY2501" fmla="*/ 2188446 h 2407299"/>
              <a:gd name="connsiteX2502" fmla="*/ 875384 w 2407299"/>
              <a:gd name="connsiteY2502" fmla="*/ 2188446 h 2407299"/>
              <a:gd name="connsiteX2503" fmla="*/ 875384 w 2407299"/>
              <a:gd name="connsiteY2503" fmla="*/ 2115504 h 2407299"/>
              <a:gd name="connsiteX2504" fmla="*/ 802443 w 2407299"/>
              <a:gd name="connsiteY2504" fmla="*/ 2115504 h 2407299"/>
              <a:gd name="connsiteX2505" fmla="*/ 875384 w 2407299"/>
              <a:gd name="connsiteY2505" fmla="*/ 2115504 h 2407299"/>
              <a:gd name="connsiteX2506" fmla="*/ 875384 w 2407299"/>
              <a:gd name="connsiteY2506" fmla="*/ 2188446 h 2407299"/>
              <a:gd name="connsiteX2507" fmla="*/ 948325 w 2407299"/>
              <a:gd name="connsiteY2507" fmla="*/ 2188446 h 2407299"/>
              <a:gd name="connsiteX2508" fmla="*/ 948325 w 2407299"/>
              <a:gd name="connsiteY2508" fmla="*/ 2115504 h 2407299"/>
              <a:gd name="connsiteX2509" fmla="*/ 875384 w 2407299"/>
              <a:gd name="connsiteY2509" fmla="*/ 2115504 h 2407299"/>
              <a:gd name="connsiteX2510" fmla="*/ 948325 w 2407299"/>
              <a:gd name="connsiteY2510" fmla="*/ 2115504 h 2407299"/>
              <a:gd name="connsiteX2511" fmla="*/ 948325 w 2407299"/>
              <a:gd name="connsiteY2511" fmla="*/ 2188446 h 2407299"/>
              <a:gd name="connsiteX2512" fmla="*/ 1021267 w 2407299"/>
              <a:gd name="connsiteY2512" fmla="*/ 2188446 h 2407299"/>
              <a:gd name="connsiteX2513" fmla="*/ 1021267 w 2407299"/>
              <a:gd name="connsiteY2513" fmla="*/ 2115504 h 2407299"/>
              <a:gd name="connsiteX2514" fmla="*/ 948325 w 2407299"/>
              <a:gd name="connsiteY2514" fmla="*/ 2115504 h 2407299"/>
              <a:gd name="connsiteX2515" fmla="*/ 1021267 w 2407299"/>
              <a:gd name="connsiteY2515" fmla="*/ 2115504 h 2407299"/>
              <a:gd name="connsiteX2516" fmla="*/ 1021267 w 2407299"/>
              <a:gd name="connsiteY2516" fmla="*/ 2188446 h 2407299"/>
              <a:gd name="connsiteX2517" fmla="*/ 1094238 w 2407299"/>
              <a:gd name="connsiteY2517" fmla="*/ 2188446 h 2407299"/>
              <a:gd name="connsiteX2518" fmla="*/ 1094238 w 2407299"/>
              <a:gd name="connsiteY2518" fmla="*/ 2115504 h 2407299"/>
              <a:gd name="connsiteX2519" fmla="*/ 1021267 w 2407299"/>
              <a:gd name="connsiteY2519" fmla="*/ 2115504 h 2407299"/>
              <a:gd name="connsiteX2520" fmla="*/ 1094238 w 2407299"/>
              <a:gd name="connsiteY2520" fmla="*/ 2115504 h 2407299"/>
              <a:gd name="connsiteX2521" fmla="*/ 1094238 w 2407299"/>
              <a:gd name="connsiteY2521" fmla="*/ 2188446 h 2407299"/>
              <a:gd name="connsiteX2522" fmla="*/ 1167179 w 2407299"/>
              <a:gd name="connsiteY2522" fmla="*/ 2188446 h 2407299"/>
              <a:gd name="connsiteX2523" fmla="*/ 1167179 w 2407299"/>
              <a:gd name="connsiteY2523" fmla="*/ 2115504 h 2407299"/>
              <a:gd name="connsiteX2524" fmla="*/ 1094238 w 2407299"/>
              <a:gd name="connsiteY2524" fmla="*/ 2115504 h 2407299"/>
              <a:gd name="connsiteX2525" fmla="*/ 1167179 w 2407299"/>
              <a:gd name="connsiteY2525" fmla="*/ 2115504 h 2407299"/>
              <a:gd name="connsiteX2526" fmla="*/ 1167179 w 2407299"/>
              <a:gd name="connsiteY2526" fmla="*/ 2188446 h 2407299"/>
              <a:gd name="connsiteX2527" fmla="*/ 1240120 w 2407299"/>
              <a:gd name="connsiteY2527" fmla="*/ 2188446 h 2407299"/>
              <a:gd name="connsiteX2528" fmla="*/ 1240120 w 2407299"/>
              <a:gd name="connsiteY2528" fmla="*/ 2115504 h 2407299"/>
              <a:gd name="connsiteX2529" fmla="*/ 1167179 w 2407299"/>
              <a:gd name="connsiteY2529" fmla="*/ 2115504 h 2407299"/>
              <a:gd name="connsiteX2530" fmla="*/ 1240120 w 2407299"/>
              <a:gd name="connsiteY2530" fmla="*/ 2115504 h 2407299"/>
              <a:gd name="connsiteX2531" fmla="*/ 1240120 w 2407299"/>
              <a:gd name="connsiteY2531" fmla="*/ 2188446 h 2407299"/>
              <a:gd name="connsiteX2532" fmla="*/ 1313061 w 2407299"/>
              <a:gd name="connsiteY2532" fmla="*/ 2188446 h 2407299"/>
              <a:gd name="connsiteX2533" fmla="*/ 1313061 w 2407299"/>
              <a:gd name="connsiteY2533" fmla="*/ 2115504 h 2407299"/>
              <a:gd name="connsiteX2534" fmla="*/ 1240120 w 2407299"/>
              <a:gd name="connsiteY2534" fmla="*/ 2115504 h 2407299"/>
              <a:gd name="connsiteX2535" fmla="*/ 1458974 w 2407299"/>
              <a:gd name="connsiteY2535" fmla="*/ 2115504 h 2407299"/>
              <a:gd name="connsiteX2536" fmla="*/ 1458974 w 2407299"/>
              <a:gd name="connsiteY2536" fmla="*/ 2188446 h 2407299"/>
              <a:gd name="connsiteX2537" fmla="*/ 1531915 w 2407299"/>
              <a:gd name="connsiteY2537" fmla="*/ 2188446 h 2407299"/>
              <a:gd name="connsiteX2538" fmla="*/ 1531915 w 2407299"/>
              <a:gd name="connsiteY2538" fmla="*/ 2115504 h 2407299"/>
              <a:gd name="connsiteX2539" fmla="*/ 1458974 w 2407299"/>
              <a:gd name="connsiteY2539" fmla="*/ 2115504 h 2407299"/>
              <a:gd name="connsiteX2540" fmla="*/ 1604856 w 2407299"/>
              <a:gd name="connsiteY2540" fmla="*/ 2115504 h 2407299"/>
              <a:gd name="connsiteX2541" fmla="*/ 1604856 w 2407299"/>
              <a:gd name="connsiteY2541" fmla="*/ 2188446 h 2407299"/>
              <a:gd name="connsiteX2542" fmla="*/ 1677827 w 2407299"/>
              <a:gd name="connsiteY2542" fmla="*/ 2188446 h 2407299"/>
              <a:gd name="connsiteX2543" fmla="*/ 1677827 w 2407299"/>
              <a:gd name="connsiteY2543" fmla="*/ 2115504 h 2407299"/>
              <a:gd name="connsiteX2544" fmla="*/ 1604856 w 2407299"/>
              <a:gd name="connsiteY2544" fmla="*/ 2115504 h 2407299"/>
              <a:gd name="connsiteX2545" fmla="*/ 1677827 w 2407299"/>
              <a:gd name="connsiteY2545" fmla="*/ 2115504 h 2407299"/>
              <a:gd name="connsiteX2546" fmla="*/ 1677827 w 2407299"/>
              <a:gd name="connsiteY2546" fmla="*/ 2188446 h 2407299"/>
              <a:gd name="connsiteX2547" fmla="*/ 1750768 w 2407299"/>
              <a:gd name="connsiteY2547" fmla="*/ 2188446 h 2407299"/>
              <a:gd name="connsiteX2548" fmla="*/ 1750768 w 2407299"/>
              <a:gd name="connsiteY2548" fmla="*/ 2115504 h 2407299"/>
              <a:gd name="connsiteX2549" fmla="*/ 1677827 w 2407299"/>
              <a:gd name="connsiteY2549" fmla="*/ 2115504 h 2407299"/>
              <a:gd name="connsiteX2550" fmla="*/ 1823710 w 2407299"/>
              <a:gd name="connsiteY2550" fmla="*/ 2115504 h 2407299"/>
              <a:gd name="connsiteX2551" fmla="*/ 1823710 w 2407299"/>
              <a:gd name="connsiteY2551" fmla="*/ 2188446 h 2407299"/>
              <a:gd name="connsiteX2552" fmla="*/ 1896651 w 2407299"/>
              <a:gd name="connsiteY2552" fmla="*/ 2188446 h 2407299"/>
              <a:gd name="connsiteX2553" fmla="*/ 1896651 w 2407299"/>
              <a:gd name="connsiteY2553" fmla="*/ 2115504 h 2407299"/>
              <a:gd name="connsiteX2554" fmla="*/ 1823710 w 2407299"/>
              <a:gd name="connsiteY2554" fmla="*/ 2115504 h 2407299"/>
              <a:gd name="connsiteX2555" fmla="*/ 1969622 w 2407299"/>
              <a:gd name="connsiteY2555" fmla="*/ 2115504 h 2407299"/>
              <a:gd name="connsiteX2556" fmla="*/ 1969622 w 2407299"/>
              <a:gd name="connsiteY2556" fmla="*/ 2188446 h 2407299"/>
              <a:gd name="connsiteX2557" fmla="*/ 2042563 w 2407299"/>
              <a:gd name="connsiteY2557" fmla="*/ 2188446 h 2407299"/>
              <a:gd name="connsiteX2558" fmla="*/ 2042563 w 2407299"/>
              <a:gd name="connsiteY2558" fmla="*/ 2115504 h 2407299"/>
              <a:gd name="connsiteX2559" fmla="*/ 1969622 w 2407299"/>
              <a:gd name="connsiteY2559" fmla="*/ 2115504 h 2407299"/>
              <a:gd name="connsiteX2560" fmla="*/ 2334358 w 2407299"/>
              <a:gd name="connsiteY2560" fmla="*/ 2115504 h 2407299"/>
              <a:gd name="connsiteX2561" fmla="*/ 2334358 w 2407299"/>
              <a:gd name="connsiteY2561" fmla="*/ 2188446 h 2407299"/>
              <a:gd name="connsiteX2562" fmla="*/ 2407299 w 2407299"/>
              <a:gd name="connsiteY2562" fmla="*/ 2188446 h 2407299"/>
              <a:gd name="connsiteX2563" fmla="*/ 2407299 w 2407299"/>
              <a:gd name="connsiteY2563" fmla="*/ 2115504 h 2407299"/>
              <a:gd name="connsiteX2564" fmla="*/ 2334358 w 2407299"/>
              <a:gd name="connsiteY2564" fmla="*/ 2115504 h 2407299"/>
              <a:gd name="connsiteX2565" fmla="*/ 0 w 2407299"/>
              <a:gd name="connsiteY2565" fmla="*/ 2188446 h 2407299"/>
              <a:gd name="connsiteX2566" fmla="*/ 0 w 2407299"/>
              <a:gd name="connsiteY2566" fmla="*/ 2261417 h 2407299"/>
              <a:gd name="connsiteX2567" fmla="*/ 72941 w 2407299"/>
              <a:gd name="connsiteY2567" fmla="*/ 2261417 h 2407299"/>
              <a:gd name="connsiteX2568" fmla="*/ 72941 w 2407299"/>
              <a:gd name="connsiteY2568" fmla="*/ 2188446 h 2407299"/>
              <a:gd name="connsiteX2569" fmla="*/ 0 w 2407299"/>
              <a:gd name="connsiteY2569" fmla="*/ 2188446 h 2407299"/>
              <a:gd name="connsiteX2570" fmla="*/ 145882 w 2407299"/>
              <a:gd name="connsiteY2570" fmla="*/ 2188446 h 2407299"/>
              <a:gd name="connsiteX2571" fmla="*/ 145882 w 2407299"/>
              <a:gd name="connsiteY2571" fmla="*/ 2261417 h 2407299"/>
              <a:gd name="connsiteX2572" fmla="*/ 218854 w 2407299"/>
              <a:gd name="connsiteY2572" fmla="*/ 2261417 h 2407299"/>
              <a:gd name="connsiteX2573" fmla="*/ 218854 w 2407299"/>
              <a:gd name="connsiteY2573" fmla="*/ 2188446 h 2407299"/>
              <a:gd name="connsiteX2574" fmla="*/ 145882 w 2407299"/>
              <a:gd name="connsiteY2574" fmla="*/ 2188446 h 2407299"/>
              <a:gd name="connsiteX2575" fmla="*/ 218854 w 2407299"/>
              <a:gd name="connsiteY2575" fmla="*/ 2188446 h 2407299"/>
              <a:gd name="connsiteX2576" fmla="*/ 218854 w 2407299"/>
              <a:gd name="connsiteY2576" fmla="*/ 2261417 h 2407299"/>
              <a:gd name="connsiteX2577" fmla="*/ 291795 w 2407299"/>
              <a:gd name="connsiteY2577" fmla="*/ 2261417 h 2407299"/>
              <a:gd name="connsiteX2578" fmla="*/ 291795 w 2407299"/>
              <a:gd name="connsiteY2578" fmla="*/ 2188446 h 2407299"/>
              <a:gd name="connsiteX2579" fmla="*/ 218854 w 2407299"/>
              <a:gd name="connsiteY2579" fmla="*/ 2188446 h 2407299"/>
              <a:gd name="connsiteX2580" fmla="*/ 291795 w 2407299"/>
              <a:gd name="connsiteY2580" fmla="*/ 2188446 h 2407299"/>
              <a:gd name="connsiteX2581" fmla="*/ 291795 w 2407299"/>
              <a:gd name="connsiteY2581" fmla="*/ 2261417 h 2407299"/>
              <a:gd name="connsiteX2582" fmla="*/ 364736 w 2407299"/>
              <a:gd name="connsiteY2582" fmla="*/ 2261417 h 2407299"/>
              <a:gd name="connsiteX2583" fmla="*/ 364736 w 2407299"/>
              <a:gd name="connsiteY2583" fmla="*/ 2188446 h 2407299"/>
              <a:gd name="connsiteX2584" fmla="*/ 291795 w 2407299"/>
              <a:gd name="connsiteY2584" fmla="*/ 2188446 h 2407299"/>
              <a:gd name="connsiteX2585" fmla="*/ 437677 w 2407299"/>
              <a:gd name="connsiteY2585" fmla="*/ 2188446 h 2407299"/>
              <a:gd name="connsiteX2586" fmla="*/ 437677 w 2407299"/>
              <a:gd name="connsiteY2586" fmla="*/ 2261417 h 2407299"/>
              <a:gd name="connsiteX2587" fmla="*/ 510648 w 2407299"/>
              <a:gd name="connsiteY2587" fmla="*/ 2261417 h 2407299"/>
              <a:gd name="connsiteX2588" fmla="*/ 510648 w 2407299"/>
              <a:gd name="connsiteY2588" fmla="*/ 2188446 h 2407299"/>
              <a:gd name="connsiteX2589" fmla="*/ 437677 w 2407299"/>
              <a:gd name="connsiteY2589" fmla="*/ 2188446 h 2407299"/>
              <a:gd name="connsiteX2590" fmla="*/ 656531 w 2407299"/>
              <a:gd name="connsiteY2590" fmla="*/ 2188446 h 2407299"/>
              <a:gd name="connsiteX2591" fmla="*/ 656531 w 2407299"/>
              <a:gd name="connsiteY2591" fmla="*/ 2261417 h 2407299"/>
              <a:gd name="connsiteX2592" fmla="*/ 729472 w 2407299"/>
              <a:gd name="connsiteY2592" fmla="*/ 2261417 h 2407299"/>
              <a:gd name="connsiteX2593" fmla="*/ 729472 w 2407299"/>
              <a:gd name="connsiteY2593" fmla="*/ 2188446 h 2407299"/>
              <a:gd name="connsiteX2594" fmla="*/ 656531 w 2407299"/>
              <a:gd name="connsiteY2594" fmla="*/ 2188446 h 2407299"/>
              <a:gd name="connsiteX2595" fmla="*/ 1021267 w 2407299"/>
              <a:gd name="connsiteY2595" fmla="*/ 2188446 h 2407299"/>
              <a:gd name="connsiteX2596" fmla="*/ 1021267 w 2407299"/>
              <a:gd name="connsiteY2596" fmla="*/ 2261417 h 2407299"/>
              <a:gd name="connsiteX2597" fmla="*/ 1094238 w 2407299"/>
              <a:gd name="connsiteY2597" fmla="*/ 2261417 h 2407299"/>
              <a:gd name="connsiteX2598" fmla="*/ 1094238 w 2407299"/>
              <a:gd name="connsiteY2598" fmla="*/ 2188446 h 2407299"/>
              <a:gd name="connsiteX2599" fmla="*/ 1021267 w 2407299"/>
              <a:gd name="connsiteY2599" fmla="*/ 2188446 h 2407299"/>
              <a:gd name="connsiteX2600" fmla="*/ 1094238 w 2407299"/>
              <a:gd name="connsiteY2600" fmla="*/ 2188446 h 2407299"/>
              <a:gd name="connsiteX2601" fmla="*/ 1094238 w 2407299"/>
              <a:gd name="connsiteY2601" fmla="*/ 2261417 h 2407299"/>
              <a:gd name="connsiteX2602" fmla="*/ 1167179 w 2407299"/>
              <a:gd name="connsiteY2602" fmla="*/ 2261417 h 2407299"/>
              <a:gd name="connsiteX2603" fmla="*/ 1167179 w 2407299"/>
              <a:gd name="connsiteY2603" fmla="*/ 2188446 h 2407299"/>
              <a:gd name="connsiteX2604" fmla="*/ 1094238 w 2407299"/>
              <a:gd name="connsiteY2604" fmla="*/ 2188446 h 2407299"/>
              <a:gd name="connsiteX2605" fmla="*/ 1167179 w 2407299"/>
              <a:gd name="connsiteY2605" fmla="*/ 2188446 h 2407299"/>
              <a:gd name="connsiteX2606" fmla="*/ 1167179 w 2407299"/>
              <a:gd name="connsiteY2606" fmla="*/ 2261417 h 2407299"/>
              <a:gd name="connsiteX2607" fmla="*/ 1240120 w 2407299"/>
              <a:gd name="connsiteY2607" fmla="*/ 2261417 h 2407299"/>
              <a:gd name="connsiteX2608" fmla="*/ 1240120 w 2407299"/>
              <a:gd name="connsiteY2608" fmla="*/ 2188446 h 2407299"/>
              <a:gd name="connsiteX2609" fmla="*/ 1167179 w 2407299"/>
              <a:gd name="connsiteY2609" fmla="*/ 2188446 h 2407299"/>
              <a:gd name="connsiteX2610" fmla="*/ 1313061 w 2407299"/>
              <a:gd name="connsiteY2610" fmla="*/ 2188446 h 2407299"/>
              <a:gd name="connsiteX2611" fmla="*/ 1313061 w 2407299"/>
              <a:gd name="connsiteY2611" fmla="*/ 2261417 h 2407299"/>
              <a:gd name="connsiteX2612" fmla="*/ 1386033 w 2407299"/>
              <a:gd name="connsiteY2612" fmla="*/ 2261417 h 2407299"/>
              <a:gd name="connsiteX2613" fmla="*/ 1386033 w 2407299"/>
              <a:gd name="connsiteY2613" fmla="*/ 2188446 h 2407299"/>
              <a:gd name="connsiteX2614" fmla="*/ 1313061 w 2407299"/>
              <a:gd name="connsiteY2614" fmla="*/ 2188446 h 2407299"/>
              <a:gd name="connsiteX2615" fmla="*/ 1458974 w 2407299"/>
              <a:gd name="connsiteY2615" fmla="*/ 2188446 h 2407299"/>
              <a:gd name="connsiteX2616" fmla="*/ 1458974 w 2407299"/>
              <a:gd name="connsiteY2616" fmla="*/ 2261417 h 2407299"/>
              <a:gd name="connsiteX2617" fmla="*/ 1531915 w 2407299"/>
              <a:gd name="connsiteY2617" fmla="*/ 2261417 h 2407299"/>
              <a:gd name="connsiteX2618" fmla="*/ 1531915 w 2407299"/>
              <a:gd name="connsiteY2618" fmla="*/ 2188446 h 2407299"/>
              <a:gd name="connsiteX2619" fmla="*/ 1458974 w 2407299"/>
              <a:gd name="connsiteY2619" fmla="*/ 2188446 h 2407299"/>
              <a:gd name="connsiteX2620" fmla="*/ 1750768 w 2407299"/>
              <a:gd name="connsiteY2620" fmla="*/ 2188446 h 2407299"/>
              <a:gd name="connsiteX2621" fmla="*/ 1750768 w 2407299"/>
              <a:gd name="connsiteY2621" fmla="*/ 2261417 h 2407299"/>
              <a:gd name="connsiteX2622" fmla="*/ 1823710 w 2407299"/>
              <a:gd name="connsiteY2622" fmla="*/ 2261417 h 2407299"/>
              <a:gd name="connsiteX2623" fmla="*/ 1823710 w 2407299"/>
              <a:gd name="connsiteY2623" fmla="*/ 2188446 h 2407299"/>
              <a:gd name="connsiteX2624" fmla="*/ 1750768 w 2407299"/>
              <a:gd name="connsiteY2624" fmla="*/ 2188446 h 2407299"/>
              <a:gd name="connsiteX2625" fmla="*/ 1969622 w 2407299"/>
              <a:gd name="connsiteY2625" fmla="*/ 2188446 h 2407299"/>
              <a:gd name="connsiteX2626" fmla="*/ 1969622 w 2407299"/>
              <a:gd name="connsiteY2626" fmla="*/ 2261417 h 2407299"/>
              <a:gd name="connsiteX2627" fmla="*/ 2042563 w 2407299"/>
              <a:gd name="connsiteY2627" fmla="*/ 2261417 h 2407299"/>
              <a:gd name="connsiteX2628" fmla="*/ 2042563 w 2407299"/>
              <a:gd name="connsiteY2628" fmla="*/ 2188446 h 2407299"/>
              <a:gd name="connsiteX2629" fmla="*/ 1969622 w 2407299"/>
              <a:gd name="connsiteY2629" fmla="*/ 2188446 h 2407299"/>
              <a:gd name="connsiteX2630" fmla="*/ 2042563 w 2407299"/>
              <a:gd name="connsiteY2630" fmla="*/ 2188446 h 2407299"/>
              <a:gd name="connsiteX2631" fmla="*/ 2042563 w 2407299"/>
              <a:gd name="connsiteY2631" fmla="*/ 2261417 h 2407299"/>
              <a:gd name="connsiteX2632" fmla="*/ 2115504 w 2407299"/>
              <a:gd name="connsiteY2632" fmla="*/ 2261417 h 2407299"/>
              <a:gd name="connsiteX2633" fmla="*/ 2115504 w 2407299"/>
              <a:gd name="connsiteY2633" fmla="*/ 2188446 h 2407299"/>
              <a:gd name="connsiteX2634" fmla="*/ 2042563 w 2407299"/>
              <a:gd name="connsiteY2634" fmla="*/ 2188446 h 2407299"/>
              <a:gd name="connsiteX2635" fmla="*/ 2334358 w 2407299"/>
              <a:gd name="connsiteY2635" fmla="*/ 2188446 h 2407299"/>
              <a:gd name="connsiteX2636" fmla="*/ 2334358 w 2407299"/>
              <a:gd name="connsiteY2636" fmla="*/ 2261417 h 2407299"/>
              <a:gd name="connsiteX2637" fmla="*/ 2407299 w 2407299"/>
              <a:gd name="connsiteY2637" fmla="*/ 2261417 h 2407299"/>
              <a:gd name="connsiteX2638" fmla="*/ 2407299 w 2407299"/>
              <a:gd name="connsiteY2638" fmla="*/ 2188446 h 2407299"/>
              <a:gd name="connsiteX2639" fmla="*/ 2334358 w 2407299"/>
              <a:gd name="connsiteY2639" fmla="*/ 2188446 h 2407299"/>
              <a:gd name="connsiteX2640" fmla="*/ 0 w 2407299"/>
              <a:gd name="connsiteY2640" fmla="*/ 2261417 h 2407299"/>
              <a:gd name="connsiteX2641" fmla="*/ 0 w 2407299"/>
              <a:gd name="connsiteY2641" fmla="*/ 2334358 h 2407299"/>
              <a:gd name="connsiteX2642" fmla="*/ 72941 w 2407299"/>
              <a:gd name="connsiteY2642" fmla="*/ 2334358 h 2407299"/>
              <a:gd name="connsiteX2643" fmla="*/ 72941 w 2407299"/>
              <a:gd name="connsiteY2643" fmla="*/ 2261417 h 2407299"/>
              <a:gd name="connsiteX2644" fmla="*/ 0 w 2407299"/>
              <a:gd name="connsiteY2644" fmla="*/ 2261417 h 2407299"/>
              <a:gd name="connsiteX2645" fmla="*/ 437677 w 2407299"/>
              <a:gd name="connsiteY2645" fmla="*/ 2261417 h 2407299"/>
              <a:gd name="connsiteX2646" fmla="*/ 437677 w 2407299"/>
              <a:gd name="connsiteY2646" fmla="*/ 2334358 h 2407299"/>
              <a:gd name="connsiteX2647" fmla="*/ 510648 w 2407299"/>
              <a:gd name="connsiteY2647" fmla="*/ 2334358 h 2407299"/>
              <a:gd name="connsiteX2648" fmla="*/ 510648 w 2407299"/>
              <a:gd name="connsiteY2648" fmla="*/ 2261417 h 2407299"/>
              <a:gd name="connsiteX2649" fmla="*/ 437677 w 2407299"/>
              <a:gd name="connsiteY2649" fmla="*/ 2261417 h 2407299"/>
              <a:gd name="connsiteX2650" fmla="*/ 583589 w 2407299"/>
              <a:gd name="connsiteY2650" fmla="*/ 2261417 h 2407299"/>
              <a:gd name="connsiteX2651" fmla="*/ 583589 w 2407299"/>
              <a:gd name="connsiteY2651" fmla="*/ 2334358 h 2407299"/>
              <a:gd name="connsiteX2652" fmla="*/ 656531 w 2407299"/>
              <a:gd name="connsiteY2652" fmla="*/ 2334358 h 2407299"/>
              <a:gd name="connsiteX2653" fmla="*/ 656531 w 2407299"/>
              <a:gd name="connsiteY2653" fmla="*/ 2261417 h 2407299"/>
              <a:gd name="connsiteX2654" fmla="*/ 583589 w 2407299"/>
              <a:gd name="connsiteY2654" fmla="*/ 2261417 h 2407299"/>
              <a:gd name="connsiteX2655" fmla="*/ 729472 w 2407299"/>
              <a:gd name="connsiteY2655" fmla="*/ 2261417 h 2407299"/>
              <a:gd name="connsiteX2656" fmla="*/ 729472 w 2407299"/>
              <a:gd name="connsiteY2656" fmla="*/ 2334358 h 2407299"/>
              <a:gd name="connsiteX2657" fmla="*/ 802443 w 2407299"/>
              <a:gd name="connsiteY2657" fmla="*/ 2334358 h 2407299"/>
              <a:gd name="connsiteX2658" fmla="*/ 802443 w 2407299"/>
              <a:gd name="connsiteY2658" fmla="*/ 2261417 h 2407299"/>
              <a:gd name="connsiteX2659" fmla="*/ 729472 w 2407299"/>
              <a:gd name="connsiteY2659" fmla="*/ 2261417 h 2407299"/>
              <a:gd name="connsiteX2660" fmla="*/ 802443 w 2407299"/>
              <a:gd name="connsiteY2660" fmla="*/ 2261417 h 2407299"/>
              <a:gd name="connsiteX2661" fmla="*/ 802443 w 2407299"/>
              <a:gd name="connsiteY2661" fmla="*/ 2334358 h 2407299"/>
              <a:gd name="connsiteX2662" fmla="*/ 875384 w 2407299"/>
              <a:gd name="connsiteY2662" fmla="*/ 2334358 h 2407299"/>
              <a:gd name="connsiteX2663" fmla="*/ 875384 w 2407299"/>
              <a:gd name="connsiteY2663" fmla="*/ 2261417 h 2407299"/>
              <a:gd name="connsiteX2664" fmla="*/ 802443 w 2407299"/>
              <a:gd name="connsiteY2664" fmla="*/ 2261417 h 2407299"/>
              <a:gd name="connsiteX2665" fmla="*/ 948325 w 2407299"/>
              <a:gd name="connsiteY2665" fmla="*/ 2261417 h 2407299"/>
              <a:gd name="connsiteX2666" fmla="*/ 948325 w 2407299"/>
              <a:gd name="connsiteY2666" fmla="*/ 2334358 h 2407299"/>
              <a:gd name="connsiteX2667" fmla="*/ 1021267 w 2407299"/>
              <a:gd name="connsiteY2667" fmla="*/ 2334358 h 2407299"/>
              <a:gd name="connsiteX2668" fmla="*/ 1021267 w 2407299"/>
              <a:gd name="connsiteY2668" fmla="*/ 2261417 h 2407299"/>
              <a:gd name="connsiteX2669" fmla="*/ 948325 w 2407299"/>
              <a:gd name="connsiteY2669" fmla="*/ 2261417 h 2407299"/>
              <a:gd name="connsiteX2670" fmla="*/ 1313061 w 2407299"/>
              <a:gd name="connsiteY2670" fmla="*/ 2261417 h 2407299"/>
              <a:gd name="connsiteX2671" fmla="*/ 1313061 w 2407299"/>
              <a:gd name="connsiteY2671" fmla="*/ 2334358 h 2407299"/>
              <a:gd name="connsiteX2672" fmla="*/ 1386033 w 2407299"/>
              <a:gd name="connsiteY2672" fmla="*/ 2334358 h 2407299"/>
              <a:gd name="connsiteX2673" fmla="*/ 1386033 w 2407299"/>
              <a:gd name="connsiteY2673" fmla="*/ 2261417 h 2407299"/>
              <a:gd name="connsiteX2674" fmla="*/ 1313061 w 2407299"/>
              <a:gd name="connsiteY2674" fmla="*/ 2261417 h 2407299"/>
              <a:gd name="connsiteX2675" fmla="*/ 1386033 w 2407299"/>
              <a:gd name="connsiteY2675" fmla="*/ 2261417 h 2407299"/>
              <a:gd name="connsiteX2676" fmla="*/ 1386033 w 2407299"/>
              <a:gd name="connsiteY2676" fmla="*/ 2334358 h 2407299"/>
              <a:gd name="connsiteX2677" fmla="*/ 1458974 w 2407299"/>
              <a:gd name="connsiteY2677" fmla="*/ 2334358 h 2407299"/>
              <a:gd name="connsiteX2678" fmla="*/ 1458974 w 2407299"/>
              <a:gd name="connsiteY2678" fmla="*/ 2261417 h 2407299"/>
              <a:gd name="connsiteX2679" fmla="*/ 1386033 w 2407299"/>
              <a:gd name="connsiteY2679" fmla="*/ 2261417 h 2407299"/>
              <a:gd name="connsiteX2680" fmla="*/ 1604856 w 2407299"/>
              <a:gd name="connsiteY2680" fmla="*/ 2261417 h 2407299"/>
              <a:gd name="connsiteX2681" fmla="*/ 1604856 w 2407299"/>
              <a:gd name="connsiteY2681" fmla="*/ 2334358 h 2407299"/>
              <a:gd name="connsiteX2682" fmla="*/ 1677827 w 2407299"/>
              <a:gd name="connsiteY2682" fmla="*/ 2334358 h 2407299"/>
              <a:gd name="connsiteX2683" fmla="*/ 1677827 w 2407299"/>
              <a:gd name="connsiteY2683" fmla="*/ 2261417 h 2407299"/>
              <a:gd name="connsiteX2684" fmla="*/ 1604856 w 2407299"/>
              <a:gd name="connsiteY2684" fmla="*/ 2261417 h 2407299"/>
              <a:gd name="connsiteX2685" fmla="*/ 1677827 w 2407299"/>
              <a:gd name="connsiteY2685" fmla="*/ 2261417 h 2407299"/>
              <a:gd name="connsiteX2686" fmla="*/ 1677827 w 2407299"/>
              <a:gd name="connsiteY2686" fmla="*/ 2334358 h 2407299"/>
              <a:gd name="connsiteX2687" fmla="*/ 1750768 w 2407299"/>
              <a:gd name="connsiteY2687" fmla="*/ 2334358 h 2407299"/>
              <a:gd name="connsiteX2688" fmla="*/ 1750768 w 2407299"/>
              <a:gd name="connsiteY2688" fmla="*/ 2261417 h 2407299"/>
              <a:gd name="connsiteX2689" fmla="*/ 1677827 w 2407299"/>
              <a:gd name="connsiteY2689" fmla="*/ 2261417 h 2407299"/>
              <a:gd name="connsiteX2690" fmla="*/ 1823710 w 2407299"/>
              <a:gd name="connsiteY2690" fmla="*/ 2261417 h 2407299"/>
              <a:gd name="connsiteX2691" fmla="*/ 1823710 w 2407299"/>
              <a:gd name="connsiteY2691" fmla="*/ 2334358 h 2407299"/>
              <a:gd name="connsiteX2692" fmla="*/ 1896651 w 2407299"/>
              <a:gd name="connsiteY2692" fmla="*/ 2334358 h 2407299"/>
              <a:gd name="connsiteX2693" fmla="*/ 1896651 w 2407299"/>
              <a:gd name="connsiteY2693" fmla="*/ 2261417 h 2407299"/>
              <a:gd name="connsiteX2694" fmla="*/ 1823710 w 2407299"/>
              <a:gd name="connsiteY2694" fmla="*/ 2261417 h 2407299"/>
              <a:gd name="connsiteX2695" fmla="*/ 0 w 2407299"/>
              <a:gd name="connsiteY2695" fmla="*/ 2334358 h 2407299"/>
              <a:gd name="connsiteX2696" fmla="*/ 0 w 2407299"/>
              <a:gd name="connsiteY2696" fmla="*/ 2407299 h 2407299"/>
              <a:gd name="connsiteX2697" fmla="*/ 72941 w 2407299"/>
              <a:gd name="connsiteY2697" fmla="*/ 2407299 h 2407299"/>
              <a:gd name="connsiteX2698" fmla="*/ 72941 w 2407299"/>
              <a:gd name="connsiteY2698" fmla="*/ 2334358 h 2407299"/>
              <a:gd name="connsiteX2699" fmla="*/ 0 w 2407299"/>
              <a:gd name="connsiteY2699" fmla="*/ 2334358 h 2407299"/>
              <a:gd name="connsiteX2700" fmla="*/ 72941 w 2407299"/>
              <a:gd name="connsiteY2700" fmla="*/ 2334358 h 2407299"/>
              <a:gd name="connsiteX2701" fmla="*/ 72941 w 2407299"/>
              <a:gd name="connsiteY2701" fmla="*/ 2407299 h 2407299"/>
              <a:gd name="connsiteX2702" fmla="*/ 145882 w 2407299"/>
              <a:gd name="connsiteY2702" fmla="*/ 2407299 h 2407299"/>
              <a:gd name="connsiteX2703" fmla="*/ 145882 w 2407299"/>
              <a:gd name="connsiteY2703" fmla="*/ 2334358 h 2407299"/>
              <a:gd name="connsiteX2704" fmla="*/ 72941 w 2407299"/>
              <a:gd name="connsiteY2704" fmla="*/ 2334358 h 2407299"/>
              <a:gd name="connsiteX2705" fmla="*/ 145882 w 2407299"/>
              <a:gd name="connsiteY2705" fmla="*/ 2334358 h 2407299"/>
              <a:gd name="connsiteX2706" fmla="*/ 145882 w 2407299"/>
              <a:gd name="connsiteY2706" fmla="*/ 2407299 h 2407299"/>
              <a:gd name="connsiteX2707" fmla="*/ 218854 w 2407299"/>
              <a:gd name="connsiteY2707" fmla="*/ 2407299 h 2407299"/>
              <a:gd name="connsiteX2708" fmla="*/ 218854 w 2407299"/>
              <a:gd name="connsiteY2708" fmla="*/ 2334358 h 2407299"/>
              <a:gd name="connsiteX2709" fmla="*/ 145882 w 2407299"/>
              <a:gd name="connsiteY2709" fmla="*/ 2334358 h 2407299"/>
              <a:gd name="connsiteX2710" fmla="*/ 218854 w 2407299"/>
              <a:gd name="connsiteY2710" fmla="*/ 2334358 h 2407299"/>
              <a:gd name="connsiteX2711" fmla="*/ 218854 w 2407299"/>
              <a:gd name="connsiteY2711" fmla="*/ 2407299 h 2407299"/>
              <a:gd name="connsiteX2712" fmla="*/ 291795 w 2407299"/>
              <a:gd name="connsiteY2712" fmla="*/ 2407299 h 2407299"/>
              <a:gd name="connsiteX2713" fmla="*/ 291795 w 2407299"/>
              <a:gd name="connsiteY2713" fmla="*/ 2334358 h 2407299"/>
              <a:gd name="connsiteX2714" fmla="*/ 218854 w 2407299"/>
              <a:gd name="connsiteY2714" fmla="*/ 2334358 h 2407299"/>
              <a:gd name="connsiteX2715" fmla="*/ 291795 w 2407299"/>
              <a:gd name="connsiteY2715" fmla="*/ 2334358 h 2407299"/>
              <a:gd name="connsiteX2716" fmla="*/ 291795 w 2407299"/>
              <a:gd name="connsiteY2716" fmla="*/ 2407299 h 2407299"/>
              <a:gd name="connsiteX2717" fmla="*/ 364736 w 2407299"/>
              <a:gd name="connsiteY2717" fmla="*/ 2407299 h 2407299"/>
              <a:gd name="connsiteX2718" fmla="*/ 364736 w 2407299"/>
              <a:gd name="connsiteY2718" fmla="*/ 2334358 h 2407299"/>
              <a:gd name="connsiteX2719" fmla="*/ 291795 w 2407299"/>
              <a:gd name="connsiteY2719" fmla="*/ 2334358 h 2407299"/>
              <a:gd name="connsiteX2720" fmla="*/ 364736 w 2407299"/>
              <a:gd name="connsiteY2720" fmla="*/ 2334358 h 2407299"/>
              <a:gd name="connsiteX2721" fmla="*/ 364736 w 2407299"/>
              <a:gd name="connsiteY2721" fmla="*/ 2407299 h 2407299"/>
              <a:gd name="connsiteX2722" fmla="*/ 437677 w 2407299"/>
              <a:gd name="connsiteY2722" fmla="*/ 2407299 h 2407299"/>
              <a:gd name="connsiteX2723" fmla="*/ 437677 w 2407299"/>
              <a:gd name="connsiteY2723" fmla="*/ 2334358 h 2407299"/>
              <a:gd name="connsiteX2724" fmla="*/ 364736 w 2407299"/>
              <a:gd name="connsiteY2724" fmla="*/ 2334358 h 2407299"/>
              <a:gd name="connsiteX2725" fmla="*/ 437677 w 2407299"/>
              <a:gd name="connsiteY2725" fmla="*/ 2334358 h 2407299"/>
              <a:gd name="connsiteX2726" fmla="*/ 437677 w 2407299"/>
              <a:gd name="connsiteY2726" fmla="*/ 2407299 h 2407299"/>
              <a:gd name="connsiteX2727" fmla="*/ 510648 w 2407299"/>
              <a:gd name="connsiteY2727" fmla="*/ 2407299 h 2407299"/>
              <a:gd name="connsiteX2728" fmla="*/ 510648 w 2407299"/>
              <a:gd name="connsiteY2728" fmla="*/ 2334358 h 2407299"/>
              <a:gd name="connsiteX2729" fmla="*/ 437677 w 2407299"/>
              <a:gd name="connsiteY2729" fmla="*/ 2334358 h 2407299"/>
              <a:gd name="connsiteX2730" fmla="*/ 583589 w 2407299"/>
              <a:gd name="connsiteY2730" fmla="*/ 2334358 h 2407299"/>
              <a:gd name="connsiteX2731" fmla="*/ 583589 w 2407299"/>
              <a:gd name="connsiteY2731" fmla="*/ 2407299 h 2407299"/>
              <a:gd name="connsiteX2732" fmla="*/ 656531 w 2407299"/>
              <a:gd name="connsiteY2732" fmla="*/ 2407299 h 2407299"/>
              <a:gd name="connsiteX2733" fmla="*/ 656531 w 2407299"/>
              <a:gd name="connsiteY2733" fmla="*/ 2334358 h 2407299"/>
              <a:gd name="connsiteX2734" fmla="*/ 583589 w 2407299"/>
              <a:gd name="connsiteY2734" fmla="*/ 2334358 h 2407299"/>
              <a:gd name="connsiteX2735" fmla="*/ 656531 w 2407299"/>
              <a:gd name="connsiteY2735" fmla="*/ 2334358 h 2407299"/>
              <a:gd name="connsiteX2736" fmla="*/ 656531 w 2407299"/>
              <a:gd name="connsiteY2736" fmla="*/ 2407299 h 2407299"/>
              <a:gd name="connsiteX2737" fmla="*/ 729472 w 2407299"/>
              <a:gd name="connsiteY2737" fmla="*/ 2407299 h 2407299"/>
              <a:gd name="connsiteX2738" fmla="*/ 729472 w 2407299"/>
              <a:gd name="connsiteY2738" fmla="*/ 2334358 h 2407299"/>
              <a:gd name="connsiteX2739" fmla="*/ 656531 w 2407299"/>
              <a:gd name="connsiteY2739" fmla="*/ 2334358 h 2407299"/>
              <a:gd name="connsiteX2740" fmla="*/ 729472 w 2407299"/>
              <a:gd name="connsiteY2740" fmla="*/ 2334358 h 2407299"/>
              <a:gd name="connsiteX2741" fmla="*/ 729472 w 2407299"/>
              <a:gd name="connsiteY2741" fmla="*/ 2407299 h 2407299"/>
              <a:gd name="connsiteX2742" fmla="*/ 802443 w 2407299"/>
              <a:gd name="connsiteY2742" fmla="*/ 2407299 h 2407299"/>
              <a:gd name="connsiteX2743" fmla="*/ 802443 w 2407299"/>
              <a:gd name="connsiteY2743" fmla="*/ 2334358 h 2407299"/>
              <a:gd name="connsiteX2744" fmla="*/ 729472 w 2407299"/>
              <a:gd name="connsiteY2744" fmla="*/ 2334358 h 2407299"/>
              <a:gd name="connsiteX2745" fmla="*/ 802443 w 2407299"/>
              <a:gd name="connsiteY2745" fmla="*/ 2334358 h 2407299"/>
              <a:gd name="connsiteX2746" fmla="*/ 802443 w 2407299"/>
              <a:gd name="connsiteY2746" fmla="*/ 2407299 h 2407299"/>
              <a:gd name="connsiteX2747" fmla="*/ 875384 w 2407299"/>
              <a:gd name="connsiteY2747" fmla="*/ 2407299 h 2407299"/>
              <a:gd name="connsiteX2748" fmla="*/ 875384 w 2407299"/>
              <a:gd name="connsiteY2748" fmla="*/ 2334358 h 2407299"/>
              <a:gd name="connsiteX2749" fmla="*/ 802443 w 2407299"/>
              <a:gd name="connsiteY2749" fmla="*/ 2334358 h 2407299"/>
              <a:gd name="connsiteX2750" fmla="*/ 1240120 w 2407299"/>
              <a:gd name="connsiteY2750" fmla="*/ 2334358 h 2407299"/>
              <a:gd name="connsiteX2751" fmla="*/ 1240120 w 2407299"/>
              <a:gd name="connsiteY2751" fmla="*/ 2407299 h 2407299"/>
              <a:gd name="connsiteX2752" fmla="*/ 1313061 w 2407299"/>
              <a:gd name="connsiteY2752" fmla="*/ 2407299 h 2407299"/>
              <a:gd name="connsiteX2753" fmla="*/ 1313061 w 2407299"/>
              <a:gd name="connsiteY2753" fmla="*/ 2334358 h 2407299"/>
              <a:gd name="connsiteX2754" fmla="*/ 1240120 w 2407299"/>
              <a:gd name="connsiteY2754" fmla="*/ 2334358 h 2407299"/>
              <a:gd name="connsiteX2755" fmla="*/ 1386033 w 2407299"/>
              <a:gd name="connsiteY2755" fmla="*/ 2334358 h 2407299"/>
              <a:gd name="connsiteX2756" fmla="*/ 1386033 w 2407299"/>
              <a:gd name="connsiteY2756" fmla="*/ 2407299 h 2407299"/>
              <a:gd name="connsiteX2757" fmla="*/ 1458974 w 2407299"/>
              <a:gd name="connsiteY2757" fmla="*/ 2407299 h 2407299"/>
              <a:gd name="connsiteX2758" fmla="*/ 1458974 w 2407299"/>
              <a:gd name="connsiteY2758" fmla="*/ 2334358 h 2407299"/>
              <a:gd name="connsiteX2759" fmla="*/ 1386033 w 2407299"/>
              <a:gd name="connsiteY2759" fmla="*/ 2334358 h 2407299"/>
              <a:gd name="connsiteX2760" fmla="*/ 1531915 w 2407299"/>
              <a:gd name="connsiteY2760" fmla="*/ 2334358 h 2407299"/>
              <a:gd name="connsiteX2761" fmla="*/ 1531915 w 2407299"/>
              <a:gd name="connsiteY2761" fmla="*/ 2407299 h 2407299"/>
              <a:gd name="connsiteX2762" fmla="*/ 1604856 w 2407299"/>
              <a:gd name="connsiteY2762" fmla="*/ 2407299 h 2407299"/>
              <a:gd name="connsiteX2763" fmla="*/ 1604856 w 2407299"/>
              <a:gd name="connsiteY2763" fmla="*/ 2334358 h 2407299"/>
              <a:gd name="connsiteX2764" fmla="*/ 1531915 w 2407299"/>
              <a:gd name="connsiteY2764" fmla="*/ 2334358 h 2407299"/>
              <a:gd name="connsiteX2765" fmla="*/ 1604856 w 2407299"/>
              <a:gd name="connsiteY2765" fmla="*/ 2334358 h 2407299"/>
              <a:gd name="connsiteX2766" fmla="*/ 1604856 w 2407299"/>
              <a:gd name="connsiteY2766" fmla="*/ 2407299 h 2407299"/>
              <a:gd name="connsiteX2767" fmla="*/ 1677827 w 2407299"/>
              <a:gd name="connsiteY2767" fmla="*/ 2407299 h 2407299"/>
              <a:gd name="connsiteX2768" fmla="*/ 1677827 w 2407299"/>
              <a:gd name="connsiteY2768" fmla="*/ 2334358 h 2407299"/>
              <a:gd name="connsiteX2769" fmla="*/ 1604856 w 2407299"/>
              <a:gd name="connsiteY2769" fmla="*/ 2334358 h 2407299"/>
              <a:gd name="connsiteX2770" fmla="*/ 1677827 w 2407299"/>
              <a:gd name="connsiteY2770" fmla="*/ 2334358 h 2407299"/>
              <a:gd name="connsiteX2771" fmla="*/ 1677827 w 2407299"/>
              <a:gd name="connsiteY2771" fmla="*/ 2407299 h 2407299"/>
              <a:gd name="connsiteX2772" fmla="*/ 1750768 w 2407299"/>
              <a:gd name="connsiteY2772" fmla="*/ 2407299 h 2407299"/>
              <a:gd name="connsiteX2773" fmla="*/ 1750768 w 2407299"/>
              <a:gd name="connsiteY2773" fmla="*/ 2334358 h 2407299"/>
              <a:gd name="connsiteX2774" fmla="*/ 1677827 w 2407299"/>
              <a:gd name="connsiteY2774" fmla="*/ 2334358 h 2407299"/>
              <a:gd name="connsiteX2775" fmla="*/ 2115504 w 2407299"/>
              <a:gd name="connsiteY2775" fmla="*/ 2334358 h 2407299"/>
              <a:gd name="connsiteX2776" fmla="*/ 2115504 w 2407299"/>
              <a:gd name="connsiteY2776" fmla="*/ 2407299 h 2407299"/>
              <a:gd name="connsiteX2777" fmla="*/ 2188446 w 2407299"/>
              <a:gd name="connsiteY2777" fmla="*/ 2407299 h 2407299"/>
              <a:gd name="connsiteX2778" fmla="*/ 2188446 w 2407299"/>
              <a:gd name="connsiteY2778" fmla="*/ 2334358 h 2407299"/>
              <a:gd name="connsiteX2779" fmla="*/ 2115504 w 2407299"/>
              <a:gd name="connsiteY2779" fmla="*/ 2334358 h 2407299"/>
              <a:gd name="connsiteX2780" fmla="*/ 2261417 w 2407299"/>
              <a:gd name="connsiteY2780" fmla="*/ 2334358 h 2407299"/>
              <a:gd name="connsiteX2781" fmla="*/ 2261417 w 2407299"/>
              <a:gd name="connsiteY2781" fmla="*/ 2407299 h 2407299"/>
              <a:gd name="connsiteX2782" fmla="*/ 2334358 w 2407299"/>
              <a:gd name="connsiteY2782" fmla="*/ 2407299 h 2407299"/>
              <a:gd name="connsiteX2783" fmla="*/ 2334358 w 2407299"/>
              <a:gd name="connsiteY2783" fmla="*/ 2334358 h 2407299"/>
              <a:gd name="connsiteX2784" fmla="*/ 2261417 w 2407299"/>
              <a:gd name="connsiteY2784" fmla="*/ 2334358 h 24072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  <a:cxn ang="0">
                <a:pos x="connsiteX936" y="connsiteY936"/>
              </a:cxn>
              <a:cxn ang="0">
                <a:pos x="connsiteX937" y="connsiteY937"/>
              </a:cxn>
              <a:cxn ang="0">
                <a:pos x="connsiteX938" y="connsiteY938"/>
              </a:cxn>
              <a:cxn ang="0">
                <a:pos x="connsiteX939" y="connsiteY939"/>
              </a:cxn>
              <a:cxn ang="0">
                <a:pos x="connsiteX940" y="connsiteY940"/>
              </a:cxn>
              <a:cxn ang="0">
                <a:pos x="connsiteX941" y="connsiteY941"/>
              </a:cxn>
              <a:cxn ang="0">
                <a:pos x="connsiteX942" y="connsiteY942"/>
              </a:cxn>
              <a:cxn ang="0">
                <a:pos x="connsiteX943" y="connsiteY943"/>
              </a:cxn>
              <a:cxn ang="0">
                <a:pos x="connsiteX944" y="connsiteY944"/>
              </a:cxn>
              <a:cxn ang="0">
                <a:pos x="connsiteX945" y="connsiteY945"/>
              </a:cxn>
              <a:cxn ang="0">
                <a:pos x="connsiteX946" y="connsiteY946"/>
              </a:cxn>
              <a:cxn ang="0">
                <a:pos x="connsiteX947" y="connsiteY947"/>
              </a:cxn>
              <a:cxn ang="0">
                <a:pos x="connsiteX948" y="connsiteY948"/>
              </a:cxn>
              <a:cxn ang="0">
                <a:pos x="connsiteX949" y="connsiteY949"/>
              </a:cxn>
              <a:cxn ang="0">
                <a:pos x="connsiteX950" y="connsiteY950"/>
              </a:cxn>
              <a:cxn ang="0">
                <a:pos x="connsiteX951" y="connsiteY951"/>
              </a:cxn>
              <a:cxn ang="0">
                <a:pos x="connsiteX952" y="connsiteY952"/>
              </a:cxn>
              <a:cxn ang="0">
                <a:pos x="connsiteX953" y="connsiteY953"/>
              </a:cxn>
              <a:cxn ang="0">
                <a:pos x="connsiteX954" y="connsiteY954"/>
              </a:cxn>
              <a:cxn ang="0">
                <a:pos x="connsiteX955" y="connsiteY955"/>
              </a:cxn>
              <a:cxn ang="0">
                <a:pos x="connsiteX956" y="connsiteY956"/>
              </a:cxn>
              <a:cxn ang="0">
                <a:pos x="connsiteX957" y="connsiteY957"/>
              </a:cxn>
              <a:cxn ang="0">
                <a:pos x="connsiteX958" y="connsiteY958"/>
              </a:cxn>
              <a:cxn ang="0">
                <a:pos x="connsiteX959" y="connsiteY959"/>
              </a:cxn>
              <a:cxn ang="0">
                <a:pos x="connsiteX960" y="connsiteY960"/>
              </a:cxn>
              <a:cxn ang="0">
                <a:pos x="connsiteX961" y="connsiteY961"/>
              </a:cxn>
              <a:cxn ang="0">
                <a:pos x="connsiteX962" y="connsiteY962"/>
              </a:cxn>
              <a:cxn ang="0">
                <a:pos x="connsiteX963" y="connsiteY963"/>
              </a:cxn>
              <a:cxn ang="0">
                <a:pos x="connsiteX964" y="connsiteY964"/>
              </a:cxn>
              <a:cxn ang="0">
                <a:pos x="connsiteX965" y="connsiteY965"/>
              </a:cxn>
              <a:cxn ang="0">
                <a:pos x="connsiteX966" y="connsiteY966"/>
              </a:cxn>
              <a:cxn ang="0">
                <a:pos x="connsiteX967" y="connsiteY967"/>
              </a:cxn>
              <a:cxn ang="0">
                <a:pos x="connsiteX968" y="connsiteY968"/>
              </a:cxn>
              <a:cxn ang="0">
                <a:pos x="connsiteX969" y="connsiteY969"/>
              </a:cxn>
              <a:cxn ang="0">
                <a:pos x="connsiteX970" y="connsiteY970"/>
              </a:cxn>
              <a:cxn ang="0">
                <a:pos x="connsiteX971" y="connsiteY971"/>
              </a:cxn>
              <a:cxn ang="0">
                <a:pos x="connsiteX972" y="connsiteY972"/>
              </a:cxn>
              <a:cxn ang="0">
                <a:pos x="connsiteX973" y="connsiteY973"/>
              </a:cxn>
              <a:cxn ang="0">
                <a:pos x="connsiteX974" y="connsiteY974"/>
              </a:cxn>
              <a:cxn ang="0">
                <a:pos x="connsiteX975" y="connsiteY975"/>
              </a:cxn>
              <a:cxn ang="0">
                <a:pos x="connsiteX976" y="connsiteY976"/>
              </a:cxn>
              <a:cxn ang="0">
                <a:pos x="connsiteX977" y="connsiteY977"/>
              </a:cxn>
              <a:cxn ang="0">
                <a:pos x="connsiteX978" y="connsiteY978"/>
              </a:cxn>
              <a:cxn ang="0">
                <a:pos x="connsiteX979" y="connsiteY979"/>
              </a:cxn>
              <a:cxn ang="0">
                <a:pos x="connsiteX980" y="connsiteY980"/>
              </a:cxn>
              <a:cxn ang="0">
                <a:pos x="connsiteX981" y="connsiteY981"/>
              </a:cxn>
              <a:cxn ang="0">
                <a:pos x="connsiteX982" y="connsiteY982"/>
              </a:cxn>
              <a:cxn ang="0">
                <a:pos x="connsiteX983" y="connsiteY983"/>
              </a:cxn>
              <a:cxn ang="0">
                <a:pos x="connsiteX984" y="connsiteY984"/>
              </a:cxn>
              <a:cxn ang="0">
                <a:pos x="connsiteX985" y="connsiteY985"/>
              </a:cxn>
              <a:cxn ang="0">
                <a:pos x="connsiteX986" y="connsiteY986"/>
              </a:cxn>
              <a:cxn ang="0">
                <a:pos x="connsiteX987" y="connsiteY987"/>
              </a:cxn>
              <a:cxn ang="0">
                <a:pos x="connsiteX988" y="connsiteY988"/>
              </a:cxn>
              <a:cxn ang="0">
                <a:pos x="connsiteX989" y="connsiteY989"/>
              </a:cxn>
              <a:cxn ang="0">
                <a:pos x="connsiteX990" y="connsiteY990"/>
              </a:cxn>
              <a:cxn ang="0">
                <a:pos x="connsiteX991" y="connsiteY991"/>
              </a:cxn>
              <a:cxn ang="0">
                <a:pos x="connsiteX992" y="connsiteY992"/>
              </a:cxn>
              <a:cxn ang="0">
                <a:pos x="connsiteX993" y="connsiteY993"/>
              </a:cxn>
              <a:cxn ang="0">
                <a:pos x="connsiteX994" y="connsiteY994"/>
              </a:cxn>
              <a:cxn ang="0">
                <a:pos x="connsiteX995" y="connsiteY995"/>
              </a:cxn>
              <a:cxn ang="0">
                <a:pos x="connsiteX996" y="connsiteY996"/>
              </a:cxn>
              <a:cxn ang="0">
                <a:pos x="connsiteX997" y="connsiteY997"/>
              </a:cxn>
              <a:cxn ang="0">
                <a:pos x="connsiteX998" y="connsiteY998"/>
              </a:cxn>
              <a:cxn ang="0">
                <a:pos x="connsiteX999" y="connsiteY999"/>
              </a:cxn>
              <a:cxn ang="0">
                <a:pos x="connsiteX1000" y="connsiteY1000"/>
              </a:cxn>
              <a:cxn ang="0">
                <a:pos x="connsiteX1001" y="connsiteY1001"/>
              </a:cxn>
              <a:cxn ang="0">
                <a:pos x="connsiteX1002" y="connsiteY1002"/>
              </a:cxn>
              <a:cxn ang="0">
                <a:pos x="connsiteX1003" y="connsiteY1003"/>
              </a:cxn>
              <a:cxn ang="0">
                <a:pos x="connsiteX1004" y="connsiteY1004"/>
              </a:cxn>
              <a:cxn ang="0">
                <a:pos x="connsiteX1005" y="connsiteY1005"/>
              </a:cxn>
              <a:cxn ang="0">
                <a:pos x="connsiteX1006" y="connsiteY1006"/>
              </a:cxn>
              <a:cxn ang="0">
                <a:pos x="connsiteX1007" y="connsiteY1007"/>
              </a:cxn>
              <a:cxn ang="0">
                <a:pos x="connsiteX1008" y="connsiteY1008"/>
              </a:cxn>
              <a:cxn ang="0">
                <a:pos x="connsiteX1009" y="connsiteY1009"/>
              </a:cxn>
              <a:cxn ang="0">
                <a:pos x="connsiteX1010" y="connsiteY1010"/>
              </a:cxn>
              <a:cxn ang="0">
                <a:pos x="connsiteX1011" y="connsiteY1011"/>
              </a:cxn>
              <a:cxn ang="0">
                <a:pos x="connsiteX1012" y="connsiteY1012"/>
              </a:cxn>
              <a:cxn ang="0">
                <a:pos x="connsiteX1013" y="connsiteY1013"/>
              </a:cxn>
              <a:cxn ang="0">
                <a:pos x="connsiteX1014" y="connsiteY1014"/>
              </a:cxn>
              <a:cxn ang="0">
                <a:pos x="connsiteX1015" y="connsiteY1015"/>
              </a:cxn>
              <a:cxn ang="0">
                <a:pos x="connsiteX1016" y="connsiteY1016"/>
              </a:cxn>
              <a:cxn ang="0">
                <a:pos x="connsiteX1017" y="connsiteY1017"/>
              </a:cxn>
              <a:cxn ang="0">
                <a:pos x="connsiteX1018" y="connsiteY1018"/>
              </a:cxn>
              <a:cxn ang="0">
                <a:pos x="connsiteX1019" y="connsiteY1019"/>
              </a:cxn>
              <a:cxn ang="0">
                <a:pos x="connsiteX1020" y="connsiteY1020"/>
              </a:cxn>
              <a:cxn ang="0">
                <a:pos x="connsiteX1021" y="connsiteY1021"/>
              </a:cxn>
              <a:cxn ang="0">
                <a:pos x="connsiteX1022" y="connsiteY1022"/>
              </a:cxn>
              <a:cxn ang="0">
                <a:pos x="connsiteX1023" y="connsiteY1023"/>
              </a:cxn>
              <a:cxn ang="0">
                <a:pos x="connsiteX1024" y="connsiteY1024"/>
              </a:cxn>
              <a:cxn ang="0">
                <a:pos x="connsiteX1025" y="connsiteY1025"/>
              </a:cxn>
              <a:cxn ang="0">
                <a:pos x="connsiteX1026" y="connsiteY1026"/>
              </a:cxn>
              <a:cxn ang="0">
                <a:pos x="connsiteX1027" y="connsiteY1027"/>
              </a:cxn>
              <a:cxn ang="0">
                <a:pos x="connsiteX1028" y="connsiteY1028"/>
              </a:cxn>
              <a:cxn ang="0">
                <a:pos x="connsiteX1029" y="connsiteY1029"/>
              </a:cxn>
              <a:cxn ang="0">
                <a:pos x="connsiteX1030" y="connsiteY1030"/>
              </a:cxn>
              <a:cxn ang="0">
                <a:pos x="connsiteX1031" y="connsiteY1031"/>
              </a:cxn>
              <a:cxn ang="0">
                <a:pos x="connsiteX1032" y="connsiteY1032"/>
              </a:cxn>
              <a:cxn ang="0">
                <a:pos x="connsiteX1033" y="connsiteY1033"/>
              </a:cxn>
              <a:cxn ang="0">
                <a:pos x="connsiteX1034" y="connsiteY1034"/>
              </a:cxn>
              <a:cxn ang="0">
                <a:pos x="connsiteX1035" y="connsiteY1035"/>
              </a:cxn>
              <a:cxn ang="0">
                <a:pos x="connsiteX1036" y="connsiteY1036"/>
              </a:cxn>
              <a:cxn ang="0">
                <a:pos x="connsiteX1037" y="connsiteY1037"/>
              </a:cxn>
              <a:cxn ang="0">
                <a:pos x="connsiteX1038" y="connsiteY1038"/>
              </a:cxn>
              <a:cxn ang="0">
                <a:pos x="connsiteX1039" y="connsiteY1039"/>
              </a:cxn>
              <a:cxn ang="0">
                <a:pos x="connsiteX1040" y="connsiteY1040"/>
              </a:cxn>
              <a:cxn ang="0">
                <a:pos x="connsiteX1041" y="connsiteY1041"/>
              </a:cxn>
              <a:cxn ang="0">
                <a:pos x="connsiteX1042" y="connsiteY1042"/>
              </a:cxn>
              <a:cxn ang="0">
                <a:pos x="connsiteX1043" y="connsiteY1043"/>
              </a:cxn>
              <a:cxn ang="0">
                <a:pos x="connsiteX1044" y="connsiteY1044"/>
              </a:cxn>
              <a:cxn ang="0">
                <a:pos x="connsiteX1045" y="connsiteY1045"/>
              </a:cxn>
              <a:cxn ang="0">
                <a:pos x="connsiteX1046" y="connsiteY1046"/>
              </a:cxn>
              <a:cxn ang="0">
                <a:pos x="connsiteX1047" y="connsiteY1047"/>
              </a:cxn>
              <a:cxn ang="0">
                <a:pos x="connsiteX1048" y="connsiteY1048"/>
              </a:cxn>
              <a:cxn ang="0">
                <a:pos x="connsiteX1049" y="connsiteY1049"/>
              </a:cxn>
              <a:cxn ang="0">
                <a:pos x="connsiteX1050" y="connsiteY1050"/>
              </a:cxn>
              <a:cxn ang="0">
                <a:pos x="connsiteX1051" y="connsiteY1051"/>
              </a:cxn>
              <a:cxn ang="0">
                <a:pos x="connsiteX1052" y="connsiteY1052"/>
              </a:cxn>
              <a:cxn ang="0">
                <a:pos x="connsiteX1053" y="connsiteY1053"/>
              </a:cxn>
              <a:cxn ang="0">
                <a:pos x="connsiteX1054" y="connsiteY1054"/>
              </a:cxn>
              <a:cxn ang="0">
                <a:pos x="connsiteX1055" y="connsiteY1055"/>
              </a:cxn>
              <a:cxn ang="0">
                <a:pos x="connsiteX1056" y="connsiteY1056"/>
              </a:cxn>
              <a:cxn ang="0">
                <a:pos x="connsiteX1057" y="connsiteY1057"/>
              </a:cxn>
              <a:cxn ang="0">
                <a:pos x="connsiteX1058" y="connsiteY1058"/>
              </a:cxn>
              <a:cxn ang="0">
                <a:pos x="connsiteX1059" y="connsiteY1059"/>
              </a:cxn>
              <a:cxn ang="0">
                <a:pos x="connsiteX1060" y="connsiteY1060"/>
              </a:cxn>
              <a:cxn ang="0">
                <a:pos x="connsiteX1061" y="connsiteY1061"/>
              </a:cxn>
              <a:cxn ang="0">
                <a:pos x="connsiteX1062" y="connsiteY1062"/>
              </a:cxn>
              <a:cxn ang="0">
                <a:pos x="connsiteX1063" y="connsiteY1063"/>
              </a:cxn>
              <a:cxn ang="0">
                <a:pos x="connsiteX1064" y="connsiteY1064"/>
              </a:cxn>
              <a:cxn ang="0">
                <a:pos x="connsiteX1065" y="connsiteY1065"/>
              </a:cxn>
              <a:cxn ang="0">
                <a:pos x="connsiteX1066" y="connsiteY1066"/>
              </a:cxn>
              <a:cxn ang="0">
                <a:pos x="connsiteX1067" y="connsiteY1067"/>
              </a:cxn>
              <a:cxn ang="0">
                <a:pos x="connsiteX1068" y="connsiteY1068"/>
              </a:cxn>
              <a:cxn ang="0">
                <a:pos x="connsiteX1069" y="connsiteY1069"/>
              </a:cxn>
              <a:cxn ang="0">
                <a:pos x="connsiteX1070" y="connsiteY1070"/>
              </a:cxn>
              <a:cxn ang="0">
                <a:pos x="connsiteX1071" y="connsiteY1071"/>
              </a:cxn>
              <a:cxn ang="0">
                <a:pos x="connsiteX1072" y="connsiteY1072"/>
              </a:cxn>
              <a:cxn ang="0">
                <a:pos x="connsiteX1073" y="connsiteY1073"/>
              </a:cxn>
              <a:cxn ang="0">
                <a:pos x="connsiteX1074" y="connsiteY1074"/>
              </a:cxn>
              <a:cxn ang="0">
                <a:pos x="connsiteX1075" y="connsiteY1075"/>
              </a:cxn>
              <a:cxn ang="0">
                <a:pos x="connsiteX1076" y="connsiteY1076"/>
              </a:cxn>
              <a:cxn ang="0">
                <a:pos x="connsiteX1077" y="connsiteY1077"/>
              </a:cxn>
              <a:cxn ang="0">
                <a:pos x="connsiteX1078" y="connsiteY1078"/>
              </a:cxn>
              <a:cxn ang="0">
                <a:pos x="connsiteX1079" y="connsiteY1079"/>
              </a:cxn>
              <a:cxn ang="0">
                <a:pos x="connsiteX1080" y="connsiteY1080"/>
              </a:cxn>
              <a:cxn ang="0">
                <a:pos x="connsiteX1081" y="connsiteY1081"/>
              </a:cxn>
              <a:cxn ang="0">
                <a:pos x="connsiteX1082" y="connsiteY1082"/>
              </a:cxn>
              <a:cxn ang="0">
                <a:pos x="connsiteX1083" y="connsiteY1083"/>
              </a:cxn>
              <a:cxn ang="0">
                <a:pos x="connsiteX1084" y="connsiteY1084"/>
              </a:cxn>
              <a:cxn ang="0">
                <a:pos x="connsiteX1085" y="connsiteY1085"/>
              </a:cxn>
              <a:cxn ang="0">
                <a:pos x="connsiteX1086" y="connsiteY1086"/>
              </a:cxn>
              <a:cxn ang="0">
                <a:pos x="connsiteX1087" y="connsiteY1087"/>
              </a:cxn>
              <a:cxn ang="0">
                <a:pos x="connsiteX1088" y="connsiteY1088"/>
              </a:cxn>
              <a:cxn ang="0">
                <a:pos x="connsiteX1089" y="connsiteY1089"/>
              </a:cxn>
              <a:cxn ang="0">
                <a:pos x="connsiteX1090" y="connsiteY1090"/>
              </a:cxn>
              <a:cxn ang="0">
                <a:pos x="connsiteX1091" y="connsiteY1091"/>
              </a:cxn>
              <a:cxn ang="0">
                <a:pos x="connsiteX1092" y="connsiteY1092"/>
              </a:cxn>
              <a:cxn ang="0">
                <a:pos x="connsiteX1093" y="connsiteY1093"/>
              </a:cxn>
              <a:cxn ang="0">
                <a:pos x="connsiteX1094" y="connsiteY1094"/>
              </a:cxn>
              <a:cxn ang="0">
                <a:pos x="connsiteX1095" y="connsiteY1095"/>
              </a:cxn>
              <a:cxn ang="0">
                <a:pos x="connsiteX1096" y="connsiteY1096"/>
              </a:cxn>
              <a:cxn ang="0">
                <a:pos x="connsiteX1097" y="connsiteY1097"/>
              </a:cxn>
              <a:cxn ang="0">
                <a:pos x="connsiteX1098" y="connsiteY1098"/>
              </a:cxn>
              <a:cxn ang="0">
                <a:pos x="connsiteX1099" y="connsiteY1099"/>
              </a:cxn>
              <a:cxn ang="0">
                <a:pos x="connsiteX1100" y="connsiteY1100"/>
              </a:cxn>
              <a:cxn ang="0">
                <a:pos x="connsiteX1101" y="connsiteY1101"/>
              </a:cxn>
              <a:cxn ang="0">
                <a:pos x="connsiteX1102" y="connsiteY1102"/>
              </a:cxn>
              <a:cxn ang="0">
                <a:pos x="connsiteX1103" y="connsiteY1103"/>
              </a:cxn>
              <a:cxn ang="0">
                <a:pos x="connsiteX1104" y="connsiteY1104"/>
              </a:cxn>
              <a:cxn ang="0">
                <a:pos x="connsiteX1105" y="connsiteY1105"/>
              </a:cxn>
              <a:cxn ang="0">
                <a:pos x="connsiteX1106" y="connsiteY1106"/>
              </a:cxn>
              <a:cxn ang="0">
                <a:pos x="connsiteX1107" y="connsiteY1107"/>
              </a:cxn>
              <a:cxn ang="0">
                <a:pos x="connsiteX1108" y="connsiteY1108"/>
              </a:cxn>
              <a:cxn ang="0">
                <a:pos x="connsiteX1109" y="connsiteY1109"/>
              </a:cxn>
              <a:cxn ang="0">
                <a:pos x="connsiteX1110" y="connsiteY1110"/>
              </a:cxn>
              <a:cxn ang="0">
                <a:pos x="connsiteX1111" y="connsiteY1111"/>
              </a:cxn>
              <a:cxn ang="0">
                <a:pos x="connsiteX1112" y="connsiteY1112"/>
              </a:cxn>
              <a:cxn ang="0">
                <a:pos x="connsiteX1113" y="connsiteY1113"/>
              </a:cxn>
              <a:cxn ang="0">
                <a:pos x="connsiteX1114" y="connsiteY1114"/>
              </a:cxn>
              <a:cxn ang="0">
                <a:pos x="connsiteX1115" y="connsiteY1115"/>
              </a:cxn>
              <a:cxn ang="0">
                <a:pos x="connsiteX1116" y="connsiteY1116"/>
              </a:cxn>
              <a:cxn ang="0">
                <a:pos x="connsiteX1117" y="connsiteY1117"/>
              </a:cxn>
              <a:cxn ang="0">
                <a:pos x="connsiteX1118" y="connsiteY1118"/>
              </a:cxn>
              <a:cxn ang="0">
                <a:pos x="connsiteX1119" y="connsiteY1119"/>
              </a:cxn>
              <a:cxn ang="0">
                <a:pos x="connsiteX1120" y="connsiteY1120"/>
              </a:cxn>
              <a:cxn ang="0">
                <a:pos x="connsiteX1121" y="connsiteY1121"/>
              </a:cxn>
              <a:cxn ang="0">
                <a:pos x="connsiteX1122" y="connsiteY1122"/>
              </a:cxn>
              <a:cxn ang="0">
                <a:pos x="connsiteX1123" y="connsiteY1123"/>
              </a:cxn>
              <a:cxn ang="0">
                <a:pos x="connsiteX1124" y="connsiteY1124"/>
              </a:cxn>
              <a:cxn ang="0">
                <a:pos x="connsiteX1125" y="connsiteY1125"/>
              </a:cxn>
              <a:cxn ang="0">
                <a:pos x="connsiteX1126" y="connsiteY1126"/>
              </a:cxn>
              <a:cxn ang="0">
                <a:pos x="connsiteX1127" y="connsiteY1127"/>
              </a:cxn>
              <a:cxn ang="0">
                <a:pos x="connsiteX1128" y="connsiteY1128"/>
              </a:cxn>
              <a:cxn ang="0">
                <a:pos x="connsiteX1129" y="connsiteY1129"/>
              </a:cxn>
              <a:cxn ang="0">
                <a:pos x="connsiteX1130" y="connsiteY1130"/>
              </a:cxn>
              <a:cxn ang="0">
                <a:pos x="connsiteX1131" y="connsiteY1131"/>
              </a:cxn>
              <a:cxn ang="0">
                <a:pos x="connsiteX1132" y="connsiteY1132"/>
              </a:cxn>
              <a:cxn ang="0">
                <a:pos x="connsiteX1133" y="connsiteY1133"/>
              </a:cxn>
              <a:cxn ang="0">
                <a:pos x="connsiteX1134" y="connsiteY1134"/>
              </a:cxn>
              <a:cxn ang="0">
                <a:pos x="connsiteX1135" y="connsiteY1135"/>
              </a:cxn>
              <a:cxn ang="0">
                <a:pos x="connsiteX1136" y="connsiteY1136"/>
              </a:cxn>
              <a:cxn ang="0">
                <a:pos x="connsiteX1137" y="connsiteY1137"/>
              </a:cxn>
              <a:cxn ang="0">
                <a:pos x="connsiteX1138" y="connsiteY1138"/>
              </a:cxn>
              <a:cxn ang="0">
                <a:pos x="connsiteX1139" y="connsiteY1139"/>
              </a:cxn>
              <a:cxn ang="0">
                <a:pos x="connsiteX1140" y="connsiteY1140"/>
              </a:cxn>
              <a:cxn ang="0">
                <a:pos x="connsiteX1141" y="connsiteY1141"/>
              </a:cxn>
              <a:cxn ang="0">
                <a:pos x="connsiteX1142" y="connsiteY1142"/>
              </a:cxn>
              <a:cxn ang="0">
                <a:pos x="connsiteX1143" y="connsiteY1143"/>
              </a:cxn>
              <a:cxn ang="0">
                <a:pos x="connsiteX1144" y="connsiteY1144"/>
              </a:cxn>
              <a:cxn ang="0">
                <a:pos x="connsiteX1145" y="connsiteY1145"/>
              </a:cxn>
              <a:cxn ang="0">
                <a:pos x="connsiteX1146" y="connsiteY1146"/>
              </a:cxn>
              <a:cxn ang="0">
                <a:pos x="connsiteX1147" y="connsiteY1147"/>
              </a:cxn>
              <a:cxn ang="0">
                <a:pos x="connsiteX1148" y="connsiteY1148"/>
              </a:cxn>
              <a:cxn ang="0">
                <a:pos x="connsiteX1149" y="connsiteY1149"/>
              </a:cxn>
              <a:cxn ang="0">
                <a:pos x="connsiteX1150" y="connsiteY1150"/>
              </a:cxn>
              <a:cxn ang="0">
                <a:pos x="connsiteX1151" y="connsiteY1151"/>
              </a:cxn>
              <a:cxn ang="0">
                <a:pos x="connsiteX1152" y="connsiteY1152"/>
              </a:cxn>
              <a:cxn ang="0">
                <a:pos x="connsiteX1153" y="connsiteY1153"/>
              </a:cxn>
              <a:cxn ang="0">
                <a:pos x="connsiteX1154" y="connsiteY1154"/>
              </a:cxn>
              <a:cxn ang="0">
                <a:pos x="connsiteX1155" y="connsiteY1155"/>
              </a:cxn>
              <a:cxn ang="0">
                <a:pos x="connsiteX1156" y="connsiteY1156"/>
              </a:cxn>
              <a:cxn ang="0">
                <a:pos x="connsiteX1157" y="connsiteY1157"/>
              </a:cxn>
              <a:cxn ang="0">
                <a:pos x="connsiteX1158" y="connsiteY1158"/>
              </a:cxn>
              <a:cxn ang="0">
                <a:pos x="connsiteX1159" y="connsiteY1159"/>
              </a:cxn>
              <a:cxn ang="0">
                <a:pos x="connsiteX1160" y="connsiteY1160"/>
              </a:cxn>
              <a:cxn ang="0">
                <a:pos x="connsiteX1161" y="connsiteY1161"/>
              </a:cxn>
              <a:cxn ang="0">
                <a:pos x="connsiteX1162" y="connsiteY1162"/>
              </a:cxn>
              <a:cxn ang="0">
                <a:pos x="connsiteX1163" y="connsiteY1163"/>
              </a:cxn>
              <a:cxn ang="0">
                <a:pos x="connsiteX1164" y="connsiteY1164"/>
              </a:cxn>
              <a:cxn ang="0">
                <a:pos x="connsiteX1165" y="connsiteY1165"/>
              </a:cxn>
              <a:cxn ang="0">
                <a:pos x="connsiteX1166" y="connsiteY1166"/>
              </a:cxn>
              <a:cxn ang="0">
                <a:pos x="connsiteX1167" y="connsiteY1167"/>
              </a:cxn>
              <a:cxn ang="0">
                <a:pos x="connsiteX1168" y="connsiteY1168"/>
              </a:cxn>
              <a:cxn ang="0">
                <a:pos x="connsiteX1169" y="connsiteY1169"/>
              </a:cxn>
              <a:cxn ang="0">
                <a:pos x="connsiteX1170" y="connsiteY1170"/>
              </a:cxn>
              <a:cxn ang="0">
                <a:pos x="connsiteX1171" y="connsiteY1171"/>
              </a:cxn>
              <a:cxn ang="0">
                <a:pos x="connsiteX1172" y="connsiteY1172"/>
              </a:cxn>
              <a:cxn ang="0">
                <a:pos x="connsiteX1173" y="connsiteY1173"/>
              </a:cxn>
              <a:cxn ang="0">
                <a:pos x="connsiteX1174" y="connsiteY1174"/>
              </a:cxn>
              <a:cxn ang="0">
                <a:pos x="connsiteX1175" y="connsiteY1175"/>
              </a:cxn>
              <a:cxn ang="0">
                <a:pos x="connsiteX1176" y="connsiteY1176"/>
              </a:cxn>
              <a:cxn ang="0">
                <a:pos x="connsiteX1177" y="connsiteY1177"/>
              </a:cxn>
              <a:cxn ang="0">
                <a:pos x="connsiteX1178" y="connsiteY1178"/>
              </a:cxn>
              <a:cxn ang="0">
                <a:pos x="connsiteX1179" y="connsiteY1179"/>
              </a:cxn>
              <a:cxn ang="0">
                <a:pos x="connsiteX1180" y="connsiteY1180"/>
              </a:cxn>
              <a:cxn ang="0">
                <a:pos x="connsiteX1181" y="connsiteY1181"/>
              </a:cxn>
              <a:cxn ang="0">
                <a:pos x="connsiteX1182" y="connsiteY1182"/>
              </a:cxn>
              <a:cxn ang="0">
                <a:pos x="connsiteX1183" y="connsiteY1183"/>
              </a:cxn>
              <a:cxn ang="0">
                <a:pos x="connsiteX1184" y="connsiteY1184"/>
              </a:cxn>
              <a:cxn ang="0">
                <a:pos x="connsiteX1185" y="connsiteY1185"/>
              </a:cxn>
              <a:cxn ang="0">
                <a:pos x="connsiteX1186" y="connsiteY1186"/>
              </a:cxn>
              <a:cxn ang="0">
                <a:pos x="connsiteX1187" y="connsiteY1187"/>
              </a:cxn>
              <a:cxn ang="0">
                <a:pos x="connsiteX1188" y="connsiteY1188"/>
              </a:cxn>
              <a:cxn ang="0">
                <a:pos x="connsiteX1189" y="connsiteY1189"/>
              </a:cxn>
              <a:cxn ang="0">
                <a:pos x="connsiteX1190" y="connsiteY1190"/>
              </a:cxn>
              <a:cxn ang="0">
                <a:pos x="connsiteX1191" y="connsiteY1191"/>
              </a:cxn>
              <a:cxn ang="0">
                <a:pos x="connsiteX1192" y="connsiteY1192"/>
              </a:cxn>
              <a:cxn ang="0">
                <a:pos x="connsiteX1193" y="connsiteY1193"/>
              </a:cxn>
              <a:cxn ang="0">
                <a:pos x="connsiteX1194" y="connsiteY1194"/>
              </a:cxn>
              <a:cxn ang="0">
                <a:pos x="connsiteX1195" y="connsiteY1195"/>
              </a:cxn>
              <a:cxn ang="0">
                <a:pos x="connsiteX1196" y="connsiteY1196"/>
              </a:cxn>
              <a:cxn ang="0">
                <a:pos x="connsiteX1197" y="connsiteY1197"/>
              </a:cxn>
              <a:cxn ang="0">
                <a:pos x="connsiteX1198" y="connsiteY1198"/>
              </a:cxn>
              <a:cxn ang="0">
                <a:pos x="connsiteX1199" y="connsiteY1199"/>
              </a:cxn>
              <a:cxn ang="0">
                <a:pos x="connsiteX1200" y="connsiteY1200"/>
              </a:cxn>
              <a:cxn ang="0">
                <a:pos x="connsiteX1201" y="connsiteY1201"/>
              </a:cxn>
              <a:cxn ang="0">
                <a:pos x="connsiteX1202" y="connsiteY1202"/>
              </a:cxn>
              <a:cxn ang="0">
                <a:pos x="connsiteX1203" y="connsiteY1203"/>
              </a:cxn>
              <a:cxn ang="0">
                <a:pos x="connsiteX1204" y="connsiteY1204"/>
              </a:cxn>
              <a:cxn ang="0">
                <a:pos x="connsiteX1205" y="connsiteY1205"/>
              </a:cxn>
              <a:cxn ang="0">
                <a:pos x="connsiteX1206" y="connsiteY1206"/>
              </a:cxn>
              <a:cxn ang="0">
                <a:pos x="connsiteX1207" y="connsiteY1207"/>
              </a:cxn>
              <a:cxn ang="0">
                <a:pos x="connsiteX1208" y="connsiteY1208"/>
              </a:cxn>
              <a:cxn ang="0">
                <a:pos x="connsiteX1209" y="connsiteY1209"/>
              </a:cxn>
              <a:cxn ang="0">
                <a:pos x="connsiteX1210" y="connsiteY1210"/>
              </a:cxn>
              <a:cxn ang="0">
                <a:pos x="connsiteX1211" y="connsiteY1211"/>
              </a:cxn>
              <a:cxn ang="0">
                <a:pos x="connsiteX1212" y="connsiteY1212"/>
              </a:cxn>
              <a:cxn ang="0">
                <a:pos x="connsiteX1213" y="connsiteY1213"/>
              </a:cxn>
              <a:cxn ang="0">
                <a:pos x="connsiteX1214" y="connsiteY1214"/>
              </a:cxn>
              <a:cxn ang="0">
                <a:pos x="connsiteX1215" y="connsiteY1215"/>
              </a:cxn>
              <a:cxn ang="0">
                <a:pos x="connsiteX1216" y="connsiteY1216"/>
              </a:cxn>
              <a:cxn ang="0">
                <a:pos x="connsiteX1217" y="connsiteY1217"/>
              </a:cxn>
              <a:cxn ang="0">
                <a:pos x="connsiteX1218" y="connsiteY1218"/>
              </a:cxn>
              <a:cxn ang="0">
                <a:pos x="connsiteX1219" y="connsiteY1219"/>
              </a:cxn>
              <a:cxn ang="0">
                <a:pos x="connsiteX1220" y="connsiteY1220"/>
              </a:cxn>
              <a:cxn ang="0">
                <a:pos x="connsiteX1221" y="connsiteY1221"/>
              </a:cxn>
              <a:cxn ang="0">
                <a:pos x="connsiteX1222" y="connsiteY1222"/>
              </a:cxn>
              <a:cxn ang="0">
                <a:pos x="connsiteX1223" y="connsiteY1223"/>
              </a:cxn>
              <a:cxn ang="0">
                <a:pos x="connsiteX1224" y="connsiteY1224"/>
              </a:cxn>
              <a:cxn ang="0">
                <a:pos x="connsiteX1225" y="connsiteY1225"/>
              </a:cxn>
              <a:cxn ang="0">
                <a:pos x="connsiteX1226" y="connsiteY1226"/>
              </a:cxn>
              <a:cxn ang="0">
                <a:pos x="connsiteX1227" y="connsiteY1227"/>
              </a:cxn>
              <a:cxn ang="0">
                <a:pos x="connsiteX1228" y="connsiteY1228"/>
              </a:cxn>
              <a:cxn ang="0">
                <a:pos x="connsiteX1229" y="connsiteY1229"/>
              </a:cxn>
              <a:cxn ang="0">
                <a:pos x="connsiteX1230" y="connsiteY1230"/>
              </a:cxn>
              <a:cxn ang="0">
                <a:pos x="connsiteX1231" y="connsiteY1231"/>
              </a:cxn>
              <a:cxn ang="0">
                <a:pos x="connsiteX1232" y="connsiteY1232"/>
              </a:cxn>
              <a:cxn ang="0">
                <a:pos x="connsiteX1233" y="connsiteY1233"/>
              </a:cxn>
              <a:cxn ang="0">
                <a:pos x="connsiteX1234" y="connsiteY1234"/>
              </a:cxn>
              <a:cxn ang="0">
                <a:pos x="connsiteX1235" y="connsiteY1235"/>
              </a:cxn>
              <a:cxn ang="0">
                <a:pos x="connsiteX1236" y="connsiteY1236"/>
              </a:cxn>
              <a:cxn ang="0">
                <a:pos x="connsiteX1237" y="connsiteY1237"/>
              </a:cxn>
              <a:cxn ang="0">
                <a:pos x="connsiteX1238" y="connsiteY1238"/>
              </a:cxn>
              <a:cxn ang="0">
                <a:pos x="connsiteX1239" y="connsiteY1239"/>
              </a:cxn>
              <a:cxn ang="0">
                <a:pos x="connsiteX1240" y="connsiteY1240"/>
              </a:cxn>
              <a:cxn ang="0">
                <a:pos x="connsiteX1241" y="connsiteY1241"/>
              </a:cxn>
              <a:cxn ang="0">
                <a:pos x="connsiteX1242" y="connsiteY1242"/>
              </a:cxn>
              <a:cxn ang="0">
                <a:pos x="connsiteX1243" y="connsiteY1243"/>
              </a:cxn>
              <a:cxn ang="0">
                <a:pos x="connsiteX1244" y="connsiteY1244"/>
              </a:cxn>
              <a:cxn ang="0">
                <a:pos x="connsiteX1245" y="connsiteY1245"/>
              </a:cxn>
              <a:cxn ang="0">
                <a:pos x="connsiteX1246" y="connsiteY1246"/>
              </a:cxn>
              <a:cxn ang="0">
                <a:pos x="connsiteX1247" y="connsiteY1247"/>
              </a:cxn>
              <a:cxn ang="0">
                <a:pos x="connsiteX1248" y="connsiteY1248"/>
              </a:cxn>
              <a:cxn ang="0">
                <a:pos x="connsiteX1249" y="connsiteY1249"/>
              </a:cxn>
              <a:cxn ang="0">
                <a:pos x="connsiteX1250" y="connsiteY1250"/>
              </a:cxn>
              <a:cxn ang="0">
                <a:pos x="connsiteX1251" y="connsiteY1251"/>
              </a:cxn>
              <a:cxn ang="0">
                <a:pos x="connsiteX1252" y="connsiteY1252"/>
              </a:cxn>
              <a:cxn ang="0">
                <a:pos x="connsiteX1253" y="connsiteY1253"/>
              </a:cxn>
              <a:cxn ang="0">
                <a:pos x="connsiteX1254" y="connsiteY1254"/>
              </a:cxn>
              <a:cxn ang="0">
                <a:pos x="connsiteX1255" y="connsiteY1255"/>
              </a:cxn>
              <a:cxn ang="0">
                <a:pos x="connsiteX1256" y="connsiteY1256"/>
              </a:cxn>
              <a:cxn ang="0">
                <a:pos x="connsiteX1257" y="connsiteY1257"/>
              </a:cxn>
              <a:cxn ang="0">
                <a:pos x="connsiteX1258" y="connsiteY1258"/>
              </a:cxn>
              <a:cxn ang="0">
                <a:pos x="connsiteX1259" y="connsiteY1259"/>
              </a:cxn>
              <a:cxn ang="0">
                <a:pos x="connsiteX1260" y="connsiteY1260"/>
              </a:cxn>
              <a:cxn ang="0">
                <a:pos x="connsiteX1261" y="connsiteY1261"/>
              </a:cxn>
              <a:cxn ang="0">
                <a:pos x="connsiteX1262" y="connsiteY1262"/>
              </a:cxn>
              <a:cxn ang="0">
                <a:pos x="connsiteX1263" y="connsiteY1263"/>
              </a:cxn>
              <a:cxn ang="0">
                <a:pos x="connsiteX1264" y="connsiteY1264"/>
              </a:cxn>
              <a:cxn ang="0">
                <a:pos x="connsiteX1265" y="connsiteY1265"/>
              </a:cxn>
              <a:cxn ang="0">
                <a:pos x="connsiteX1266" y="connsiteY1266"/>
              </a:cxn>
              <a:cxn ang="0">
                <a:pos x="connsiteX1267" y="connsiteY1267"/>
              </a:cxn>
              <a:cxn ang="0">
                <a:pos x="connsiteX1268" y="connsiteY1268"/>
              </a:cxn>
              <a:cxn ang="0">
                <a:pos x="connsiteX1269" y="connsiteY1269"/>
              </a:cxn>
              <a:cxn ang="0">
                <a:pos x="connsiteX1270" y="connsiteY1270"/>
              </a:cxn>
              <a:cxn ang="0">
                <a:pos x="connsiteX1271" y="connsiteY1271"/>
              </a:cxn>
              <a:cxn ang="0">
                <a:pos x="connsiteX1272" y="connsiteY1272"/>
              </a:cxn>
              <a:cxn ang="0">
                <a:pos x="connsiteX1273" y="connsiteY1273"/>
              </a:cxn>
              <a:cxn ang="0">
                <a:pos x="connsiteX1274" y="connsiteY1274"/>
              </a:cxn>
              <a:cxn ang="0">
                <a:pos x="connsiteX1275" y="connsiteY1275"/>
              </a:cxn>
              <a:cxn ang="0">
                <a:pos x="connsiteX1276" y="connsiteY1276"/>
              </a:cxn>
              <a:cxn ang="0">
                <a:pos x="connsiteX1277" y="connsiteY1277"/>
              </a:cxn>
              <a:cxn ang="0">
                <a:pos x="connsiteX1278" y="connsiteY1278"/>
              </a:cxn>
              <a:cxn ang="0">
                <a:pos x="connsiteX1279" y="connsiteY1279"/>
              </a:cxn>
              <a:cxn ang="0">
                <a:pos x="connsiteX1280" y="connsiteY1280"/>
              </a:cxn>
              <a:cxn ang="0">
                <a:pos x="connsiteX1281" y="connsiteY1281"/>
              </a:cxn>
              <a:cxn ang="0">
                <a:pos x="connsiteX1282" y="connsiteY1282"/>
              </a:cxn>
              <a:cxn ang="0">
                <a:pos x="connsiteX1283" y="connsiteY1283"/>
              </a:cxn>
              <a:cxn ang="0">
                <a:pos x="connsiteX1284" y="connsiteY1284"/>
              </a:cxn>
              <a:cxn ang="0">
                <a:pos x="connsiteX1285" y="connsiteY1285"/>
              </a:cxn>
              <a:cxn ang="0">
                <a:pos x="connsiteX1286" y="connsiteY1286"/>
              </a:cxn>
              <a:cxn ang="0">
                <a:pos x="connsiteX1287" y="connsiteY1287"/>
              </a:cxn>
              <a:cxn ang="0">
                <a:pos x="connsiteX1288" y="connsiteY1288"/>
              </a:cxn>
              <a:cxn ang="0">
                <a:pos x="connsiteX1289" y="connsiteY1289"/>
              </a:cxn>
              <a:cxn ang="0">
                <a:pos x="connsiteX1290" y="connsiteY1290"/>
              </a:cxn>
              <a:cxn ang="0">
                <a:pos x="connsiteX1291" y="connsiteY1291"/>
              </a:cxn>
              <a:cxn ang="0">
                <a:pos x="connsiteX1292" y="connsiteY1292"/>
              </a:cxn>
              <a:cxn ang="0">
                <a:pos x="connsiteX1293" y="connsiteY1293"/>
              </a:cxn>
              <a:cxn ang="0">
                <a:pos x="connsiteX1294" y="connsiteY1294"/>
              </a:cxn>
              <a:cxn ang="0">
                <a:pos x="connsiteX1295" y="connsiteY1295"/>
              </a:cxn>
              <a:cxn ang="0">
                <a:pos x="connsiteX1296" y="connsiteY1296"/>
              </a:cxn>
              <a:cxn ang="0">
                <a:pos x="connsiteX1297" y="connsiteY1297"/>
              </a:cxn>
              <a:cxn ang="0">
                <a:pos x="connsiteX1298" y="connsiteY1298"/>
              </a:cxn>
              <a:cxn ang="0">
                <a:pos x="connsiteX1299" y="connsiteY1299"/>
              </a:cxn>
              <a:cxn ang="0">
                <a:pos x="connsiteX1300" y="connsiteY1300"/>
              </a:cxn>
              <a:cxn ang="0">
                <a:pos x="connsiteX1301" y="connsiteY1301"/>
              </a:cxn>
              <a:cxn ang="0">
                <a:pos x="connsiteX1302" y="connsiteY1302"/>
              </a:cxn>
              <a:cxn ang="0">
                <a:pos x="connsiteX1303" y="connsiteY1303"/>
              </a:cxn>
              <a:cxn ang="0">
                <a:pos x="connsiteX1304" y="connsiteY1304"/>
              </a:cxn>
              <a:cxn ang="0">
                <a:pos x="connsiteX1305" y="connsiteY1305"/>
              </a:cxn>
              <a:cxn ang="0">
                <a:pos x="connsiteX1306" y="connsiteY1306"/>
              </a:cxn>
              <a:cxn ang="0">
                <a:pos x="connsiteX1307" y="connsiteY1307"/>
              </a:cxn>
              <a:cxn ang="0">
                <a:pos x="connsiteX1308" y="connsiteY1308"/>
              </a:cxn>
              <a:cxn ang="0">
                <a:pos x="connsiteX1309" y="connsiteY1309"/>
              </a:cxn>
              <a:cxn ang="0">
                <a:pos x="connsiteX1310" y="connsiteY1310"/>
              </a:cxn>
              <a:cxn ang="0">
                <a:pos x="connsiteX1311" y="connsiteY1311"/>
              </a:cxn>
              <a:cxn ang="0">
                <a:pos x="connsiteX1312" y="connsiteY1312"/>
              </a:cxn>
              <a:cxn ang="0">
                <a:pos x="connsiteX1313" y="connsiteY1313"/>
              </a:cxn>
              <a:cxn ang="0">
                <a:pos x="connsiteX1314" y="connsiteY1314"/>
              </a:cxn>
              <a:cxn ang="0">
                <a:pos x="connsiteX1315" y="connsiteY1315"/>
              </a:cxn>
              <a:cxn ang="0">
                <a:pos x="connsiteX1316" y="connsiteY1316"/>
              </a:cxn>
              <a:cxn ang="0">
                <a:pos x="connsiteX1317" y="connsiteY1317"/>
              </a:cxn>
              <a:cxn ang="0">
                <a:pos x="connsiteX1318" y="connsiteY1318"/>
              </a:cxn>
              <a:cxn ang="0">
                <a:pos x="connsiteX1319" y="connsiteY1319"/>
              </a:cxn>
              <a:cxn ang="0">
                <a:pos x="connsiteX1320" y="connsiteY1320"/>
              </a:cxn>
              <a:cxn ang="0">
                <a:pos x="connsiteX1321" y="connsiteY1321"/>
              </a:cxn>
              <a:cxn ang="0">
                <a:pos x="connsiteX1322" y="connsiteY1322"/>
              </a:cxn>
              <a:cxn ang="0">
                <a:pos x="connsiteX1323" y="connsiteY1323"/>
              </a:cxn>
              <a:cxn ang="0">
                <a:pos x="connsiteX1324" y="connsiteY1324"/>
              </a:cxn>
              <a:cxn ang="0">
                <a:pos x="connsiteX1325" y="connsiteY1325"/>
              </a:cxn>
              <a:cxn ang="0">
                <a:pos x="connsiteX1326" y="connsiteY1326"/>
              </a:cxn>
              <a:cxn ang="0">
                <a:pos x="connsiteX1327" y="connsiteY1327"/>
              </a:cxn>
              <a:cxn ang="0">
                <a:pos x="connsiteX1328" y="connsiteY1328"/>
              </a:cxn>
              <a:cxn ang="0">
                <a:pos x="connsiteX1329" y="connsiteY1329"/>
              </a:cxn>
              <a:cxn ang="0">
                <a:pos x="connsiteX1330" y="connsiteY1330"/>
              </a:cxn>
              <a:cxn ang="0">
                <a:pos x="connsiteX1331" y="connsiteY1331"/>
              </a:cxn>
              <a:cxn ang="0">
                <a:pos x="connsiteX1332" y="connsiteY1332"/>
              </a:cxn>
              <a:cxn ang="0">
                <a:pos x="connsiteX1333" y="connsiteY1333"/>
              </a:cxn>
              <a:cxn ang="0">
                <a:pos x="connsiteX1334" y="connsiteY1334"/>
              </a:cxn>
              <a:cxn ang="0">
                <a:pos x="connsiteX1335" y="connsiteY1335"/>
              </a:cxn>
              <a:cxn ang="0">
                <a:pos x="connsiteX1336" y="connsiteY1336"/>
              </a:cxn>
              <a:cxn ang="0">
                <a:pos x="connsiteX1337" y="connsiteY1337"/>
              </a:cxn>
              <a:cxn ang="0">
                <a:pos x="connsiteX1338" y="connsiteY1338"/>
              </a:cxn>
              <a:cxn ang="0">
                <a:pos x="connsiteX1339" y="connsiteY1339"/>
              </a:cxn>
              <a:cxn ang="0">
                <a:pos x="connsiteX1340" y="connsiteY1340"/>
              </a:cxn>
              <a:cxn ang="0">
                <a:pos x="connsiteX1341" y="connsiteY1341"/>
              </a:cxn>
              <a:cxn ang="0">
                <a:pos x="connsiteX1342" y="connsiteY1342"/>
              </a:cxn>
              <a:cxn ang="0">
                <a:pos x="connsiteX1343" y="connsiteY1343"/>
              </a:cxn>
              <a:cxn ang="0">
                <a:pos x="connsiteX1344" y="connsiteY1344"/>
              </a:cxn>
              <a:cxn ang="0">
                <a:pos x="connsiteX1345" y="connsiteY1345"/>
              </a:cxn>
              <a:cxn ang="0">
                <a:pos x="connsiteX1346" y="connsiteY1346"/>
              </a:cxn>
              <a:cxn ang="0">
                <a:pos x="connsiteX1347" y="connsiteY1347"/>
              </a:cxn>
              <a:cxn ang="0">
                <a:pos x="connsiteX1348" y="connsiteY1348"/>
              </a:cxn>
              <a:cxn ang="0">
                <a:pos x="connsiteX1349" y="connsiteY1349"/>
              </a:cxn>
              <a:cxn ang="0">
                <a:pos x="connsiteX1350" y="connsiteY1350"/>
              </a:cxn>
              <a:cxn ang="0">
                <a:pos x="connsiteX1351" y="connsiteY1351"/>
              </a:cxn>
              <a:cxn ang="0">
                <a:pos x="connsiteX1352" y="connsiteY1352"/>
              </a:cxn>
              <a:cxn ang="0">
                <a:pos x="connsiteX1353" y="connsiteY1353"/>
              </a:cxn>
              <a:cxn ang="0">
                <a:pos x="connsiteX1354" y="connsiteY1354"/>
              </a:cxn>
              <a:cxn ang="0">
                <a:pos x="connsiteX1355" y="connsiteY1355"/>
              </a:cxn>
              <a:cxn ang="0">
                <a:pos x="connsiteX1356" y="connsiteY1356"/>
              </a:cxn>
              <a:cxn ang="0">
                <a:pos x="connsiteX1357" y="connsiteY1357"/>
              </a:cxn>
              <a:cxn ang="0">
                <a:pos x="connsiteX1358" y="connsiteY1358"/>
              </a:cxn>
              <a:cxn ang="0">
                <a:pos x="connsiteX1359" y="connsiteY1359"/>
              </a:cxn>
              <a:cxn ang="0">
                <a:pos x="connsiteX1360" y="connsiteY1360"/>
              </a:cxn>
              <a:cxn ang="0">
                <a:pos x="connsiteX1361" y="connsiteY1361"/>
              </a:cxn>
              <a:cxn ang="0">
                <a:pos x="connsiteX1362" y="connsiteY1362"/>
              </a:cxn>
              <a:cxn ang="0">
                <a:pos x="connsiteX1363" y="connsiteY1363"/>
              </a:cxn>
              <a:cxn ang="0">
                <a:pos x="connsiteX1364" y="connsiteY1364"/>
              </a:cxn>
              <a:cxn ang="0">
                <a:pos x="connsiteX1365" y="connsiteY1365"/>
              </a:cxn>
              <a:cxn ang="0">
                <a:pos x="connsiteX1366" y="connsiteY1366"/>
              </a:cxn>
              <a:cxn ang="0">
                <a:pos x="connsiteX1367" y="connsiteY1367"/>
              </a:cxn>
              <a:cxn ang="0">
                <a:pos x="connsiteX1368" y="connsiteY1368"/>
              </a:cxn>
              <a:cxn ang="0">
                <a:pos x="connsiteX1369" y="connsiteY1369"/>
              </a:cxn>
              <a:cxn ang="0">
                <a:pos x="connsiteX1370" y="connsiteY1370"/>
              </a:cxn>
              <a:cxn ang="0">
                <a:pos x="connsiteX1371" y="connsiteY1371"/>
              </a:cxn>
              <a:cxn ang="0">
                <a:pos x="connsiteX1372" y="connsiteY1372"/>
              </a:cxn>
              <a:cxn ang="0">
                <a:pos x="connsiteX1373" y="connsiteY1373"/>
              </a:cxn>
              <a:cxn ang="0">
                <a:pos x="connsiteX1374" y="connsiteY1374"/>
              </a:cxn>
              <a:cxn ang="0">
                <a:pos x="connsiteX1375" y="connsiteY1375"/>
              </a:cxn>
              <a:cxn ang="0">
                <a:pos x="connsiteX1376" y="connsiteY1376"/>
              </a:cxn>
              <a:cxn ang="0">
                <a:pos x="connsiteX1377" y="connsiteY1377"/>
              </a:cxn>
              <a:cxn ang="0">
                <a:pos x="connsiteX1378" y="connsiteY1378"/>
              </a:cxn>
              <a:cxn ang="0">
                <a:pos x="connsiteX1379" y="connsiteY1379"/>
              </a:cxn>
              <a:cxn ang="0">
                <a:pos x="connsiteX1380" y="connsiteY1380"/>
              </a:cxn>
              <a:cxn ang="0">
                <a:pos x="connsiteX1381" y="connsiteY1381"/>
              </a:cxn>
              <a:cxn ang="0">
                <a:pos x="connsiteX1382" y="connsiteY1382"/>
              </a:cxn>
              <a:cxn ang="0">
                <a:pos x="connsiteX1383" y="connsiteY1383"/>
              </a:cxn>
              <a:cxn ang="0">
                <a:pos x="connsiteX1384" y="connsiteY1384"/>
              </a:cxn>
              <a:cxn ang="0">
                <a:pos x="connsiteX1385" y="connsiteY1385"/>
              </a:cxn>
              <a:cxn ang="0">
                <a:pos x="connsiteX1386" y="connsiteY1386"/>
              </a:cxn>
              <a:cxn ang="0">
                <a:pos x="connsiteX1387" y="connsiteY1387"/>
              </a:cxn>
              <a:cxn ang="0">
                <a:pos x="connsiteX1388" y="connsiteY1388"/>
              </a:cxn>
              <a:cxn ang="0">
                <a:pos x="connsiteX1389" y="connsiteY1389"/>
              </a:cxn>
              <a:cxn ang="0">
                <a:pos x="connsiteX1390" y="connsiteY1390"/>
              </a:cxn>
              <a:cxn ang="0">
                <a:pos x="connsiteX1391" y="connsiteY1391"/>
              </a:cxn>
              <a:cxn ang="0">
                <a:pos x="connsiteX1392" y="connsiteY1392"/>
              </a:cxn>
              <a:cxn ang="0">
                <a:pos x="connsiteX1393" y="connsiteY1393"/>
              </a:cxn>
              <a:cxn ang="0">
                <a:pos x="connsiteX1394" y="connsiteY1394"/>
              </a:cxn>
              <a:cxn ang="0">
                <a:pos x="connsiteX1395" y="connsiteY1395"/>
              </a:cxn>
              <a:cxn ang="0">
                <a:pos x="connsiteX1396" y="connsiteY1396"/>
              </a:cxn>
              <a:cxn ang="0">
                <a:pos x="connsiteX1397" y="connsiteY1397"/>
              </a:cxn>
              <a:cxn ang="0">
                <a:pos x="connsiteX1398" y="connsiteY1398"/>
              </a:cxn>
              <a:cxn ang="0">
                <a:pos x="connsiteX1399" y="connsiteY1399"/>
              </a:cxn>
              <a:cxn ang="0">
                <a:pos x="connsiteX1400" y="connsiteY1400"/>
              </a:cxn>
              <a:cxn ang="0">
                <a:pos x="connsiteX1401" y="connsiteY1401"/>
              </a:cxn>
              <a:cxn ang="0">
                <a:pos x="connsiteX1402" y="connsiteY1402"/>
              </a:cxn>
              <a:cxn ang="0">
                <a:pos x="connsiteX1403" y="connsiteY1403"/>
              </a:cxn>
              <a:cxn ang="0">
                <a:pos x="connsiteX1404" y="connsiteY1404"/>
              </a:cxn>
              <a:cxn ang="0">
                <a:pos x="connsiteX1405" y="connsiteY1405"/>
              </a:cxn>
              <a:cxn ang="0">
                <a:pos x="connsiteX1406" y="connsiteY1406"/>
              </a:cxn>
              <a:cxn ang="0">
                <a:pos x="connsiteX1407" y="connsiteY1407"/>
              </a:cxn>
              <a:cxn ang="0">
                <a:pos x="connsiteX1408" y="connsiteY1408"/>
              </a:cxn>
              <a:cxn ang="0">
                <a:pos x="connsiteX1409" y="connsiteY1409"/>
              </a:cxn>
              <a:cxn ang="0">
                <a:pos x="connsiteX1410" y="connsiteY1410"/>
              </a:cxn>
              <a:cxn ang="0">
                <a:pos x="connsiteX1411" y="connsiteY1411"/>
              </a:cxn>
              <a:cxn ang="0">
                <a:pos x="connsiteX1412" y="connsiteY1412"/>
              </a:cxn>
              <a:cxn ang="0">
                <a:pos x="connsiteX1413" y="connsiteY1413"/>
              </a:cxn>
              <a:cxn ang="0">
                <a:pos x="connsiteX1414" y="connsiteY1414"/>
              </a:cxn>
              <a:cxn ang="0">
                <a:pos x="connsiteX1415" y="connsiteY1415"/>
              </a:cxn>
              <a:cxn ang="0">
                <a:pos x="connsiteX1416" y="connsiteY1416"/>
              </a:cxn>
              <a:cxn ang="0">
                <a:pos x="connsiteX1417" y="connsiteY1417"/>
              </a:cxn>
              <a:cxn ang="0">
                <a:pos x="connsiteX1418" y="connsiteY1418"/>
              </a:cxn>
              <a:cxn ang="0">
                <a:pos x="connsiteX1419" y="connsiteY1419"/>
              </a:cxn>
              <a:cxn ang="0">
                <a:pos x="connsiteX1420" y="connsiteY1420"/>
              </a:cxn>
              <a:cxn ang="0">
                <a:pos x="connsiteX1421" y="connsiteY1421"/>
              </a:cxn>
              <a:cxn ang="0">
                <a:pos x="connsiteX1422" y="connsiteY1422"/>
              </a:cxn>
              <a:cxn ang="0">
                <a:pos x="connsiteX1423" y="connsiteY1423"/>
              </a:cxn>
              <a:cxn ang="0">
                <a:pos x="connsiteX1424" y="connsiteY1424"/>
              </a:cxn>
              <a:cxn ang="0">
                <a:pos x="connsiteX1425" y="connsiteY1425"/>
              </a:cxn>
              <a:cxn ang="0">
                <a:pos x="connsiteX1426" y="connsiteY1426"/>
              </a:cxn>
              <a:cxn ang="0">
                <a:pos x="connsiteX1427" y="connsiteY1427"/>
              </a:cxn>
              <a:cxn ang="0">
                <a:pos x="connsiteX1428" y="connsiteY1428"/>
              </a:cxn>
              <a:cxn ang="0">
                <a:pos x="connsiteX1429" y="connsiteY1429"/>
              </a:cxn>
              <a:cxn ang="0">
                <a:pos x="connsiteX1430" y="connsiteY1430"/>
              </a:cxn>
              <a:cxn ang="0">
                <a:pos x="connsiteX1431" y="connsiteY1431"/>
              </a:cxn>
              <a:cxn ang="0">
                <a:pos x="connsiteX1432" y="connsiteY1432"/>
              </a:cxn>
              <a:cxn ang="0">
                <a:pos x="connsiteX1433" y="connsiteY1433"/>
              </a:cxn>
              <a:cxn ang="0">
                <a:pos x="connsiteX1434" y="connsiteY1434"/>
              </a:cxn>
              <a:cxn ang="0">
                <a:pos x="connsiteX1435" y="connsiteY1435"/>
              </a:cxn>
              <a:cxn ang="0">
                <a:pos x="connsiteX1436" y="connsiteY1436"/>
              </a:cxn>
              <a:cxn ang="0">
                <a:pos x="connsiteX1437" y="connsiteY1437"/>
              </a:cxn>
              <a:cxn ang="0">
                <a:pos x="connsiteX1438" y="connsiteY1438"/>
              </a:cxn>
              <a:cxn ang="0">
                <a:pos x="connsiteX1439" y="connsiteY1439"/>
              </a:cxn>
              <a:cxn ang="0">
                <a:pos x="connsiteX1440" y="connsiteY1440"/>
              </a:cxn>
              <a:cxn ang="0">
                <a:pos x="connsiteX1441" y="connsiteY1441"/>
              </a:cxn>
              <a:cxn ang="0">
                <a:pos x="connsiteX1442" y="connsiteY1442"/>
              </a:cxn>
              <a:cxn ang="0">
                <a:pos x="connsiteX1443" y="connsiteY1443"/>
              </a:cxn>
              <a:cxn ang="0">
                <a:pos x="connsiteX1444" y="connsiteY1444"/>
              </a:cxn>
              <a:cxn ang="0">
                <a:pos x="connsiteX1445" y="connsiteY1445"/>
              </a:cxn>
              <a:cxn ang="0">
                <a:pos x="connsiteX1446" y="connsiteY1446"/>
              </a:cxn>
              <a:cxn ang="0">
                <a:pos x="connsiteX1447" y="connsiteY1447"/>
              </a:cxn>
              <a:cxn ang="0">
                <a:pos x="connsiteX1448" y="connsiteY1448"/>
              </a:cxn>
              <a:cxn ang="0">
                <a:pos x="connsiteX1449" y="connsiteY1449"/>
              </a:cxn>
              <a:cxn ang="0">
                <a:pos x="connsiteX1450" y="connsiteY1450"/>
              </a:cxn>
              <a:cxn ang="0">
                <a:pos x="connsiteX1451" y="connsiteY1451"/>
              </a:cxn>
              <a:cxn ang="0">
                <a:pos x="connsiteX1452" y="connsiteY1452"/>
              </a:cxn>
              <a:cxn ang="0">
                <a:pos x="connsiteX1453" y="connsiteY1453"/>
              </a:cxn>
              <a:cxn ang="0">
                <a:pos x="connsiteX1454" y="connsiteY1454"/>
              </a:cxn>
              <a:cxn ang="0">
                <a:pos x="connsiteX1455" y="connsiteY1455"/>
              </a:cxn>
              <a:cxn ang="0">
                <a:pos x="connsiteX1456" y="connsiteY1456"/>
              </a:cxn>
              <a:cxn ang="0">
                <a:pos x="connsiteX1457" y="connsiteY1457"/>
              </a:cxn>
              <a:cxn ang="0">
                <a:pos x="connsiteX1458" y="connsiteY1458"/>
              </a:cxn>
              <a:cxn ang="0">
                <a:pos x="connsiteX1459" y="connsiteY1459"/>
              </a:cxn>
              <a:cxn ang="0">
                <a:pos x="connsiteX1460" y="connsiteY1460"/>
              </a:cxn>
              <a:cxn ang="0">
                <a:pos x="connsiteX1461" y="connsiteY1461"/>
              </a:cxn>
              <a:cxn ang="0">
                <a:pos x="connsiteX1462" y="connsiteY1462"/>
              </a:cxn>
              <a:cxn ang="0">
                <a:pos x="connsiteX1463" y="connsiteY1463"/>
              </a:cxn>
              <a:cxn ang="0">
                <a:pos x="connsiteX1464" y="connsiteY1464"/>
              </a:cxn>
              <a:cxn ang="0">
                <a:pos x="connsiteX1465" y="connsiteY1465"/>
              </a:cxn>
              <a:cxn ang="0">
                <a:pos x="connsiteX1466" y="connsiteY1466"/>
              </a:cxn>
              <a:cxn ang="0">
                <a:pos x="connsiteX1467" y="connsiteY1467"/>
              </a:cxn>
              <a:cxn ang="0">
                <a:pos x="connsiteX1468" y="connsiteY1468"/>
              </a:cxn>
              <a:cxn ang="0">
                <a:pos x="connsiteX1469" y="connsiteY1469"/>
              </a:cxn>
              <a:cxn ang="0">
                <a:pos x="connsiteX1470" y="connsiteY1470"/>
              </a:cxn>
              <a:cxn ang="0">
                <a:pos x="connsiteX1471" y="connsiteY1471"/>
              </a:cxn>
              <a:cxn ang="0">
                <a:pos x="connsiteX1472" y="connsiteY1472"/>
              </a:cxn>
              <a:cxn ang="0">
                <a:pos x="connsiteX1473" y="connsiteY1473"/>
              </a:cxn>
              <a:cxn ang="0">
                <a:pos x="connsiteX1474" y="connsiteY1474"/>
              </a:cxn>
              <a:cxn ang="0">
                <a:pos x="connsiteX1475" y="connsiteY1475"/>
              </a:cxn>
              <a:cxn ang="0">
                <a:pos x="connsiteX1476" y="connsiteY1476"/>
              </a:cxn>
              <a:cxn ang="0">
                <a:pos x="connsiteX1477" y="connsiteY1477"/>
              </a:cxn>
              <a:cxn ang="0">
                <a:pos x="connsiteX1478" y="connsiteY1478"/>
              </a:cxn>
              <a:cxn ang="0">
                <a:pos x="connsiteX1479" y="connsiteY1479"/>
              </a:cxn>
              <a:cxn ang="0">
                <a:pos x="connsiteX1480" y="connsiteY1480"/>
              </a:cxn>
              <a:cxn ang="0">
                <a:pos x="connsiteX1481" y="connsiteY1481"/>
              </a:cxn>
              <a:cxn ang="0">
                <a:pos x="connsiteX1482" y="connsiteY1482"/>
              </a:cxn>
              <a:cxn ang="0">
                <a:pos x="connsiteX1483" y="connsiteY1483"/>
              </a:cxn>
              <a:cxn ang="0">
                <a:pos x="connsiteX1484" y="connsiteY1484"/>
              </a:cxn>
              <a:cxn ang="0">
                <a:pos x="connsiteX1485" y="connsiteY1485"/>
              </a:cxn>
              <a:cxn ang="0">
                <a:pos x="connsiteX1486" y="connsiteY1486"/>
              </a:cxn>
              <a:cxn ang="0">
                <a:pos x="connsiteX1487" y="connsiteY1487"/>
              </a:cxn>
              <a:cxn ang="0">
                <a:pos x="connsiteX1488" y="connsiteY1488"/>
              </a:cxn>
              <a:cxn ang="0">
                <a:pos x="connsiteX1489" y="connsiteY1489"/>
              </a:cxn>
              <a:cxn ang="0">
                <a:pos x="connsiteX1490" y="connsiteY1490"/>
              </a:cxn>
              <a:cxn ang="0">
                <a:pos x="connsiteX1491" y="connsiteY1491"/>
              </a:cxn>
              <a:cxn ang="0">
                <a:pos x="connsiteX1492" y="connsiteY1492"/>
              </a:cxn>
              <a:cxn ang="0">
                <a:pos x="connsiteX1493" y="connsiteY1493"/>
              </a:cxn>
              <a:cxn ang="0">
                <a:pos x="connsiteX1494" y="connsiteY1494"/>
              </a:cxn>
              <a:cxn ang="0">
                <a:pos x="connsiteX1495" y="connsiteY1495"/>
              </a:cxn>
              <a:cxn ang="0">
                <a:pos x="connsiteX1496" y="connsiteY1496"/>
              </a:cxn>
              <a:cxn ang="0">
                <a:pos x="connsiteX1497" y="connsiteY1497"/>
              </a:cxn>
              <a:cxn ang="0">
                <a:pos x="connsiteX1498" y="connsiteY1498"/>
              </a:cxn>
              <a:cxn ang="0">
                <a:pos x="connsiteX1499" y="connsiteY1499"/>
              </a:cxn>
              <a:cxn ang="0">
                <a:pos x="connsiteX1500" y="connsiteY1500"/>
              </a:cxn>
              <a:cxn ang="0">
                <a:pos x="connsiteX1501" y="connsiteY1501"/>
              </a:cxn>
              <a:cxn ang="0">
                <a:pos x="connsiteX1502" y="connsiteY1502"/>
              </a:cxn>
              <a:cxn ang="0">
                <a:pos x="connsiteX1503" y="connsiteY1503"/>
              </a:cxn>
              <a:cxn ang="0">
                <a:pos x="connsiteX1504" y="connsiteY1504"/>
              </a:cxn>
              <a:cxn ang="0">
                <a:pos x="connsiteX1505" y="connsiteY1505"/>
              </a:cxn>
              <a:cxn ang="0">
                <a:pos x="connsiteX1506" y="connsiteY1506"/>
              </a:cxn>
              <a:cxn ang="0">
                <a:pos x="connsiteX1507" y="connsiteY1507"/>
              </a:cxn>
              <a:cxn ang="0">
                <a:pos x="connsiteX1508" y="connsiteY1508"/>
              </a:cxn>
              <a:cxn ang="0">
                <a:pos x="connsiteX1509" y="connsiteY1509"/>
              </a:cxn>
              <a:cxn ang="0">
                <a:pos x="connsiteX1510" y="connsiteY1510"/>
              </a:cxn>
              <a:cxn ang="0">
                <a:pos x="connsiteX1511" y="connsiteY1511"/>
              </a:cxn>
              <a:cxn ang="0">
                <a:pos x="connsiteX1512" y="connsiteY1512"/>
              </a:cxn>
              <a:cxn ang="0">
                <a:pos x="connsiteX1513" y="connsiteY1513"/>
              </a:cxn>
              <a:cxn ang="0">
                <a:pos x="connsiteX1514" y="connsiteY1514"/>
              </a:cxn>
              <a:cxn ang="0">
                <a:pos x="connsiteX1515" y="connsiteY1515"/>
              </a:cxn>
              <a:cxn ang="0">
                <a:pos x="connsiteX1516" y="connsiteY1516"/>
              </a:cxn>
              <a:cxn ang="0">
                <a:pos x="connsiteX1517" y="connsiteY1517"/>
              </a:cxn>
              <a:cxn ang="0">
                <a:pos x="connsiteX1518" y="connsiteY1518"/>
              </a:cxn>
              <a:cxn ang="0">
                <a:pos x="connsiteX1519" y="connsiteY1519"/>
              </a:cxn>
              <a:cxn ang="0">
                <a:pos x="connsiteX1520" y="connsiteY1520"/>
              </a:cxn>
              <a:cxn ang="0">
                <a:pos x="connsiteX1521" y="connsiteY1521"/>
              </a:cxn>
              <a:cxn ang="0">
                <a:pos x="connsiteX1522" y="connsiteY1522"/>
              </a:cxn>
              <a:cxn ang="0">
                <a:pos x="connsiteX1523" y="connsiteY1523"/>
              </a:cxn>
              <a:cxn ang="0">
                <a:pos x="connsiteX1524" y="connsiteY1524"/>
              </a:cxn>
              <a:cxn ang="0">
                <a:pos x="connsiteX1525" y="connsiteY1525"/>
              </a:cxn>
              <a:cxn ang="0">
                <a:pos x="connsiteX1526" y="connsiteY1526"/>
              </a:cxn>
              <a:cxn ang="0">
                <a:pos x="connsiteX1527" y="connsiteY1527"/>
              </a:cxn>
              <a:cxn ang="0">
                <a:pos x="connsiteX1528" y="connsiteY1528"/>
              </a:cxn>
              <a:cxn ang="0">
                <a:pos x="connsiteX1529" y="connsiteY1529"/>
              </a:cxn>
              <a:cxn ang="0">
                <a:pos x="connsiteX1530" y="connsiteY1530"/>
              </a:cxn>
              <a:cxn ang="0">
                <a:pos x="connsiteX1531" y="connsiteY1531"/>
              </a:cxn>
              <a:cxn ang="0">
                <a:pos x="connsiteX1532" y="connsiteY1532"/>
              </a:cxn>
              <a:cxn ang="0">
                <a:pos x="connsiteX1533" y="connsiteY1533"/>
              </a:cxn>
              <a:cxn ang="0">
                <a:pos x="connsiteX1534" y="connsiteY1534"/>
              </a:cxn>
              <a:cxn ang="0">
                <a:pos x="connsiteX1535" y="connsiteY1535"/>
              </a:cxn>
              <a:cxn ang="0">
                <a:pos x="connsiteX1536" y="connsiteY1536"/>
              </a:cxn>
              <a:cxn ang="0">
                <a:pos x="connsiteX1537" y="connsiteY1537"/>
              </a:cxn>
              <a:cxn ang="0">
                <a:pos x="connsiteX1538" y="connsiteY1538"/>
              </a:cxn>
              <a:cxn ang="0">
                <a:pos x="connsiteX1539" y="connsiteY1539"/>
              </a:cxn>
              <a:cxn ang="0">
                <a:pos x="connsiteX1540" y="connsiteY1540"/>
              </a:cxn>
              <a:cxn ang="0">
                <a:pos x="connsiteX1541" y="connsiteY1541"/>
              </a:cxn>
              <a:cxn ang="0">
                <a:pos x="connsiteX1542" y="connsiteY1542"/>
              </a:cxn>
              <a:cxn ang="0">
                <a:pos x="connsiteX1543" y="connsiteY1543"/>
              </a:cxn>
              <a:cxn ang="0">
                <a:pos x="connsiteX1544" y="connsiteY1544"/>
              </a:cxn>
              <a:cxn ang="0">
                <a:pos x="connsiteX1545" y="connsiteY1545"/>
              </a:cxn>
              <a:cxn ang="0">
                <a:pos x="connsiteX1546" y="connsiteY1546"/>
              </a:cxn>
              <a:cxn ang="0">
                <a:pos x="connsiteX1547" y="connsiteY1547"/>
              </a:cxn>
              <a:cxn ang="0">
                <a:pos x="connsiteX1548" y="connsiteY1548"/>
              </a:cxn>
              <a:cxn ang="0">
                <a:pos x="connsiteX1549" y="connsiteY1549"/>
              </a:cxn>
              <a:cxn ang="0">
                <a:pos x="connsiteX1550" y="connsiteY1550"/>
              </a:cxn>
              <a:cxn ang="0">
                <a:pos x="connsiteX1551" y="connsiteY1551"/>
              </a:cxn>
              <a:cxn ang="0">
                <a:pos x="connsiteX1552" y="connsiteY1552"/>
              </a:cxn>
              <a:cxn ang="0">
                <a:pos x="connsiteX1553" y="connsiteY1553"/>
              </a:cxn>
              <a:cxn ang="0">
                <a:pos x="connsiteX1554" y="connsiteY1554"/>
              </a:cxn>
              <a:cxn ang="0">
                <a:pos x="connsiteX1555" y="connsiteY1555"/>
              </a:cxn>
              <a:cxn ang="0">
                <a:pos x="connsiteX1556" y="connsiteY1556"/>
              </a:cxn>
              <a:cxn ang="0">
                <a:pos x="connsiteX1557" y="connsiteY1557"/>
              </a:cxn>
              <a:cxn ang="0">
                <a:pos x="connsiteX1558" y="connsiteY1558"/>
              </a:cxn>
              <a:cxn ang="0">
                <a:pos x="connsiteX1559" y="connsiteY1559"/>
              </a:cxn>
              <a:cxn ang="0">
                <a:pos x="connsiteX1560" y="connsiteY1560"/>
              </a:cxn>
              <a:cxn ang="0">
                <a:pos x="connsiteX1561" y="connsiteY1561"/>
              </a:cxn>
              <a:cxn ang="0">
                <a:pos x="connsiteX1562" y="connsiteY1562"/>
              </a:cxn>
              <a:cxn ang="0">
                <a:pos x="connsiteX1563" y="connsiteY1563"/>
              </a:cxn>
              <a:cxn ang="0">
                <a:pos x="connsiteX1564" y="connsiteY1564"/>
              </a:cxn>
              <a:cxn ang="0">
                <a:pos x="connsiteX1565" y="connsiteY1565"/>
              </a:cxn>
              <a:cxn ang="0">
                <a:pos x="connsiteX1566" y="connsiteY1566"/>
              </a:cxn>
              <a:cxn ang="0">
                <a:pos x="connsiteX1567" y="connsiteY1567"/>
              </a:cxn>
              <a:cxn ang="0">
                <a:pos x="connsiteX1568" y="connsiteY1568"/>
              </a:cxn>
              <a:cxn ang="0">
                <a:pos x="connsiteX1569" y="connsiteY1569"/>
              </a:cxn>
              <a:cxn ang="0">
                <a:pos x="connsiteX1570" y="connsiteY1570"/>
              </a:cxn>
              <a:cxn ang="0">
                <a:pos x="connsiteX1571" y="connsiteY1571"/>
              </a:cxn>
              <a:cxn ang="0">
                <a:pos x="connsiteX1572" y="connsiteY1572"/>
              </a:cxn>
              <a:cxn ang="0">
                <a:pos x="connsiteX1573" y="connsiteY1573"/>
              </a:cxn>
              <a:cxn ang="0">
                <a:pos x="connsiteX1574" y="connsiteY1574"/>
              </a:cxn>
              <a:cxn ang="0">
                <a:pos x="connsiteX1575" y="connsiteY1575"/>
              </a:cxn>
              <a:cxn ang="0">
                <a:pos x="connsiteX1576" y="connsiteY1576"/>
              </a:cxn>
              <a:cxn ang="0">
                <a:pos x="connsiteX1577" y="connsiteY1577"/>
              </a:cxn>
              <a:cxn ang="0">
                <a:pos x="connsiteX1578" y="connsiteY1578"/>
              </a:cxn>
              <a:cxn ang="0">
                <a:pos x="connsiteX1579" y="connsiteY1579"/>
              </a:cxn>
              <a:cxn ang="0">
                <a:pos x="connsiteX1580" y="connsiteY1580"/>
              </a:cxn>
              <a:cxn ang="0">
                <a:pos x="connsiteX1581" y="connsiteY1581"/>
              </a:cxn>
              <a:cxn ang="0">
                <a:pos x="connsiteX1582" y="connsiteY1582"/>
              </a:cxn>
              <a:cxn ang="0">
                <a:pos x="connsiteX1583" y="connsiteY1583"/>
              </a:cxn>
              <a:cxn ang="0">
                <a:pos x="connsiteX1584" y="connsiteY1584"/>
              </a:cxn>
              <a:cxn ang="0">
                <a:pos x="connsiteX1585" y="connsiteY1585"/>
              </a:cxn>
              <a:cxn ang="0">
                <a:pos x="connsiteX1586" y="connsiteY1586"/>
              </a:cxn>
              <a:cxn ang="0">
                <a:pos x="connsiteX1587" y="connsiteY1587"/>
              </a:cxn>
              <a:cxn ang="0">
                <a:pos x="connsiteX1588" y="connsiteY1588"/>
              </a:cxn>
              <a:cxn ang="0">
                <a:pos x="connsiteX1589" y="connsiteY1589"/>
              </a:cxn>
              <a:cxn ang="0">
                <a:pos x="connsiteX1590" y="connsiteY1590"/>
              </a:cxn>
              <a:cxn ang="0">
                <a:pos x="connsiteX1591" y="connsiteY1591"/>
              </a:cxn>
              <a:cxn ang="0">
                <a:pos x="connsiteX1592" y="connsiteY1592"/>
              </a:cxn>
              <a:cxn ang="0">
                <a:pos x="connsiteX1593" y="connsiteY1593"/>
              </a:cxn>
              <a:cxn ang="0">
                <a:pos x="connsiteX1594" y="connsiteY1594"/>
              </a:cxn>
              <a:cxn ang="0">
                <a:pos x="connsiteX1595" y="connsiteY1595"/>
              </a:cxn>
              <a:cxn ang="0">
                <a:pos x="connsiteX1596" y="connsiteY1596"/>
              </a:cxn>
              <a:cxn ang="0">
                <a:pos x="connsiteX1597" y="connsiteY1597"/>
              </a:cxn>
              <a:cxn ang="0">
                <a:pos x="connsiteX1598" y="connsiteY1598"/>
              </a:cxn>
              <a:cxn ang="0">
                <a:pos x="connsiteX1599" y="connsiteY1599"/>
              </a:cxn>
              <a:cxn ang="0">
                <a:pos x="connsiteX1600" y="connsiteY1600"/>
              </a:cxn>
              <a:cxn ang="0">
                <a:pos x="connsiteX1601" y="connsiteY1601"/>
              </a:cxn>
              <a:cxn ang="0">
                <a:pos x="connsiteX1602" y="connsiteY1602"/>
              </a:cxn>
              <a:cxn ang="0">
                <a:pos x="connsiteX1603" y="connsiteY1603"/>
              </a:cxn>
              <a:cxn ang="0">
                <a:pos x="connsiteX1604" y="connsiteY1604"/>
              </a:cxn>
              <a:cxn ang="0">
                <a:pos x="connsiteX1605" y="connsiteY1605"/>
              </a:cxn>
              <a:cxn ang="0">
                <a:pos x="connsiteX1606" y="connsiteY1606"/>
              </a:cxn>
              <a:cxn ang="0">
                <a:pos x="connsiteX1607" y="connsiteY1607"/>
              </a:cxn>
              <a:cxn ang="0">
                <a:pos x="connsiteX1608" y="connsiteY1608"/>
              </a:cxn>
              <a:cxn ang="0">
                <a:pos x="connsiteX1609" y="connsiteY1609"/>
              </a:cxn>
              <a:cxn ang="0">
                <a:pos x="connsiteX1610" y="connsiteY1610"/>
              </a:cxn>
              <a:cxn ang="0">
                <a:pos x="connsiteX1611" y="connsiteY1611"/>
              </a:cxn>
              <a:cxn ang="0">
                <a:pos x="connsiteX1612" y="connsiteY1612"/>
              </a:cxn>
              <a:cxn ang="0">
                <a:pos x="connsiteX1613" y="connsiteY1613"/>
              </a:cxn>
              <a:cxn ang="0">
                <a:pos x="connsiteX1614" y="connsiteY1614"/>
              </a:cxn>
              <a:cxn ang="0">
                <a:pos x="connsiteX1615" y="connsiteY1615"/>
              </a:cxn>
              <a:cxn ang="0">
                <a:pos x="connsiteX1616" y="connsiteY1616"/>
              </a:cxn>
              <a:cxn ang="0">
                <a:pos x="connsiteX1617" y="connsiteY1617"/>
              </a:cxn>
              <a:cxn ang="0">
                <a:pos x="connsiteX1618" y="connsiteY1618"/>
              </a:cxn>
              <a:cxn ang="0">
                <a:pos x="connsiteX1619" y="connsiteY1619"/>
              </a:cxn>
              <a:cxn ang="0">
                <a:pos x="connsiteX1620" y="connsiteY1620"/>
              </a:cxn>
              <a:cxn ang="0">
                <a:pos x="connsiteX1621" y="connsiteY1621"/>
              </a:cxn>
              <a:cxn ang="0">
                <a:pos x="connsiteX1622" y="connsiteY1622"/>
              </a:cxn>
              <a:cxn ang="0">
                <a:pos x="connsiteX1623" y="connsiteY1623"/>
              </a:cxn>
              <a:cxn ang="0">
                <a:pos x="connsiteX1624" y="connsiteY1624"/>
              </a:cxn>
              <a:cxn ang="0">
                <a:pos x="connsiteX1625" y="connsiteY1625"/>
              </a:cxn>
              <a:cxn ang="0">
                <a:pos x="connsiteX1626" y="connsiteY1626"/>
              </a:cxn>
              <a:cxn ang="0">
                <a:pos x="connsiteX1627" y="connsiteY1627"/>
              </a:cxn>
              <a:cxn ang="0">
                <a:pos x="connsiteX1628" y="connsiteY1628"/>
              </a:cxn>
              <a:cxn ang="0">
                <a:pos x="connsiteX1629" y="connsiteY1629"/>
              </a:cxn>
              <a:cxn ang="0">
                <a:pos x="connsiteX1630" y="connsiteY1630"/>
              </a:cxn>
              <a:cxn ang="0">
                <a:pos x="connsiteX1631" y="connsiteY1631"/>
              </a:cxn>
              <a:cxn ang="0">
                <a:pos x="connsiteX1632" y="connsiteY1632"/>
              </a:cxn>
              <a:cxn ang="0">
                <a:pos x="connsiteX1633" y="connsiteY1633"/>
              </a:cxn>
              <a:cxn ang="0">
                <a:pos x="connsiteX1634" y="connsiteY1634"/>
              </a:cxn>
              <a:cxn ang="0">
                <a:pos x="connsiteX1635" y="connsiteY1635"/>
              </a:cxn>
              <a:cxn ang="0">
                <a:pos x="connsiteX1636" y="connsiteY1636"/>
              </a:cxn>
              <a:cxn ang="0">
                <a:pos x="connsiteX1637" y="connsiteY1637"/>
              </a:cxn>
              <a:cxn ang="0">
                <a:pos x="connsiteX1638" y="connsiteY1638"/>
              </a:cxn>
              <a:cxn ang="0">
                <a:pos x="connsiteX1639" y="connsiteY1639"/>
              </a:cxn>
              <a:cxn ang="0">
                <a:pos x="connsiteX1640" y="connsiteY1640"/>
              </a:cxn>
              <a:cxn ang="0">
                <a:pos x="connsiteX1641" y="connsiteY1641"/>
              </a:cxn>
              <a:cxn ang="0">
                <a:pos x="connsiteX1642" y="connsiteY1642"/>
              </a:cxn>
              <a:cxn ang="0">
                <a:pos x="connsiteX1643" y="connsiteY1643"/>
              </a:cxn>
              <a:cxn ang="0">
                <a:pos x="connsiteX1644" y="connsiteY1644"/>
              </a:cxn>
              <a:cxn ang="0">
                <a:pos x="connsiteX1645" y="connsiteY1645"/>
              </a:cxn>
              <a:cxn ang="0">
                <a:pos x="connsiteX1646" y="connsiteY1646"/>
              </a:cxn>
              <a:cxn ang="0">
                <a:pos x="connsiteX1647" y="connsiteY1647"/>
              </a:cxn>
              <a:cxn ang="0">
                <a:pos x="connsiteX1648" y="connsiteY1648"/>
              </a:cxn>
              <a:cxn ang="0">
                <a:pos x="connsiteX1649" y="connsiteY1649"/>
              </a:cxn>
              <a:cxn ang="0">
                <a:pos x="connsiteX1650" y="connsiteY1650"/>
              </a:cxn>
              <a:cxn ang="0">
                <a:pos x="connsiteX1651" y="connsiteY1651"/>
              </a:cxn>
              <a:cxn ang="0">
                <a:pos x="connsiteX1652" y="connsiteY1652"/>
              </a:cxn>
              <a:cxn ang="0">
                <a:pos x="connsiteX1653" y="connsiteY1653"/>
              </a:cxn>
              <a:cxn ang="0">
                <a:pos x="connsiteX1654" y="connsiteY1654"/>
              </a:cxn>
              <a:cxn ang="0">
                <a:pos x="connsiteX1655" y="connsiteY1655"/>
              </a:cxn>
              <a:cxn ang="0">
                <a:pos x="connsiteX1656" y="connsiteY1656"/>
              </a:cxn>
              <a:cxn ang="0">
                <a:pos x="connsiteX1657" y="connsiteY1657"/>
              </a:cxn>
              <a:cxn ang="0">
                <a:pos x="connsiteX1658" y="connsiteY1658"/>
              </a:cxn>
              <a:cxn ang="0">
                <a:pos x="connsiteX1659" y="connsiteY1659"/>
              </a:cxn>
              <a:cxn ang="0">
                <a:pos x="connsiteX1660" y="connsiteY1660"/>
              </a:cxn>
              <a:cxn ang="0">
                <a:pos x="connsiteX1661" y="connsiteY1661"/>
              </a:cxn>
              <a:cxn ang="0">
                <a:pos x="connsiteX1662" y="connsiteY1662"/>
              </a:cxn>
              <a:cxn ang="0">
                <a:pos x="connsiteX1663" y="connsiteY1663"/>
              </a:cxn>
              <a:cxn ang="0">
                <a:pos x="connsiteX1664" y="connsiteY1664"/>
              </a:cxn>
              <a:cxn ang="0">
                <a:pos x="connsiteX1665" y="connsiteY1665"/>
              </a:cxn>
              <a:cxn ang="0">
                <a:pos x="connsiteX1666" y="connsiteY1666"/>
              </a:cxn>
              <a:cxn ang="0">
                <a:pos x="connsiteX1667" y="connsiteY1667"/>
              </a:cxn>
              <a:cxn ang="0">
                <a:pos x="connsiteX1668" y="connsiteY1668"/>
              </a:cxn>
              <a:cxn ang="0">
                <a:pos x="connsiteX1669" y="connsiteY1669"/>
              </a:cxn>
              <a:cxn ang="0">
                <a:pos x="connsiteX1670" y="connsiteY1670"/>
              </a:cxn>
              <a:cxn ang="0">
                <a:pos x="connsiteX1671" y="connsiteY1671"/>
              </a:cxn>
              <a:cxn ang="0">
                <a:pos x="connsiteX1672" y="connsiteY1672"/>
              </a:cxn>
              <a:cxn ang="0">
                <a:pos x="connsiteX1673" y="connsiteY1673"/>
              </a:cxn>
              <a:cxn ang="0">
                <a:pos x="connsiteX1674" y="connsiteY1674"/>
              </a:cxn>
              <a:cxn ang="0">
                <a:pos x="connsiteX1675" y="connsiteY1675"/>
              </a:cxn>
              <a:cxn ang="0">
                <a:pos x="connsiteX1676" y="connsiteY1676"/>
              </a:cxn>
              <a:cxn ang="0">
                <a:pos x="connsiteX1677" y="connsiteY1677"/>
              </a:cxn>
              <a:cxn ang="0">
                <a:pos x="connsiteX1678" y="connsiteY1678"/>
              </a:cxn>
              <a:cxn ang="0">
                <a:pos x="connsiteX1679" y="connsiteY1679"/>
              </a:cxn>
              <a:cxn ang="0">
                <a:pos x="connsiteX1680" y="connsiteY1680"/>
              </a:cxn>
              <a:cxn ang="0">
                <a:pos x="connsiteX1681" y="connsiteY1681"/>
              </a:cxn>
              <a:cxn ang="0">
                <a:pos x="connsiteX1682" y="connsiteY1682"/>
              </a:cxn>
              <a:cxn ang="0">
                <a:pos x="connsiteX1683" y="connsiteY1683"/>
              </a:cxn>
              <a:cxn ang="0">
                <a:pos x="connsiteX1684" y="connsiteY1684"/>
              </a:cxn>
              <a:cxn ang="0">
                <a:pos x="connsiteX1685" y="connsiteY1685"/>
              </a:cxn>
              <a:cxn ang="0">
                <a:pos x="connsiteX1686" y="connsiteY1686"/>
              </a:cxn>
              <a:cxn ang="0">
                <a:pos x="connsiteX1687" y="connsiteY1687"/>
              </a:cxn>
              <a:cxn ang="0">
                <a:pos x="connsiteX1688" y="connsiteY1688"/>
              </a:cxn>
              <a:cxn ang="0">
                <a:pos x="connsiteX1689" y="connsiteY1689"/>
              </a:cxn>
              <a:cxn ang="0">
                <a:pos x="connsiteX1690" y="connsiteY1690"/>
              </a:cxn>
              <a:cxn ang="0">
                <a:pos x="connsiteX1691" y="connsiteY1691"/>
              </a:cxn>
              <a:cxn ang="0">
                <a:pos x="connsiteX1692" y="connsiteY1692"/>
              </a:cxn>
              <a:cxn ang="0">
                <a:pos x="connsiteX1693" y="connsiteY1693"/>
              </a:cxn>
              <a:cxn ang="0">
                <a:pos x="connsiteX1694" y="connsiteY1694"/>
              </a:cxn>
              <a:cxn ang="0">
                <a:pos x="connsiteX1695" y="connsiteY1695"/>
              </a:cxn>
              <a:cxn ang="0">
                <a:pos x="connsiteX1696" y="connsiteY1696"/>
              </a:cxn>
              <a:cxn ang="0">
                <a:pos x="connsiteX1697" y="connsiteY1697"/>
              </a:cxn>
              <a:cxn ang="0">
                <a:pos x="connsiteX1698" y="connsiteY1698"/>
              </a:cxn>
              <a:cxn ang="0">
                <a:pos x="connsiteX1699" y="connsiteY1699"/>
              </a:cxn>
              <a:cxn ang="0">
                <a:pos x="connsiteX1700" y="connsiteY1700"/>
              </a:cxn>
              <a:cxn ang="0">
                <a:pos x="connsiteX1701" y="connsiteY1701"/>
              </a:cxn>
              <a:cxn ang="0">
                <a:pos x="connsiteX1702" y="connsiteY1702"/>
              </a:cxn>
              <a:cxn ang="0">
                <a:pos x="connsiteX1703" y="connsiteY1703"/>
              </a:cxn>
              <a:cxn ang="0">
                <a:pos x="connsiteX1704" y="connsiteY1704"/>
              </a:cxn>
              <a:cxn ang="0">
                <a:pos x="connsiteX1705" y="connsiteY1705"/>
              </a:cxn>
              <a:cxn ang="0">
                <a:pos x="connsiteX1706" y="connsiteY1706"/>
              </a:cxn>
              <a:cxn ang="0">
                <a:pos x="connsiteX1707" y="connsiteY1707"/>
              </a:cxn>
              <a:cxn ang="0">
                <a:pos x="connsiteX1708" y="connsiteY1708"/>
              </a:cxn>
              <a:cxn ang="0">
                <a:pos x="connsiteX1709" y="connsiteY1709"/>
              </a:cxn>
              <a:cxn ang="0">
                <a:pos x="connsiteX1710" y="connsiteY1710"/>
              </a:cxn>
              <a:cxn ang="0">
                <a:pos x="connsiteX1711" y="connsiteY1711"/>
              </a:cxn>
              <a:cxn ang="0">
                <a:pos x="connsiteX1712" y="connsiteY1712"/>
              </a:cxn>
              <a:cxn ang="0">
                <a:pos x="connsiteX1713" y="connsiteY1713"/>
              </a:cxn>
              <a:cxn ang="0">
                <a:pos x="connsiteX1714" y="connsiteY1714"/>
              </a:cxn>
              <a:cxn ang="0">
                <a:pos x="connsiteX1715" y="connsiteY1715"/>
              </a:cxn>
              <a:cxn ang="0">
                <a:pos x="connsiteX1716" y="connsiteY1716"/>
              </a:cxn>
              <a:cxn ang="0">
                <a:pos x="connsiteX1717" y="connsiteY1717"/>
              </a:cxn>
              <a:cxn ang="0">
                <a:pos x="connsiteX1718" y="connsiteY1718"/>
              </a:cxn>
              <a:cxn ang="0">
                <a:pos x="connsiteX1719" y="connsiteY1719"/>
              </a:cxn>
              <a:cxn ang="0">
                <a:pos x="connsiteX1720" y="connsiteY1720"/>
              </a:cxn>
              <a:cxn ang="0">
                <a:pos x="connsiteX1721" y="connsiteY1721"/>
              </a:cxn>
              <a:cxn ang="0">
                <a:pos x="connsiteX1722" y="connsiteY1722"/>
              </a:cxn>
              <a:cxn ang="0">
                <a:pos x="connsiteX1723" y="connsiteY1723"/>
              </a:cxn>
              <a:cxn ang="0">
                <a:pos x="connsiteX1724" y="connsiteY1724"/>
              </a:cxn>
              <a:cxn ang="0">
                <a:pos x="connsiteX1725" y="connsiteY1725"/>
              </a:cxn>
              <a:cxn ang="0">
                <a:pos x="connsiteX1726" y="connsiteY1726"/>
              </a:cxn>
              <a:cxn ang="0">
                <a:pos x="connsiteX1727" y="connsiteY1727"/>
              </a:cxn>
              <a:cxn ang="0">
                <a:pos x="connsiteX1728" y="connsiteY1728"/>
              </a:cxn>
              <a:cxn ang="0">
                <a:pos x="connsiteX1729" y="connsiteY1729"/>
              </a:cxn>
              <a:cxn ang="0">
                <a:pos x="connsiteX1730" y="connsiteY1730"/>
              </a:cxn>
              <a:cxn ang="0">
                <a:pos x="connsiteX1731" y="connsiteY1731"/>
              </a:cxn>
              <a:cxn ang="0">
                <a:pos x="connsiteX1732" y="connsiteY1732"/>
              </a:cxn>
              <a:cxn ang="0">
                <a:pos x="connsiteX1733" y="connsiteY1733"/>
              </a:cxn>
              <a:cxn ang="0">
                <a:pos x="connsiteX1734" y="connsiteY1734"/>
              </a:cxn>
              <a:cxn ang="0">
                <a:pos x="connsiteX1735" y="connsiteY1735"/>
              </a:cxn>
              <a:cxn ang="0">
                <a:pos x="connsiteX1736" y="connsiteY1736"/>
              </a:cxn>
              <a:cxn ang="0">
                <a:pos x="connsiteX1737" y="connsiteY1737"/>
              </a:cxn>
              <a:cxn ang="0">
                <a:pos x="connsiteX1738" y="connsiteY1738"/>
              </a:cxn>
              <a:cxn ang="0">
                <a:pos x="connsiteX1739" y="connsiteY1739"/>
              </a:cxn>
              <a:cxn ang="0">
                <a:pos x="connsiteX1740" y="connsiteY1740"/>
              </a:cxn>
              <a:cxn ang="0">
                <a:pos x="connsiteX1741" y="connsiteY1741"/>
              </a:cxn>
              <a:cxn ang="0">
                <a:pos x="connsiteX1742" y="connsiteY1742"/>
              </a:cxn>
              <a:cxn ang="0">
                <a:pos x="connsiteX1743" y="connsiteY1743"/>
              </a:cxn>
              <a:cxn ang="0">
                <a:pos x="connsiteX1744" y="connsiteY1744"/>
              </a:cxn>
              <a:cxn ang="0">
                <a:pos x="connsiteX1745" y="connsiteY1745"/>
              </a:cxn>
              <a:cxn ang="0">
                <a:pos x="connsiteX1746" y="connsiteY1746"/>
              </a:cxn>
              <a:cxn ang="0">
                <a:pos x="connsiteX1747" y="connsiteY1747"/>
              </a:cxn>
              <a:cxn ang="0">
                <a:pos x="connsiteX1748" y="connsiteY1748"/>
              </a:cxn>
              <a:cxn ang="0">
                <a:pos x="connsiteX1749" y="connsiteY1749"/>
              </a:cxn>
              <a:cxn ang="0">
                <a:pos x="connsiteX1750" y="connsiteY1750"/>
              </a:cxn>
              <a:cxn ang="0">
                <a:pos x="connsiteX1751" y="connsiteY1751"/>
              </a:cxn>
              <a:cxn ang="0">
                <a:pos x="connsiteX1752" y="connsiteY1752"/>
              </a:cxn>
              <a:cxn ang="0">
                <a:pos x="connsiteX1753" y="connsiteY1753"/>
              </a:cxn>
              <a:cxn ang="0">
                <a:pos x="connsiteX1754" y="connsiteY1754"/>
              </a:cxn>
              <a:cxn ang="0">
                <a:pos x="connsiteX1755" y="connsiteY1755"/>
              </a:cxn>
              <a:cxn ang="0">
                <a:pos x="connsiteX1756" y="connsiteY1756"/>
              </a:cxn>
              <a:cxn ang="0">
                <a:pos x="connsiteX1757" y="connsiteY1757"/>
              </a:cxn>
              <a:cxn ang="0">
                <a:pos x="connsiteX1758" y="connsiteY1758"/>
              </a:cxn>
              <a:cxn ang="0">
                <a:pos x="connsiteX1759" y="connsiteY1759"/>
              </a:cxn>
              <a:cxn ang="0">
                <a:pos x="connsiteX1760" y="connsiteY1760"/>
              </a:cxn>
              <a:cxn ang="0">
                <a:pos x="connsiteX1761" y="connsiteY1761"/>
              </a:cxn>
              <a:cxn ang="0">
                <a:pos x="connsiteX1762" y="connsiteY1762"/>
              </a:cxn>
              <a:cxn ang="0">
                <a:pos x="connsiteX1763" y="connsiteY1763"/>
              </a:cxn>
              <a:cxn ang="0">
                <a:pos x="connsiteX1764" y="connsiteY1764"/>
              </a:cxn>
              <a:cxn ang="0">
                <a:pos x="connsiteX1765" y="connsiteY1765"/>
              </a:cxn>
              <a:cxn ang="0">
                <a:pos x="connsiteX1766" y="connsiteY1766"/>
              </a:cxn>
              <a:cxn ang="0">
                <a:pos x="connsiteX1767" y="connsiteY1767"/>
              </a:cxn>
              <a:cxn ang="0">
                <a:pos x="connsiteX1768" y="connsiteY1768"/>
              </a:cxn>
              <a:cxn ang="0">
                <a:pos x="connsiteX1769" y="connsiteY1769"/>
              </a:cxn>
              <a:cxn ang="0">
                <a:pos x="connsiteX1770" y="connsiteY1770"/>
              </a:cxn>
              <a:cxn ang="0">
                <a:pos x="connsiteX1771" y="connsiteY1771"/>
              </a:cxn>
              <a:cxn ang="0">
                <a:pos x="connsiteX1772" y="connsiteY1772"/>
              </a:cxn>
              <a:cxn ang="0">
                <a:pos x="connsiteX1773" y="connsiteY1773"/>
              </a:cxn>
              <a:cxn ang="0">
                <a:pos x="connsiteX1774" y="connsiteY1774"/>
              </a:cxn>
              <a:cxn ang="0">
                <a:pos x="connsiteX1775" y="connsiteY1775"/>
              </a:cxn>
              <a:cxn ang="0">
                <a:pos x="connsiteX1776" y="connsiteY1776"/>
              </a:cxn>
              <a:cxn ang="0">
                <a:pos x="connsiteX1777" y="connsiteY1777"/>
              </a:cxn>
              <a:cxn ang="0">
                <a:pos x="connsiteX1778" y="connsiteY1778"/>
              </a:cxn>
              <a:cxn ang="0">
                <a:pos x="connsiteX1779" y="connsiteY1779"/>
              </a:cxn>
              <a:cxn ang="0">
                <a:pos x="connsiteX1780" y="connsiteY1780"/>
              </a:cxn>
              <a:cxn ang="0">
                <a:pos x="connsiteX1781" y="connsiteY1781"/>
              </a:cxn>
              <a:cxn ang="0">
                <a:pos x="connsiteX1782" y="connsiteY1782"/>
              </a:cxn>
              <a:cxn ang="0">
                <a:pos x="connsiteX1783" y="connsiteY1783"/>
              </a:cxn>
              <a:cxn ang="0">
                <a:pos x="connsiteX1784" y="connsiteY1784"/>
              </a:cxn>
              <a:cxn ang="0">
                <a:pos x="connsiteX1785" y="connsiteY1785"/>
              </a:cxn>
              <a:cxn ang="0">
                <a:pos x="connsiteX1786" y="connsiteY1786"/>
              </a:cxn>
              <a:cxn ang="0">
                <a:pos x="connsiteX1787" y="connsiteY1787"/>
              </a:cxn>
              <a:cxn ang="0">
                <a:pos x="connsiteX1788" y="connsiteY1788"/>
              </a:cxn>
              <a:cxn ang="0">
                <a:pos x="connsiteX1789" y="connsiteY1789"/>
              </a:cxn>
              <a:cxn ang="0">
                <a:pos x="connsiteX1790" y="connsiteY1790"/>
              </a:cxn>
              <a:cxn ang="0">
                <a:pos x="connsiteX1791" y="connsiteY1791"/>
              </a:cxn>
              <a:cxn ang="0">
                <a:pos x="connsiteX1792" y="connsiteY1792"/>
              </a:cxn>
              <a:cxn ang="0">
                <a:pos x="connsiteX1793" y="connsiteY1793"/>
              </a:cxn>
              <a:cxn ang="0">
                <a:pos x="connsiteX1794" y="connsiteY1794"/>
              </a:cxn>
              <a:cxn ang="0">
                <a:pos x="connsiteX1795" y="connsiteY1795"/>
              </a:cxn>
              <a:cxn ang="0">
                <a:pos x="connsiteX1796" y="connsiteY1796"/>
              </a:cxn>
              <a:cxn ang="0">
                <a:pos x="connsiteX1797" y="connsiteY1797"/>
              </a:cxn>
              <a:cxn ang="0">
                <a:pos x="connsiteX1798" y="connsiteY1798"/>
              </a:cxn>
              <a:cxn ang="0">
                <a:pos x="connsiteX1799" y="connsiteY1799"/>
              </a:cxn>
              <a:cxn ang="0">
                <a:pos x="connsiteX1800" y="connsiteY1800"/>
              </a:cxn>
              <a:cxn ang="0">
                <a:pos x="connsiteX1801" y="connsiteY1801"/>
              </a:cxn>
              <a:cxn ang="0">
                <a:pos x="connsiteX1802" y="connsiteY1802"/>
              </a:cxn>
              <a:cxn ang="0">
                <a:pos x="connsiteX1803" y="connsiteY1803"/>
              </a:cxn>
              <a:cxn ang="0">
                <a:pos x="connsiteX1804" y="connsiteY1804"/>
              </a:cxn>
              <a:cxn ang="0">
                <a:pos x="connsiteX1805" y="connsiteY1805"/>
              </a:cxn>
              <a:cxn ang="0">
                <a:pos x="connsiteX1806" y="connsiteY1806"/>
              </a:cxn>
              <a:cxn ang="0">
                <a:pos x="connsiteX1807" y="connsiteY1807"/>
              </a:cxn>
              <a:cxn ang="0">
                <a:pos x="connsiteX1808" y="connsiteY1808"/>
              </a:cxn>
              <a:cxn ang="0">
                <a:pos x="connsiteX1809" y="connsiteY1809"/>
              </a:cxn>
              <a:cxn ang="0">
                <a:pos x="connsiteX1810" y="connsiteY1810"/>
              </a:cxn>
              <a:cxn ang="0">
                <a:pos x="connsiteX1811" y="connsiteY1811"/>
              </a:cxn>
              <a:cxn ang="0">
                <a:pos x="connsiteX1812" y="connsiteY1812"/>
              </a:cxn>
              <a:cxn ang="0">
                <a:pos x="connsiteX1813" y="connsiteY1813"/>
              </a:cxn>
              <a:cxn ang="0">
                <a:pos x="connsiteX1814" y="connsiteY1814"/>
              </a:cxn>
              <a:cxn ang="0">
                <a:pos x="connsiteX1815" y="connsiteY1815"/>
              </a:cxn>
              <a:cxn ang="0">
                <a:pos x="connsiteX1816" y="connsiteY1816"/>
              </a:cxn>
              <a:cxn ang="0">
                <a:pos x="connsiteX1817" y="connsiteY1817"/>
              </a:cxn>
              <a:cxn ang="0">
                <a:pos x="connsiteX1818" y="connsiteY1818"/>
              </a:cxn>
              <a:cxn ang="0">
                <a:pos x="connsiteX1819" y="connsiteY1819"/>
              </a:cxn>
              <a:cxn ang="0">
                <a:pos x="connsiteX1820" y="connsiteY1820"/>
              </a:cxn>
              <a:cxn ang="0">
                <a:pos x="connsiteX1821" y="connsiteY1821"/>
              </a:cxn>
              <a:cxn ang="0">
                <a:pos x="connsiteX1822" y="connsiteY1822"/>
              </a:cxn>
              <a:cxn ang="0">
                <a:pos x="connsiteX1823" y="connsiteY1823"/>
              </a:cxn>
              <a:cxn ang="0">
                <a:pos x="connsiteX1824" y="connsiteY1824"/>
              </a:cxn>
              <a:cxn ang="0">
                <a:pos x="connsiteX1825" y="connsiteY1825"/>
              </a:cxn>
              <a:cxn ang="0">
                <a:pos x="connsiteX1826" y="connsiteY1826"/>
              </a:cxn>
              <a:cxn ang="0">
                <a:pos x="connsiteX1827" y="connsiteY1827"/>
              </a:cxn>
              <a:cxn ang="0">
                <a:pos x="connsiteX1828" y="connsiteY1828"/>
              </a:cxn>
              <a:cxn ang="0">
                <a:pos x="connsiteX1829" y="connsiteY1829"/>
              </a:cxn>
              <a:cxn ang="0">
                <a:pos x="connsiteX1830" y="connsiteY1830"/>
              </a:cxn>
              <a:cxn ang="0">
                <a:pos x="connsiteX1831" y="connsiteY1831"/>
              </a:cxn>
              <a:cxn ang="0">
                <a:pos x="connsiteX1832" y="connsiteY1832"/>
              </a:cxn>
              <a:cxn ang="0">
                <a:pos x="connsiteX1833" y="connsiteY1833"/>
              </a:cxn>
              <a:cxn ang="0">
                <a:pos x="connsiteX1834" y="connsiteY1834"/>
              </a:cxn>
              <a:cxn ang="0">
                <a:pos x="connsiteX1835" y="connsiteY1835"/>
              </a:cxn>
              <a:cxn ang="0">
                <a:pos x="connsiteX1836" y="connsiteY1836"/>
              </a:cxn>
              <a:cxn ang="0">
                <a:pos x="connsiteX1837" y="connsiteY1837"/>
              </a:cxn>
              <a:cxn ang="0">
                <a:pos x="connsiteX1838" y="connsiteY1838"/>
              </a:cxn>
              <a:cxn ang="0">
                <a:pos x="connsiteX1839" y="connsiteY1839"/>
              </a:cxn>
              <a:cxn ang="0">
                <a:pos x="connsiteX1840" y="connsiteY1840"/>
              </a:cxn>
              <a:cxn ang="0">
                <a:pos x="connsiteX1841" y="connsiteY1841"/>
              </a:cxn>
              <a:cxn ang="0">
                <a:pos x="connsiteX1842" y="connsiteY1842"/>
              </a:cxn>
              <a:cxn ang="0">
                <a:pos x="connsiteX1843" y="connsiteY1843"/>
              </a:cxn>
              <a:cxn ang="0">
                <a:pos x="connsiteX1844" y="connsiteY1844"/>
              </a:cxn>
              <a:cxn ang="0">
                <a:pos x="connsiteX1845" y="connsiteY1845"/>
              </a:cxn>
              <a:cxn ang="0">
                <a:pos x="connsiteX1846" y="connsiteY1846"/>
              </a:cxn>
              <a:cxn ang="0">
                <a:pos x="connsiteX1847" y="connsiteY1847"/>
              </a:cxn>
              <a:cxn ang="0">
                <a:pos x="connsiteX1848" y="connsiteY1848"/>
              </a:cxn>
              <a:cxn ang="0">
                <a:pos x="connsiteX1849" y="connsiteY1849"/>
              </a:cxn>
              <a:cxn ang="0">
                <a:pos x="connsiteX1850" y="connsiteY1850"/>
              </a:cxn>
              <a:cxn ang="0">
                <a:pos x="connsiteX1851" y="connsiteY1851"/>
              </a:cxn>
              <a:cxn ang="0">
                <a:pos x="connsiteX1852" y="connsiteY1852"/>
              </a:cxn>
              <a:cxn ang="0">
                <a:pos x="connsiteX1853" y="connsiteY1853"/>
              </a:cxn>
              <a:cxn ang="0">
                <a:pos x="connsiteX1854" y="connsiteY1854"/>
              </a:cxn>
              <a:cxn ang="0">
                <a:pos x="connsiteX1855" y="connsiteY1855"/>
              </a:cxn>
              <a:cxn ang="0">
                <a:pos x="connsiteX1856" y="connsiteY1856"/>
              </a:cxn>
              <a:cxn ang="0">
                <a:pos x="connsiteX1857" y="connsiteY1857"/>
              </a:cxn>
              <a:cxn ang="0">
                <a:pos x="connsiteX1858" y="connsiteY1858"/>
              </a:cxn>
              <a:cxn ang="0">
                <a:pos x="connsiteX1859" y="connsiteY1859"/>
              </a:cxn>
              <a:cxn ang="0">
                <a:pos x="connsiteX1860" y="connsiteY1860"/>
              </a:cxn>
              <a:cxn ang="0">
                <a:pos x="connsiteX1861" y="connsiteY1861"/>
              </a:cxn>
              <a:cxn ang="0">
                <a:pos x="connsiteX1862" y="connsiteY1862"/>
              </a:cxn>
              <a:cxn ang="0">
                <a:pos x="connsiteX1863" y="connsiteY1863"/>
              </a:cxn>
              <a:cxn ang="0">
                <a:pos x="connsiteX1864" y="connsiteY1864"/>
              </a:cxn>
              <a:cxn ang="0">
                <a:pos x="connsiteX1865" y="connsiteY1865"/>
              </a:cxn>
              <a:cxn ang="0">
                <a:pos x="connsiteX1866" y="connsiteY1866"/>
              </a:cxn>
              <a:cxn ang="0">
                <a:pos x="connsiteX1867" y="connsiteY1867"/>
              </a:cxn>
              <a:cxn ang="0">
                <a:pos x="connsiteX1868" y="connsiteY1868"/>
              </a:cxn>
              <a:cxn ang="0">
                <a:pos x="connsiteX1869" y="connsiteY1869"/>
              </a:cxn>
              <a:cxn ang="0">
                <a:pos x="connsiteX1870" y="connsiteY1870"/>
              </a:cxn>
              <a:cxn ang="0">
                <a:pos x="connsiteX1871" y="connsiteY1871"/>
              </a:cxn>
              <a:cxn ang="0">
                <a:pos x="connsiteX1872" y="connsiteY1872"/>
              </a:cxn>
              <a:cxn ang="0">
                <a:pos x="connsiteX1873" y="connsiteY1873"/>
              </a:cxn>
              <a:cxn ang="0">
                <a:pos x="connsiteX1874" y="connsiteY1874"/>
              </a:cxn>
              <a:cxn ang="0">
                <a:pos x="connsiteX1875" y="connsiteY1875"/>
              </a:cxn>
              <a:cxn ang="0">
                <a:pos x="connsiteX1876" y="connsiteY1876"/>
              </a:cxn>
              <a:cxn ang="0">
                <a:pos x="connsiteX1877" y="connsiteY1877"/>
              </a:cxn>
              <a:cxn ang="0">
                <a:pos x="connsiteX1878" y="connsiteY1878"/>
              </a:cxn>
              <a:cxn ang="0">
                <a:pos x="connsiteX1879" y="connsiteY1879"/>
              </a:cxn>
              <a:cxn ang="0">
                <a:pos x="connsiteX1880" y="connsiteY1880"/>
              </a:cxn>
              <a:cxn ang="0">
                <a:pos x="connsiteX1881" y="connsiteY1881"/>
              </a:cxn>
              <a:cxn ang="0">
                <a:pos x="connsiteX1882" y="connsiteY1882"/>
              </a:cxn>
              <a:cxn ang="0">
                <a:pos x="connsiteX1883" y="connsiteY1883"/>
              </a:cxn>
              <a:cxn ang="0">
                <a:pos x="connsiteX1884" y="connsiteY1884"/>
              </a:cxn>
              <a:cxn ang="0">
                <a:pos x="connsiteX1885" y="connsiteY1885"/>
              </a:cxn>
              <a:cxn ang="0">
                <a:pos x="connsiteX1886" y="connsiteY1886"/>
              </a:cxn>
              <a:cxn ang="0">
                <a:pos x="connsiteX1887" y="connsiteY1887"/>
              </a:cxn>
              <a:cxn ang="0">
                <a:pos x="connsiteX1888" y="connsiteY1888"/>
              </a:cxn>
              <a:cxn ang="0">
                <a:pos x="connsiteX1889" y="connsiteY1889"/>
              </a:cxn>
              <a:cxn ang="0">
                <a:pos x="connsiteX1890" y="connsiteY1890"/>
              </a:cxn>
              <a:cxn ang="0">
                <a:pos x="connsiteX1891" y="connsiteY1891"/>
              </a:cxn>
              <a:cxn ang="0">
                <a:pos x="connsiteX1892" y="connsiteY1892"/>
              </a:cxn>
              <a:cxn ang="0">
                <a:pos x="connsiteX1893" y="connsiteY1893"/>
              </a:cxn>
              <a:cxn ang="0">
                <a:pos x="connsiteX1894" y="connsiteY1894"/>
              </a:cxn>
              <a:cxn ang="0">
                <a:pos x="connsiteX1895" y="connsiteY1895"/>
              </a:cxn>
              <a:cxn ang="0">
                <a:pos x="connsiteX1896" y="connsiteY1896"/>
              </a:cxn>
              <a:cxn ang="0">
                <a:pos x="connsiteX1897" y="connsiteY1897"/>
              </a:cxn>
              <a:cxn ang="0">
                <a:pos x="connsiteX1898" y="connsiteY1898"/>
              </a:cxn>
              <a:cxn ang="0">
                <a:pos x="connsiteX1899" y="connsiteY1899"/>
              </a:cxn>
              <a:cxn ang="0">
                <a:pos x="connsiteX1900" y="connsiteY1900"/>
              </a:cxn>
              <a:cxn ang="0">
                <a:pos x="connsiteX1901" y="connsiteY1901"/>
              </a:cxn>
              <a:cxn ang="0">
                <a:pos x="connsiteX1902" y="connsiteY1902"/>
              </a:cxn>
              <a:cxn ang="0">
                <a:pos x="connsiteX1903" y="connsiteY1903"/>
              </a:cxn>
              <a:cxn ang="0">
                <a:pos x="connsiteX1904" y="connsiteY1904"/>
              </a:cxn>
              <a:cxn ang="0">
                <a:pos x="connsiteX1905" y="connsiteY1905"/>
              </a:cxn>
              <a:cxn ang="0">
                <a:pos x="connsiteX1906" y="connsiteY1906"/>
              </a:cxn>
              <a:cxn ang="0">
                <a:pos x="connsiteX1907" y="connsiteY1907"/>
              </a:cxn>
              <a:cxn ang="0">
                <a:pos x="connsiteX1908" y="connsiteY1908"/>
              </a:cxn>
              <a:cxn ang="0">
                <a:pos x="connsiteX1909" y="connsiteY1909"/>
              </a:cxn>
              <a:cxn ang="0">
                <a:pos x="connsiteX1910" y="connsiteY1910"/>
              </a:cxn>
              <a:cxn ang="0">
                <a:pos x="connsiteX1911" y="connsiteY1911"/>
              </a:cxn>
              <a:cxn ang="0">
                <a:pos x="connsiteX1912" y="connsiteY1912"/>
              </a:cxn>
              <a:cxn ang="0">
                <a:pos x="connsiteX1913" y="connsiteY1913"/>
              </a:cxn>
              <a:cxn ang="0">
                <a:pos x="connsiteX1914" y="connsiteY1914"/>
              </a:cxn>
              <a:cxn ang="0">
                <a:pos x="connsiteX1915" y="connsiteY1915"/>
              </a:cxn>
              <a:cxn ang="0">
                <a:pos x="connsiteX1916" y="connsiteY1916"/>
              </a:cxn>
              <a:cxn ang="0">
                <a:pos x="connsiteX1917" y="connsiteY1917"/>
              </a:cxn>
              <a:cxn ang="0">
                <a:pos x="connsiteX1918" y="connsiteY1918"/>
              </a:cxn>
              <a:cxn ang="0">
                <a:pos x="connsiteX1919" y="connsiteY1919"/>
              </a:cxn>
              <a:cxn ang="0">
                <a:pos x="connsiteX1920" y="connsiteY1920"/>
              </a:cxn>
              <a:cxn ang="0">
                <a:pos x="connsiteX1921" y="connsiteY1921"/>
              </a:cxn>
              <a:cxn ang="0">
                <a:pos x="connsiteX1922" y="connsiteY1922"/>
              </a:cxn>
              <a:cxn ang="0">
                <a:pos x="connsiteX1923" y="connsiteY1923"/>
              </a:cxn>
              <a:cxn ang="0">
                <a:pos x="connsiteX1924" y="connsiteY1924"/>
              </a:cxn>
              <a:cxn ang="0">
                <a:pos x="connsiteX1925" y="connsiteY1925"/>
              </a:cxn>
              <a:cxn ang="0">
                <a:pos x="connsiteX1926" y="connsiteY1926"/>
              </a:cxn>
              <a:cxn ang="0">
                <a:pos x="connsiteX1927" y="connsiteY1927"/>
              </a:cxn>
              <a:cxn ang="0">
                <a:pos x="connsiteX1928" y="connsiteY1928"/>
              </a:cxn>
              <a:cxn ang="0">
                <a:pos x="connsiteX1929" y="connsiteY1929"/>
              </a:cxn>
              <a:cxn ang="0">
                <a:pos x="connsiteX1930" y="connsiteY1930"/>
              </a:cxn>
              <a:cxn ang="0">
                <a:pos x="connsiteX1931" y="connsiteY1931"/>
              </a:cxn>
              <a:cxn ang="0">
                <a:pos x="connsiteX1932" y="connsiteY1932"/>
              </a:cxn>
              <a:cxn ang="0">
                <a:pos x="connsiteX1933" y="connsiteY1933"/>
              </a:cxn>
              <a:cxn ang="0">
                <a:pos x="connsiteX1934" y="connsiteY1934"/>
              </a:cxn>
              <a:cxn ang="0">
                <a:pos x="connsiteX1935" y="connsiteY1935"/>
              </a:cxn>
              <a:cxn ang="0">
                <a:pos x="connsiteX1936" y="connsiteY1936"/>
              </a:cxn>
              <a:cxn ang="0">
                <a:pos x="connsiteX1937" y="connsiteY1937"/>
              </a:cxn>
              <a:cxn ang="0">
                <a:pos x="connsiteX1938" y="connsiteY1938"/>
              </a:cxn>
              <a:cxn ang="0">
                <a:pos x="connsiteX1939" y="connsiteY1939"/>
              </a:cxn>
              <a:cxn ang="0">
                <a:pos x="connsiteX1940" y="connsiteY1940"/>
              </a:cxn>
              <a:cxn ang="0">
                <a:pos x="connsiteX1941" y="connsiteY1941"/>
              </a:cxn>
              <a:cxn ang="0">
                <a:pos x="connsiteX1942" y="connsiteY1942"/>
              </a:cxn>
              <a:cxn ang="0">
                <a:pos x="connsiteX1943" y="connsiteY1943"/>
              </a:cxn>
              <a:cxn ang="0">
                <a:pos x="connsiteX1944" y="connsiteY1944"/>
              </a:cxn>
              <a:cxn ang="0">
                <a:pos x="connsiteX1945" y="connsiteY1945"/>
              </a:cxn>
              <a:cxn ang="0">
                <a:pos x="connsiteX1946" y="connsiteY1946"/>
              </a:cxn>
              <a:cxn ang="0">
                <a:pos x="connsiteX1947" y="connsiteY1947"/>
              </a:cxn>
              <a:cxn ang="0">
                <a:pos x="connsiteX1948" y="connsiteY1948"/>
              </a:cxn>
              <a:cxn ang="0">
                <a:pos x="connsiteX1949" y="connsiteY1949"/>
              </a:cxn>
              <a:cxn ang="0">
                <a:pos x="connsiteX1950" y="connsiteY1950"/>
              </a:cxn>
              <a:cxn ang="0">
                <a:pos x="connsiteX1951" y="connsiteY1951"/>
              </a:cxn>
              <a:cxn ang="0">
                <a:pos x="connsiteX1952" y="connsiteY1952"/>
              </a:cxn>
              <a:cxn ang="0">
                <a:pos x="connsiteX1953" y="connsiteY1953"/>
              </a:cxn>
              <a:cxn ang="0">
                <a:pos x="connsiteX1954" y="connsiteY1954"/>
              </a:cxn>
              <a:cxn ang="0">
                <a:pos x="connsiteX1955" y="connsiteY1955"/>
              </a:cxn>
              <a:cxn ang="0">
                <a:pos x="connsiteX1956" y="connsiteY1956"/>
              </a:cxn>
              <a:cxn ang="0">
                <a:pos x="connsiteX1957" y="connsiteY1957"/>
              </a:cxn>
              <a:cxn ang="0">
                <a:pos x="connsiteX1958" y="connsiteY1958"/>
              </a:cxn>
              <a:cxn ang="0">
                <a:pos x="connsiteX1959" y="connsiteY1959"/>
              </a:cxn>
              <a:cxn ang="0">
                <a:pos x="connsiteX1960" y="connsiteY1960"/>
              </a:cxn>
              <a:cxn ang="0">
                <a:pos x="connsiteX1961" y="connsiteY1961"/>
              </a:cxn>
              <a:cxn ang="0">
                <a:pos x="connsiteX1962" y="connsiteY1962"/>
              </a:cxn>
              <a:cxn ang="0">
                <a:pos x="connsiteX1963" y="connsiteY1963"/>
              </a:cxn>
              <a:cxn ang="0">
                <a:pos x="connsiteX1964" y="connsiteY1964"/>
              </a:cxn>
              <a:cxn ang="0">
                <a:pos x="connsiteX1965" y="connsiteY1965"/>
              </a:cxn>
              <a:cxn ang="0">
                <a:pos x="connsiteX1966" y="connsiteY1966"/>
              </a:cxn>
              <a:cxn ang="0">
                <a:pos x="connsiteX1967" y="connsiteY1967"/>
              </a:cxn>
              <a:cxn ang="0">
                <a:pos x="connsiteX1968" y="connsiteY1968"/>
              </a:cxn>
              <a:cxn ang="0">
                <a:pos x="connsiteX1969" y="connsiteY1969"/>
              </a:cxn>
              <a:cxn ang="0">
                <a:pos x="connsiteX1970" y="connsiteY1970"/>
              </a:cxn>
              <a:cxn ang="0">
                <a:pos x="connsiteX1971" y="connsiteY1971"/>
              </a:cxn>
              <a:cxn ang="0">
                <a:pos x="connsiteX1972" y="connsiteY1972"/>
              </a:cxn>
              <a:cxn ang="0">
                <a:pos x="connsiteX1973" y="connsiteY1973"/>
              </a:cxn>
              <a:cxn ang="0">
                <a:pos x="connsiteX1974" y="connsiteY1974"/>
              </a:cxn>
              <a:cxn ang="0">
                <a:pos x="connsiteX1975" y="connsiteY1975"/>
              </a:cxn>
              <a:cxn ang="0">
                <a:pos x="connsiteX1976" y="connsiteY1976"/>
              </a:cxn>
              <a:cxn ang="0">
                <a:pos x="connsiteX1977" y="connsiteY1977"/>
              </a:cxn>
              <a:cxn ang="0">
                <a:pos x="connsiteX1978" y="connsiteY1978"/>
              </a:cxn>
              <a:cxn ang="0">
                <a:pos x="connsiteX1979" y="connsiteY1979"/>
              </a:cxn>
              <a:cxn ang="0">
                <a:pos x="connsiteX1980" y="connsiteY1980"/>
              </a:cxn>
              <a:cxn ang="0">
                <a:pos x="connsiteX1981" y="connsiteY1981"/>
              </a:cxn>
              <a:cxn ang="0">
                <a:pos x="connsiteX1982" y="connsiteY1982"/>
              </a:cxn>
              <a:cxn ang="0">
                <a:pos x="connsiteX1983" y="connsiteY1983"/>
              </a:cxn>
              <a:cxn ang="0">
                <a:pos x="connsiteX1984" y="connsiteY1984"/>
              </a:cxn>
              <a:cxn ang="0">
                <a:pos x="connsiteX1985" y="connsiteY1985"/>
              </a:cxn>
              <a:cxn ang="0">
                <a:pos x="connsiteX1986" y="connsiteY1986"/>
              </a:cxn>
              <a:cxn ang="0">
                <a:pos x="connsiteX1987" y="connsiteY1987"/>
              </a:cxn>
              <a:cxn ang="0">
                <a:pos x="connsiteX1988" y="connsiteY1988"/>
              </a:cxn>
              <a:cxn ang="0">
                <a:pos x="connsiteX1989" y="connsiteY1989"/>
              </a:cxn>
              <a:cxn ang="0">
                <a:pos x="connsiteX1990" y="connsiteY1990"/>
              </a:cxn>
              <a:cxn ang="0">
                <a:pos x="connsiteX1991" y="connsiteY1991"/>
              </a:cxn>
              <a:cxn ang="0">
                <a:pos x="connsiteX1992" y="connsiteY1992"/>
              </a:cxn>
              <a:cxn ang="0">
                <a:pos x="connsiteX1993" y="connsiteY1993"/>
              </a:cxn>
              <a:cxn ang="0">
                <a:pos x="connsiteX1994" y="connsiteY1994"/>
              </a:cxn>
              <a:cxn ang="0">
                <a:pos x="connsiteX1995" y="connsiteY1995"/>
              </a:cxn>
              <a:cxn ang="0">
                <a:pos x="connsiteX1996" y="connsiteY1996"/>
              </a:cxn>
              <a:cxn ang="0">
                <a:pos x="connsiteX1997" y="connsiteY1997"/>
              </a:cxn>
              <a:cxn ang="0">
                <a:pos x="connsiteX1998" y="connsiteY1998"/>
              </a:cxn>
              <a:cxn ang="0">
                <a:pos x="connsiteX1999" y="connsiteY1999"/>
              </a:cxn>
              <a:cxn ang="0">
                <a:pos x="connsiteX2000" y="connsiteY2000"/>
              </a:cxn>
              <a:cxn ang="0">
                <a:pos x="connsiteX2001" y="connsiteY2001"/>
              </a:cxn>
              <a:cxn ang="0">
                <a:pos x="connsiteX2002" y="connsiteY2002"/>
              </a:cxn>
              <a:cxn ang="0">
                <a:pos x="connsiteX2003" y="connsiteY2003"/>
              </a:cxn>
              <a:cxn ang="0">
                <a:pos x="connsiteX2004" y="connsiteY2004"/>
              </a:cxn>
              <a:cxn ang="0">
                <a:pos x="connsiteX2005" y="connsiteY2005"/>
              </a:cxn>
              <a:cxn ang="0">
                <a:pos x="connsiteX2006" y="connsiteY2006"/>
              </a:cxn>
              <a:cxn ang="0">
                <a:pos x="connsiteX2007" y="connsiteY2007"/>
              </a:cxn>
              <a:cxn ang="0">
                <a:pos x="connsiteX2008" y="connsiteY2008"/>
              </a:cxn>
              <a:cxn ang="0">
                <a:pos x="connsiteX2009" y="connsiteY2009"/>
              </a:cxn>
              <a:cxn ang="0">
                <a:pos x="connsiteX2010" y="connsiteY2010"/>
              </a:cxn>
              <a:cxn ang="0">
                <a:pos x="connsiteX2011" y="connsiteY2011"/>
              </a:cxn>
              <a:cxn ang="0">
                <a:pos x="connsiteX2012" y="connsiteY2012"/>
              </a:cxn>
              <a:cxn ang="0">
                <a:pos x="connsiteX2013" y="connsiteY2013"/>
              </a:cxn>
              <a:cxn ang="0">
                <a:pos x="connsiteX2014" y="connsiteY2014"/>
              </a:cxn>
              <a:cxn ang="0">
                <a:pos x="connsiteX2015" y="connsiteY2015"/>
              </a:cxn>
              <a:cxn ang="0">
                <a:pos x="connsiteX2016" y="connsiteY2016"/>
              </a:cxn>
              <a:cxn ang="0">
                <a:pos x="connsiteX2017" y="connsiteY2017"/>
              </a:cxn>
              <a:cxn ang="0">
                <a:pos x="connsiteX2018" y="connsiteY2018"/>
              </a:cxn>
              <a:cxn ang="0">
                <a:pos x="connsiteX2019" y="connsiteY2019"/>
              </a:cxn>
              <a:cxn ang="0">
                <a:pos x="connsiteX2020" y="connsiteY2020"/>
              </a:cxn>
              <a:cxn ang="0">
                <a:pos x="connsiteX2021" y="connsiteY2021"/>
              </a:cxn>
              <a:cxn ang="0">
                <a:pos x="connsiteX2022" y="connsiteY2022"/>
              </a:cxn>
              <a:cxn ang="0">
                <a:pos x="connsiteX2023" y="connsiteY2023"/>
              </a:cxn>
              <a:cxn ang="0">
                <a:pos x="connsiteX2024" y="connsiteY2024"/>
              </a:cxn>
              <a:cxn ang="0">
                <a:pos x="connsiteX2025" y="connsiteY2025"/>
              </a:cxn>
              <a:cxn ang="0">
                <a:pos x="connsiteX2026" y="connsiteY2026"/>
              </a:cxn>
              <a:cxn ang="0">
                <a:pos x="connsiteX2027" y="connsiteY2027"/>
              </a:cxn>
              <a:cxn ang="0">
                <a:pos x="connsiteX2028" y="connsiteY2028"/>
              </a:cxn>
              <a:cxn ang="0">
                <a:pos x="connsiteX2029" y="connsiteY2029"/>
              </a:cxn>
              <a:cxn ang="0">
                <a:pos x="connsiteX2030" y="connsiteY2030"/>
              </a:cxn>
              <a:cxn ang="0">
                <a:pos x="connsiteX2031" y="connsiteY2031"/>
              </a:cxn>
              <a:cxn ang="0">
                <a:pos x="connsiteX2032" y="connsiteY2032"/>
              </a:cxn>
              <a:cxn ang="0">
                <a:pos x="connsiteX2033" y="connsiteY2033"/>
              </a:cxn>
              <a:cxn ang="0">
                <a:pos x="connsiteX2034" y="connsiteY2034"/>
              </a:cxn>
              <a:cxn ang="0">
                <a:pos x="connsiteX2035" y="connsiteY2035"/>
              </a:cxn>
              <a:cxn ang="0">
                <a:pos x="connsiteX2036" y="connsiteY2036"/>
              </a:cxn>
              <a:cxn ang="0">
                <a:pos x="connsiteX2037" y="connsiteY2037"/>
              </a:cxn>
              <a:cxn ang="0">
                <a:pos x="connsiteX2038" y="connsiteY2038"/>
              </a:cxn>
              <a:cxn ang="0">
                <a:pos x="connsiteX2039" y="connsiteY2039"/>
              </a:cxn>
              <a:cxn ang="0">
                <a:pos x="connsiteX2040" y="connsiteY2040"/>
              </a:cxn>
              <a:cxn ang="0">
                <a:pos x="connsiteX2041" y="connsiteY2041"/>
              </a:cxn>
              <a:cxn ang="0">
                <a:pos x="connsiteX2042" y="connsiteY2042"/>
              </a:cxn>
              <a:cxn ang="0">
                <a:pos x="connsiteX2043" y="connsiteY2043"/>
              </a:cxn>
              <a:cxn ang="0">
                <a:pos x="connsiteX2044" y="connsiteY2044"/>
              </a:cxn>
              <a:cxn ang="0">
                <a:pos x="connsiteX2045" y="connsiteY2045"/>
              </a:cxn>
              <a:cxn ang="0">
                <a:pos x="connsiteX2046" y="connsiteY2046"/>
              </a:cxn>
              <a:cxn ang="0">
                <a:pos x="connsiteX2047" y="connsiteY2047"/>
              </a:cxn>
              <a:cxn ang="0">
                <a:pos x="connsiteX2048" y="connsiteY2048"/>
              </a:cxn>
              <a:cxn ang="0">
                <a:pos x="connsiteX2049" y="connsiteY2049"/>
              </a:cxn>
              <a:cxn ang="0">
                <a:pos x="connsiteX2050" y="connsiteY2050"/>
              </a:cxn>
              <a:cxn ang="0">
                <a:pos x="connsiteX2051" y="connsiteY2051"/>
              </a:cxn>
              <a:cxn ang="0">
                <a:pos x="connsiteX2052" y="connsiteY2052"/>
              </a:cxn>
              <a:cxn ang="0">
                <a:pos x="connsiteX2053" y="connsiteY2053"/>
              </a:cxn>
              <a:cxn ang="0">
                <a:pos x="connsiteX2054" y="connsiteY2054"/>
              </a:cxn>
              <a:cxn ang="0">
                <a:pos x="connsiteX2055" y="connsiteY2055"/>
              </a:cxn>
              <a:cxn ang="0">
                <a:pos x="connsiteX2056" y="connsiteY2056"/>
              </a:cxn>
              <a:cxn ang="0">
                <a:pos x="connsiteX2057" y="connsiteY2057"/>
              </a:cxn>
              <a:cxn ang="0">
                <a:pos x="connsiteX2058" y="connsiteY2058"/>
              </a:cxn>
              <a:cxn ang="0">
                <a:pos x="connsiteX2059" y="connsiteY2059"/>
              </a:cxn>
              <a:cxn ang="0">
                <a:pos x="connsiteX2060" y="connsiteY2060"/>
              </a:cxn>
              <a:cxn ang="0">
                <a:pos x="connsiteX2061" y="connsiteY2061"/>
              </a:cxn>
              <a:cxn ang="0">
                <a:pos x="connsiteX2062" y="connsiteY2062"/>
              </a:cxn>
              <a:cxn ang="0">
                <a:pos x="connsiteX2063" y="connsiteY2063"/>
              </a:cxn>
              <a:cxn ang="0">
                <a:pos x="connsiteX2064" y="connsiteY2064"/>
              </a:cxn>
              <a:cxn ang="0">
                <a:pos x="connsiteX2065" y="connsiteY2065"/>
              </a:cxn>
              <a:cxn ang="0">
                <a:pos x="connsiteX2066" y="connsiteY2066"/>
              </a:cxn>
              <a:cxn ang="0">
                <a:pos x="connsiteX2067" y="connsiteY2067"/>
              </a:cxn>
              <a:cxn ang="0">
                <a:pos x="connsiteX2068" y="connsiteY2068"/>
              </a:cxn>
              <a:cxn ang="0">
                <a:pos x="connsiteX2069" y="connsiteY2069"/>
              </a:cxn>
              <a:cxn ang="0">
                <a:pos x="connsiteX2070" y="connsiteY2070"/>
              </a:cxn>
              <a:cxn ang="0">
                <a:pos x="connsiteX2071" y="connsiteY2071"/>
              </a:cxn>
              <a:cxn ang="0">
                <a:pos x="connsiteX2072" y="connsiteY2072"/>
              </a:cxn>
              <a:cxn ang="0">
                <a:pos x="connsiteX2073" y="connsiteY2073"/>
              </a:cxn>
              <a:cxn ang="0">
                <a:pos x="connsiteX2074" y="connsiteY2074"/>
              </a:cxn>
              <a:cxn ang="0">
                <a:pos x="connsiteX2075" y="connsiteY2075"/>
              </a:cxn>
              <a:cxn ang="0">
                <a:pos x="connsiteX2076" y="connsiteY2076"/>
              </a:cxn>
              <a:cxn ang="0">
                <a:pos x="connsiteX2077" y="connsiteY2077"/>
              </a:cxn>
              <a:cxn ang="0">
                <a:pos x="connsiteX2078" y="connsiteY2078"/>
              </a:cxn>
              <a:cxn ang="0">
                <a:pos x="connsiteX2079" y="connsiteY2079"/>
              </a:cxn>
              <a:cxn ang="0">
                <a:pos x="connsiteX2080" y="connsiteY2080"/>
              </a:cxn>
              <a:cxn ang="0">
                <a:pos x="connsiteX2081" y="connsiteY2081"/>
              </a:cxn>
              <a:cxn ang="0">
                <a:pos x="connsiteX2082" y="connsiteY2082"/>
              </a:cxn>
              <a:cxn ang="0">
                <a:pos x="connsiteX2083" y="connsiteY2083"/>
              </a:cxn>
              <a:cxn ang="0">
                <a:pos x="connsiteX2084" y="connsiteY2084"/>
              </a:cxn>
              <a:cxn ang="0">
                <a:pos x="connsiteX2085" y="connsiteY2085"/>
              </a:cxn>
              <a:cxn ang="0">
                <a:pos x="connsiteX2086" y="connsiteY2086"/>
              </a:cxn>
              <a:cxn ang="0">
                <a:pos x="connsiteX2087" y="connsiteY2087"/>
              </a:cxn>
              <a:cxn ang="0">
                <a:pos x="connsiteX2088" y="connsiteY2088"/>
              </a:cxn>
              <a:cxn ang="0">
                <a:pos x="connsiteX2089" y="connsiteY2089"/>
              </a:cxn>
              <a:cxn ang="0">
                <a:pos x="connsiteX2090" y="connsiteY2090"/>
              </a:cxn>
              <a:cxn ang="0">
                <a:pos x="connsiteX2091" y="connsiteY2091"/>
              </a:cxn>
              <a:cxn ang="0">
                <a:pos x="connsiteX2092" y="connsiteY2092"/>
              </a:cxn>
              <a:cxn ang="0">
                <a:pos x="connsiteX2093" y="connsiteY2093"/>
              </a:cxn>
              <a:cxn ang="0">
                <a:pos x="connsiteX2094" y="connsiteY2094"/>
              </a:cxn>
              <a:cxn ang="0">
                <a:pos x="connsiteX2095" y="connsiteY2095"/>
              </a:cxn>
              <a:cxn ang="0">
                <a:pos x="connsiteX2096" y="connsiteY2096"/>
              </a:cxn>
              <a:cxn ang="0">
                <a:pos x="connsiteX2097" y="connsiteY2097"/>
              </a:cxn>
              <a:cxn ang="0">
                <a:pos x="connsiteX2098" y="connsiteY2098"/>
              </a:cxn>
              <a:cxn ang="0">
                <a:pos x="connsiteX2099" y="connsiteY2099"/>
              </a:cxn>
              <a:cxn ang="0">
                <a:pos x="connsiteX2100" y="connsiteY2100"/>
              </a:cxn>
              <a:cxn ang="0">
                <a:pos x="connsiteX2101" y="connsiteY2101"/>
              </a:cxn>
              <a:cxn ang="0">
                <a:pos x="connsiteX2102" y="connsiteY2102"/>
              </a:cxn>
              <a:cxn ang="0">
                <a:pos x="connsiteX2103" y="connsiteY2103"/>
              </a:cxn>
              <a:cxn ang="0">
                <a:pos x="connsiteX2104" y="connsiteY2104"/>
              </a:cxn>
              <a:cxn ang="0">
                <a:pos x="connsiteX2105" y="connsiteY2105"/>
              </a:cxn>
              <a:cxn ang="0">
                <a:pos x="connsiteX2106" y="connsiteY2106"/>
              </a:cxn>
              <a:cxn ang="0">
                <a:pos x="connsiteX2107" y="connsiteY2107"/>
              </a:cxn>
              <a:cxn ang="0">
                <a:pos x="connsiteX2108" y="connsiteY2108"/>
              </a:cxn>
              <a:cxn ang="0">
                <a:pos x="connsiteX2109" y="connsiteY2109"/>
              </a:cxn>
              <a:cxn ang="0">
                <a:pos x="connsiteX2110" y="connsiteY2110"/>
              </a:cxn>
              <a:cxn ang="0">
                <a:pos x="connsiteX2111" y="connsiteY2111"/>
              </a:cxn>
              <a:cxn ang="0">
                <a:pos x="connsiteX2112" y="connsiteY2112"/>
              </a:cxn>
              <a:cxn ang="0">
                <a:pos x="connsiteX2113" y="connsiteY2113"/>
              </a:cxn>
              <a:cxn ang="0">
                <a:pos x="connsiteX2114" y="connsiteY2114"/>
              </a:cxn>
              <a:cxn ang="0">
                <a:pos x="connsiteX2115" y="connsiteY2115"/>
              </a:cxn>
              <a:cxn ang="0">
                <a:pos x="connsiteX2116" y="connsiteY2116"/>
              </a:cxn>
              <a:cxn ang="0">
                <a:pos x="connsiteX2117" y="connsiteY2117"/>
              </a:cxn>
              <a:cxn ang="0">
                <a:pos x="connsiteX2118" y="connsiteY2118"/>
              </a:cxn>
              <a:cxn ang="0">
                <a:pos x="connsiteX2119" y="connsiteY2119"/>
              </a:cxn>
              <a:cxn ang="0">
                <a:pos x="connsiteX2120" y="connsiteY2120"/>
              </a:cxn>
              <a:cxn ang="0">
                <a:pos x="connsiteX2121" y="connsiteY2121"/>
              </a:cxn>
              <a:cxn ang="0">
                <a:pos x="connsiteX2122" y="connsiteY2122"/>
              </a:cxn>
              <a:cxn ang="0">
                <a:pos x="connsiteX2123" y="connsiteY2123"/>
              </a:cxn>
              <a:cxn ang="0">
                <a:pos x="connsiteX2124" y="connsiteY2124"/>
              </a:cxn>
              <a:cxn ang="0">
                <a:pos x="connsiteX2125" y="connsiteY2125"/>
              </a:cxn>
              <a:cxn ang="0">
                <a:pos x="connsiteX2126" y="connsiteY2126"/>
              </a:cxn>
              <a:cxn ang="0">
                <a:pos x="connsiteX2127" y="connsiteY2127"/>
              </a:cxn>
              <a:cxn ang="0">
                <a:pos x="connsiteX2128" y="connsiteY2128"/>
              </a:cxn>
              <a:cxn ang="0">
                <a:pos x="connsiteX2129" y="connsiteY2129"/>
              </a:cxn>
              <a:cxn ang="0">
                <a:pos x="connsiteX2130" y="connsiteY2130"/>
              </a:cxn>
              <a:cxn ang="0">
                <a:pos x="connsiteX2131" y="connsiteY2131"/>
              </a:cxn>
              <a:cxn ang="0">
                <a:pos x="connsiteX2132" y="connsiteY2132"/>
              </a:cxn>
              <a:cxn ang="0">
                <a:pos x="connsiteX2133" y="connsiteY2133"/>
              </a:cxn>
              <a:cxn ang="0">
                <a:pos x="connsiteX2134" y="connsiteY2134"/>
              </a:cxn>
              <a:cxn ang="0">
                <a:pos x="connsiteX2135" y="connsiteY2135"/>
              </a:cxn>
              <a:cxn ang="0">
                <a:pos x="connsiteX2136" y="connsiteY2136"/>
              </a:cxn>
              <a:cxn ang="0">
                <a:pos x="connsiteX2137" y="connsiteY2137"/>
              </a:cxn>
              <a:cxn ang="0">
                <a:pos x="connsiteX2138" y="connsiteY2138"/>
              </a:cxn>
              <a:cxn ang="0">
                <a:pos x="connsiteX2139" y="connsiteY2139"/>
              </a:cxn>
              <a:cxn ang="0">
                <a:pos x="connsiteX2140" y="connsiteY2140"/>
              </a:cxn>
              <a:cxn ang="0">
                <a:pos x="connsiteX2141" y="connsiteY2141"/>
              </a:cxn>
              <a:cxn ang="0">
                <a:pos x="connsiteX2142" y="connsiteY2142"/>
              </a:cxn>
              <a:cxn ang="0">
                <a:pos x="connsiteX2143" y="connsiteY2143"/>
              </a:cxn>
              <a:cxn ang="0">
                <a:pos x="connsiteX2144" y="connsiteY2144"/>
              </a:cxn>
              <a:cxn ang="0">
                <a:pos x="connsiteX2145" y="connsiteY2145"/>
              </a:cxn>
              <a:cxn ang="0">
                <a:pos x="connsiteX2146" y="connsiteY2146"/>
              </a:cxn>
              <a:cxn ang="0">
                <a:pos x="connsiteX2147" y="connsiteY2147"/>
              </a:cxn>
              <a:cxn ang="0">
                <a:pos x="connsiteX2148" y="connsiteY2148"/>
              </a:cxn>
              <a:cxn ang="0">
                <a:pos x="connsiteX2149" y="connsiteY2149"/>
              </a:cxn>
              <a:cxn ang="0">
                <a:pos x="connsiteX2150" y="connsiteY2150"/>
              </a:cxn>
              <a:cxn ang="0">
                <a:pos x="connsiteX2151" y="connsiteY2151"/>
              </a:cxn>
              <a:cxn ang="0">
                <a:pos x="connsiteX2152" y="connsiteY2152"/>
              </a:cxn>
              <a:cxn ang="0">
                <a:pos x="connsiteX2153" y="connsiteY2153"/>
              </a:cxn>
              <a:cxn ang="0">
                <a:pos x="connsiteX2154" y="connsiteY2154"/>
              </a:cxn>
              <a:cxn ang="0">
                <a:pos x="connsiteX2155" y="connsiteY2155"/>
              </a:cxn>
              <a:cxn ang="0">
                <a:pos x="connsiteX2156" y="connsiteY2156"/>
              </a:cxn>
              <a:cxn ang="0">
                <a:pos x="connsiteX2157" y="connsiteY2157"/>
              </a:cxn>
              <a:cxn ang="0">
                <a:pos x="connsiteX2158" y="connsiteY2158"/>
              </a:cxn>
              <a:cxn ang="0">
                <a:pos x="connsiteX2159" y="connsiteY2159"/>
              </a:cxn>
              <a:cxn ang="0">
                <a:pos x="connsiteX2160" y="connsiteY2160"/>
              </a:cxn>
              <a:cxn ang="0">
                <a:pos x="connsiteX2161" y="connsiteY2161"/>
              </a:cxn>
              <a:cxn ang="0">
                <a:pos x="connsiteX2162" y="connsiteY2162"/>
              </a:cxn>
              <a:cxn ang="0">
                <a:pos x="connsiteX2163" y="connsiteY2163"/>
              </a:cxn>
              <a:cxn ang="0">
                <a:pos x="connsiteX2164" y="connsiteY2164"/>
              </a:cxn>
              <a:cxn ang="0">
                <a:pos x="connsiteX2165" y="connsiteY2165"/>
              </a:cxn>
              <a:cxn ang="0">
                <a:pos x="connsiteX2166" y="connsiteY2166"/>
              </a:cxn>
              <a:cxn ang="0">
                <a:pos x="connsiteX2167" y="connsiteY2167"/>
              </a:cxn>
              <a:cxn ang="0">
                <a:pos x="connsiteX2168" y="connsiteY2168"/>
              </a:cxn>
              <a:cxn ang="0">
                <a:pos x="connsiteX2169" y="connsiteY2169"/>
              </a:cxn>
              <a:cxn ang="0">
                <a:pos x="connsiteX2170" y="connsiteY2170"/>
              </a:cxn>
              <a:cxn ang="0">
                <a:pos x="connsiteX2171" y="connsiteY2171"/>
              </a:cxn>
              <a:cxn ang="0">
                <a:pos x="connsiteX2172" y="connsiteY2172"/>
              </a:cxn>
              <a:cxn ang="0">
                <a:pos x="connsiteX2173" y="connsiteY2173"/>
              </a:cxn>
              <a:cxn ang="0">
                <a:pos x="connsiteX2174" y="connsiteY2174"/>
              </a:cxn>
              <a:cxn ang="0">
                <a:pos x="connsiteX2175" y="connsiteY2175"/>
              </a:cxn>
              <a:cxn ang="0">
                <a:pos x="connsiteX2176" y="connsiteY2176"/>
              </a:cxn>
              <a:cxn ang="0">
                <a:pos x="connsiteX2177" y="connsiteY2177"/>
              </a:cxn>
              <a:cxn ang="0">
                <a:pos x="connsiteX2178" y="connsiteY2178"/>
              </a:cxn>
              <a:cxn ang="0">
                <a:pos x="connsiteX2179" y="connsiteY2179"/>
              </a:cxn>
              <a:cxn ang="0">
                <a:pos x="connsiteX2180" y="connsiteY2180"/>
              </a:cxn>
              <a:cxn ang="0">
                <a:pos x="connsiteX2181" y="connsiteY2181"/>
              </a:cxn>
              <a:cxn ang="0">
                <a:pos x="connsiteX2182" y="connsiteY2182"/>
              </a:cxn>
              <a:cxn ang="0">
                <a:pos x="connsiteX2183" y="connsiteY2183"/>
              </a:cxn>
              <a:cxn ang="0">
                <a:pos x="connsiteX2184" y="connsiteY2184"/>
              </a:cxn>
              <a:cxn ang="0">
                <a:pos x="connsiteX2185" y="connsiteY2185"/>
              </a:cxn>
              <a:cxn ang="0">
                <a:pos x="connsiteX2186" y="connsiteY2186"/>
              </a:cxn>
              <a:cxn ang="0">
                <a:pos x="connsiteX2187" y="connsiteY2187"/>
              </a:cxn>
              <a:cxn ang="0">
                <a:pos x="connsiteX2188" y="connsiteY2188"/>
              </a:cxn>
              <a:cxn ang="0">
                <a:pos x="connsiteX2189" y="connsiteY2189"/>
              </a:cxn>
              <a:cxn ang="0">
                <a:pos x="connsiteX2190" y="connsiteY2190"/>
              </a:cxn>
              <a:cxn ang="0">
                <a:pos x="connsiteX2191" y="connsiteY2191"/>
              </a:cxn>
              <a:cxn ang="0">
                <a:pos x="connsiteX2192" y="connsiteY2192"/>
              </a:cxn>
              <a:cxn ang="0">
                <a:pos x="connsiteX2193" y="connsiteY2193"/>
              </a:cxn>
              <a:cxn ang="0">
                <a:pos x="connsiteX2194" y="connsiteY2194"/>
              </a:cxn>
              <a:cxn ang="0">
                <a:pos x="connsiteX2195" y="connsiteY2195"/>
              </a:cxn>
              <a:cxn ang="0">
                <a:pos x="connsiteX2196" y="connsiteY2196"/>
              </a:cxn>
              <a:cxn ang="0">
                <a:pos x="connsiteX2197" y="connsiteY2197"/>
              </a:cxn>
              <a:cxn ang="0">
                <a:pos x="connsiteX2198" y="connsiteY2198"/>
              </a:cxn>
              <a:cxn ang="0">
                <a:pos x="connsiteX2199" y="connsiteY2199"/>
              </a:cxn>
              <a:cxn ang="0">
                <a:pos x="connsiteX2200" y="connsiteY2200"/>
              </a:cxn>
              <a:cxn ang="0">
                <a:pos x="connsiteX2201" y="connsiteY2201"/>
              </a:cxn>
              <a:cxn ang="0">
                <a:pos x="connsiteX2202" y="connsiteY2202"/>
              </a:cxn>
              <a:cxn ang="0">
                <a:pos x="connsiteX2203" y="connsiteY2203"/>
              </a:cxn>
              <a:cxn ang="0">
                <a:pos x="connsiteX2204" y="connsiteY2204"/>
              </a:cxn>
              <a:cxn ang="0">
                <a:pos x="connsiteX2205" y="connsiteY2205"/>
              </a:cxn>
              <a:cxn ang="0">
                <a:pos x="connsiteX2206" y="connsiteY2206"/>
              </a:cxn>
              <a:cxn ang="0">
                <a:pos x="connsiteX2207" y="connsiteY2207"/>
              </a:cxn>
              <a:cxn ang="0">
                <a:pos x="connsiteX2208" y="connsiteY2208"/>
              </a:cxn>
              <a:cxn ang="0">
                <a:pos x="connsiteX2209" y="connsiteY2209"/>
              </a:cxn>
              <a:cxn ang="0">
                <a:pos x="connsiteX2210" y="connsiteY2210"/>
              </a:cxn>
              <a:cxn ang="0">
                <a:pos x="connsiteX2211" y="connsiteY2211"/>
              </a:cxn>
              <a:cxn ang="0">
                <a:pos x="connsiteX2212" y="connsiteY2212"/>
              </a:cxn>
              <a:cxn ang="0">
                <a:pos x="connsiteX2213" y="connsiteY2213"/>
              </a:cxn>
              <a:cxn ang="0">
                <a:pos x="connsiteX2214" y="connsiteY2214"/>
              </a:cxn>
              <a:cxn ang="0">
                <a:pos x="connsiteX2215" y="connsiteY2215"/>
              </a:cxn>
              <a:cxn ang="0">
                <a:pos x="connsiteX2216" y="connsiteY2216"/>
              </a:cxn>
              <a:cxn ang="0">
                <a:pos x="connsiteX2217" y="connsiteY2217"/>
              </a:cxn>
              <a:cxn ang="0">
                <a:pos x="connsiteX2218" y="connsiteY2218"/>
              </a:cxn>
              <a:cxn ang="0">
                <a:pos x="connsiteX2219" y="connsiteY2219"/>
              </a:cxn>
              <a:cxn ang="0">
                <a:pos x="connsiteX2220" y="connsiteY2220"/>
              </a:cxn>
              <a:cxn ang="0">
                <a:pos x="connsiteX2221" y="connsiteY2221"/>
              </a:cxn>
              <a:cxn ang="0">
                <a:pos x="connsiteX2222" y="connsiteY2222"/>
              </a:cxn>
              <a:cxn ang="0">
                <a:pos x="connsiteX2223" y="connsiteY2223"/>
              </a:cxn>
              <a:cxn ang="0">
                <a:pos x="connsiteX2224" y="connsiteY2224"/>
              </a:cxn>
              <a:cxn ang="0">
                <a:pos x="connsiteX2225" y="connsiteY2225"/>
              </a:cxn>
              <a:cxn ang="0">
                <a:pos x="connsiteX2226" y="connsiteY2226"/>
              </a:cxn>
              <a:cxn ang="0">
                <a:pos x="connsiteX2227" y="connsiteY2227"/>
              </a:cxn>
              <a:cxn ang="0">
                <a:pos x="connsiteX2228" y="connsiteY2228"/>
              </a:cxn>
              <a:cxn ang="0">
                <a:pos x="connsiteX2229" y="connsiteY2229"/>
              </a:cxn>
              <a:cxn ang="0">
                <a:pos x="connsiteX2230" y="connsiteY2230"/>
              </a:cxn>
              <a:cxn ang="0">
                <a:pos x="connsiteX2231" y="connsiteY2231"/>
              </a:cxn>
              <a:cxn ang="0">
                <a:pos x="connsiteX2232" y="connsiteY2232"/>
              </a:cxn>
              <a:cxn ang="0">
                <a:pos x="connsiteX2233" y="connsiteY2233"/>
              </a:cxn>
              <a:cxn ang="0">
                <a:pos x="connsiteX2234" y="connsiteY2234"/>
              </a:cxn>
              <a:cxn ang="0">
                <a:pos x="connsiteX2235" y="connsiteY2235"/>
              </a:cxn>
              <a:cxn ang="0">
                <a:pos x="connsiteX2236" y="connsiteY2236"/>
              </a:cxn>
              <a:cxn ang="0">
                <a:pos x="connsiteX2237" y="connsiteY2237"/>
              </a:cxn>
              <a:cxn ang="0">
                <a:pos x="connsiteX2238" y="connsiteY2238"/>
              </a:cxn>
              <a:cxn ang="0">
                <a:pos x="connsiteX2239" y="connsiteY2239"/>
              </a:cxn>
              <a:cxn ang="0">
                <a:pos x="connsiteX2240" y="connsiteY2240"/>
              </a:cxn>
              <a:cxn ang="0">
                <a:pos x="connsiteX2241" y="connsiteY2241"/>
              </a:cxn>
              <a:cxn ang="0">
                <a:pos x="connsiteX2242" y="connsiteY2242"/>
              </a:cxn>
              <a:cxn ang="0">
                <a:pos x="connsiteX2243" y="connsiteY2243"/>
              </a:cxn>
              <a:cxn ang="0">
                <a:pos x="connsiteX2244" y="connsiteY2244"/>
              </a:cxn>
              <a:cxn ang="0">
                <a:pos x="connsiteX2245" y="connsiteY2245"/>
              </a:cxn>
              <a:cxn ang="0">
                <a:pos x="connsiteX2246" y="connsiteY2246"/>
              </a:cxn>
              <a:cxn ang="0">
                <a:pos x="connsiteX2247" y="connsiteY2247"/>
              </a:cxn>
              <a:cxn ang="0">
                <a:pos x="connsiteX2248" y="connsiteY2248"/>
              </a:cxn>
              <a:cxn ang="0">
                <a:pos x="connsiteX2249" y="connsiteY2249"/>
              </a:cxn>
              <a:cxn ang="0">
                <a:pos x="connsiteX2250" y="connsiteY2250"/>
              </a:cxn>
              <a:cxn ang="0">
                <a:pos x="connsiteX2251" y="connsiteY2251"/>
              </a:cxn>
              <a:cxn ang="0">
                <a:pos x="connsiteX2252" y="connsiteY2252"/>
              </a:cxn>
              <a:cxn ang="0">
                <a:pos x="connsiteX2253" y="connsiteY2253"/>
              </a:cxn>
              <a:cxn ang="0">
                <a:pos x="connsiteX2254" y="connsiteY2254"/>
              </a:cxn>
              <a:cxn ang="0">
                <a:pos x="connsiteX2255" y="connsiteY2255"/>
              </a:cxn>
              <a:cxn ang="0">
                <a:pos x="connsiteX2256" y="connsiteY2256"/>
              </a:cxn>
              <a:cxn ang="0">
                <a:pos x="connsiteX2257" y="connsiteY2257"/>
              </a:cxn>
              <a:cxn ang="0">
                <a:pos x="connsiteX2258" y="connsiteY2258"/>
              </a:cxn>
              <a:cxn ang="0">
                <a:pos x="connsiteX2259" y="connsiteY2259"/>
              </a:cxn>
              <a:cxn ang="0">
                <a:pos x="connsiteX2260" y="connsiteY2260"/>
              </a:cxn>
              <a:cxn ang="0">
                <a:pos x="connsiteX2261" y="connsiteY2261"/>
              </a:cxn>
              <a:cxn ang="0">
                <a:pos x="connsiteX2262" y="connsiteY2262"/>
              </a:cxn>
              <a:cxn ang="0">
                <a:pos x="connsiteX2263" y="connsiteY2263"/>
              </a:cxn>
              <a:cxn ang="0">
                <a:pos x="connsiteX2264" y="connsiteY2264"/>
              </a:cxn>
              <a:cxn ang="0">
                <a:pos x="connsiteX2265" y="connsiteY2265"/>
              </a:cxn>
              <a:cxn ang="0">
                <a:pos x="connsiteX2266" y="connsiteY2266"/>
              </a:cxn>
              <a:cxn ang="0">
                <a:pos x="connsiteX2267" y="connsiteY2267"/>
              </a:cxn>
              <a:cxn ang="0">
                <a:pos x="connsiteX2268" y="connsiteY2268"/>
              </a:cxn>
              <a:cxn ang="0">
                <a:pos x="connsiteX2269" y="connsiteY2269"/>
              </a:cxn>
              <a:cxn ang="0">
                <a:pos x="connsiteX2270" y="connsiteY2270"/>
              </a:cxn>
              <a:cxn ang="0">
                <a:pos x="connsiteX2271" y="connsiteY2271"/>
              </a:cxn>
              <a:cxn ang="0">
                <a:pos x="connsiteX2272" y="connsiteY2272"/>
              </a:cxn>
              <a:cxn ang="0">
                <a:pos x="connsiteX2273" y="connsiteY2273"/>
              </a:cxn>
              <a:cxn ang="0">
                <a:pos x="connsiteX2274" y="connsiteY2274"/>
              </a:cxn>
              <a:cxn ang="0">
                <a:pos x="connsiteX2275" y="connsiteY2275"/>
              </a:cxn>
              <a:cxn ang="0">
                <a:pos x="connsiteX2276" y="connsiteY2276"/>
              </a:cxn>
              <a:cxn ang="0">
                <a:pos x="connsiteX2277" y="connsiteY2277"/>
              </a:cxn>
              <a:cxn ang="0">
                <a:pos x="connsiteX2278" y="connsiteY2278"/>
              </a:cxn>
              <a:cxn ang="0">
                <a:pos x="connsiteX2279" y="connsiteY2279"/>
              </a:cxn>
              <a:cxn ang="0">
                <a:pos x="connsiteX2280" y="connsiteY2280"/>
              </a:cxn>
              <a:cxn ang="0">
                <a:pos x="connsiteX2281" y="connsiteY2281"/>
              </a:cxn>
              <a:cxn ang="0">
                <a:pos x="connsiteX2282" y="connsiteY2282"/>
              </a:cxn>
              <a:cxn ang="0">
                <a:pos x="connsiteX2283" y="connsiteY2283"/>
              </a:cxn>
              <a:cxn ang="0">
                <a:pos x="connsiteX2284" y="connsiteY2284"/>
              </a:cxn>
              <a:cxn ang="0">
                <a:pos x="connsiteX2285" y="connsiteY2285"/>
              </a:cxn>
              <a:cxn ang="0">
                <a:pos x="connsiteX2286" y="connsiteY2286"/>
              </a:cxn>
              <a:cxn ang="0">
                <a:pos x="connsiteX2287" y="connsiteY2287"/>
              </a:cxn>
              <a:cxn ang="0">
                <a:pos x="connsiteX2288" y="connsiteY2288"/>
              </a:cxn>
              <a:cxn ang="0">
                <a:pos x="connsiteX2289" y="connsiteY2289"/>
              </a:cxn>
              <a:cxn ang="0">
                <a:pos x="connsiteX2290" y="connsiteY2290"/>
              </a:cxn>
              <a:cxn ang="0">
                <a:pos x="connsiteX2291" y="connsiteY2291"/>
              </a:cxn>
              <a:cxn ang="0">
                <a:pos x="connsiteX2292" y="connsiteY2292"/>
              </a:cxn>
              <a:cxn ang="0">
                <a:pos x="connsiteX2293" y="connsiteY2293"/>
              </a:cxn>
              <a:cxn ang="0">
                <a:pos x="connsiteX2294" y="connsiteY2294"/>
              </a:cxn>
              <a:cxn ang="0">
                <a:pos x="connsiteX2295" y="connsiteY2295"/>
              </a:cxn>
              <a:cxn ang="0">
                <a:pos x="connsiteX2296" y="connsiteY2296"/>
              </a:cxn>
              <a:cxn ang="0">
                <a:pos x="connsiteX2297" y="connsiteY2297"/>
              </a:cxn>
              <a:cxn ang="0">
                <a:pos x="connsiteX2298" y="connsiteY2298"/>
              </a:cxn>
              <a:cxn ang="0">
                <a:pos x="connsiteX2299" y="connsiteY2299"/>
              </a:cxn>
              <a:cxn ang="0">
                <a:pos x="connsiteX2300" y="connsiteY2300"/>
              </a:cxn>
              <a:cxn ang="0">
                <a:pos x="connsiteX2301" y="connsiteY2301"/>
              </a:cxn>
              <a:cxn ang="0">
                <a:pos x="connsiteX2302" y="connsiteY2302"/>
              </a:cxn>
              <a:cxn ang="0">
                <a:pos x="connsiteX2303" y="connsiteY2303"/>
              </a:cxn>
              <a:cxn ang="0">
                <a:pos x="connsiteX2304" y="connsiteY2304"/>
              </a:cxn>
              <a:cxn ang="0">
                <a:pos x="connsiteX2305" y="connsiteY2305"/>
              </a:cxn>
              <a:cxn ang="0">
                <a:pos x="connsiteX2306" y="connsiteY2306"/>
              </a:cxn>
              <a:cxn ang="0">
                <a:pos x="connsiteX2307" y="connsiteY2307"/>
              </a:cxn>
              <a:cxn ang="0">
                <a:pos x="connsiteX2308" y="connsiteY2308"/>
              </a:cxn>
              <a:cxn ang="0">
                <a:pos x="connsiteX2309" y="connsiteY2309"/>
              </a:cxn>
              <a:cxn ang="0">
                <a:pos x="connsiteX2310" y="connsiteY2310"/>
              </a:cxn>
              <a:cxn ang="0">
                <a:pos x="connsiteX2311" y="connsiteY2311"/>
              </a:cxn>
              <a:cxn ang="0">
                <a:pos x="connsiteX2312" y="connsiteY2312"/>
              </a:cxn>
              <a:cxn ang="0">
                <a:pos x="connsiteX2313" y="connsiteY2313"/>
              </a:cxn>
              <a:cxn ang="0">
                <a:pos x="connsiteX2314" y="connsiteY2314"/>
              </a:cxn>
              <a:cxn ang="0">
                <a:pos x="connsiteX2315" y="connsiteY2315"/>
              </a:cxn>
              <a:cxn ang="0">
                <a:pos x="connsiteX2316" y="connsiteY2316"/>
              </a:cxn>
              <a:cxn ang="0">
                <a:pos x="connsiteX2317" y="connsiteY2317"/>
              </a:cxn>
              <a:cxn ang="0">
                <a:pos x="connsiteX2318" y="connsiteY2318"/>
              </a:cxn>
              <a:cxn ang="0">
                <a:pos x="connsiteX2319" y="connsiteY2319"/>
              </a:cxn>
              <a:cxn ang="0">
                <a:pos x="connsiteX2320" y="connsiteY2320"/>
              </a:cxn>
              <a:cxn ang="0">
                <a:pos x="connsiteX2321" y="connsiteY2321"/>
              </a:cxn>
              <a:cxn ang="0">
                <a:pos x="connsiteX2322" y="connsiteY2322"/>
              </a:cxn>
              <a:cxn ang="0">
                <a:pos x="connsiteX2323" y="connsiteY2323"/>
              </a:cxn>
              <a:cxn ang="0">
                <a:pos x="connsiteX2324" y="connsiteY2324"/>
              </a:cxn>
              <a:cxn ang="0">
                <a:pos x="connsiteX2325" y="connsiteY2325"/>
              </a:cxn>
              <a:cxn ang="0">
                <a:pos x="connsiteX2326" y="connsiteY2326"/>
              </a:cxn>
              <a:cxn ang="0">
                <a:pos x="connsiteX2327" y="connsiteY2327"/>
              </a:cxn>
              <a:cxn ang="0">
                <a:pos x="connsiteX2328" y="connsiteY2328"/>
              </a:cxn>
              <a:cxn ang="0">
                <a:pos x="connsiteX2329" y="connsiteY2329"/>
              </a:cxn>
              <a:cxn ang="0">
                <a:pos x="connsiteX2330" y="connsiteY2330"/>
              </a:cxn>
              <a:cxn ang="0">
                <a:pos x="connsiteX2331" y="connsiteY2331"/>
              </a:cxn>
              <a:cxn ang="0">
                <a:pos x="connsiteX2332" y="connsiteY2332"/>
              </a:cxn>
              <a:cxn ang="0">
                <a:pos x="connsiteX2333" y="connsiteY2333"/>
              </a:cxn>
              <a:cxn ang="0">
                <a:pos x="connsiteX2334" y="connsiteY2334"/>
              </a:cxn>
              <a:cxn ang="0">
                <a:pos x="connsiteX2335" y="connsiteY2335"/>
              </a:cxn>
              <a:cxn ang="0">
                <a:pos x="connsiteX2336" y="connsiteY2336"/>
              </a:cxn>
              <a:cxn ang="0">
                <a:pos x="connsiteX2337" y="connsiteY2337"/>
              </a:cxn>
              <a:cxn ang="0">
                <a:pos x="connsiteX2338" y="connsiteY2338"/>
              </a:cxn>
              <a:cxn ang="0">
                <a:pos x="connsiteX2339" y="connsiteY2339"/>
              </a:cxn>
              <a:cxn ang="0">
                <a:pos x="connsiteX2340" y="connsiteY2340"/>
              </a:cxn>
              <a:cxn ang="0">
                <a:pos x="connsiteX2341" y="connsiteY2341"/>
              </a:cxn>
              <a:cxn ang="0">
                <a:pos x="connsiteX2342" y="connsiteY2342"/>
              </a:cxn>
              <a:cxn ang="0">
                <a:pos x="connsiteX2343" y="connsiteY2343"/>
              </a:cxn>
              <a:cxn ang="0">
                <a:pos x="connsiteX2344" y="connsiteY2344"/>
              </a:cxn>
              <a:cxn ang="0">
                <a:pos x="connsiteX2345" y="connsiteY2345"/>
              </a:cxn>
              <a:cxn ang="0">
                <a:pos x="connsiteX2346" y="connsiteY2346"/>
              </a:cxn>
              <a:cxn ang="0">
                <a:pos x="connsiteX2347" y="connsiteY2347"/>
              </a:cxn>
              <a:cxn ang="0">
                <a:pos x="connsiteX2348" y="connsiteY2348"/>
              </a:cxn>
              <a:cxn ang="0">
                <a:pos x="connsiteX2349" y="connsiteY2349"/>
              </a:cxn>
              <a:cxn ang="0">
                <a:pos x="connsiteX2350" y="connsiteY2350"/>
              </a:cxn>
              <a:cxn ang="0">
                <a:pos x="connsiteX2351" y="connsiteY2351"/>
              </a:cxn>
              <a:cxn ang="0">
                <a:pos x="connsiteX2352" y="connsiteY2352"/>
              </a:cxn>
              <a:cxn ang="0">
                <a:pos x="connsiteX2353" y="connsiteY2353"/>
              </a:cxn>
              <a:cxn ang="0">
                <a:pos x="connsiteX2354" y="connsiteY2354"/>
              </a:cxn>
              <a:cxn ang="0">
                <a:pos x="connsiteX2355" y="connsiteY2355"/>
              </a:cxn>
              <a:cxn ang="0">
                <a:pos x="connsiteX2356" y="connsiteY2356"/>
              </a:cxn>
              <a:cxn ang="0">
                <a:pos x="connsiteX2357" y="connsiteY2357"/>
              </a:cxn>
              <a:cxn ang="0">
                <a:pos x="connsiteX2358" y="connsiteY2358"/>
              </a:cxn>
              <a:cxn ang="0">
                <a:pos x="connsiteX2359" y="connsiteY2359"/>
              </a:cxn>
              <a:cxn ang="0">
                <a:pos x="connsiteX2360" y="connsiteY2360"/>
              </a:cxn>
              <a:cxn ang="0">
                <a:pos x="connsiteX2361" y="connsiteY2361"/>
              </a:cxn>
              <a:cxn ang="0">
                <a:pos x="connsiteX2362" y="connsiteY2362"/>
              </a:cxn>
              <a:cxn ang="0">
                <a:pos x="connsiteX2363" y="connsiteY2363"/>
              </a:cxn>
              <a:cxn ang="0">
                <a:pos x="connsiteX2364" y="connsiteY2364"/>
              </a:cxn>
              <a:cxn ang="0">
                <a:pos x="connsiteX2365" y="connsiteY2365"/>
              </a:cxn>
              <a:cxn ang="0">
                <a:pos x="connsiteX2366" y="connsiteY2366"/>
              </a:cxn>
              <a:cxn ang="0">
                <a:pos x="connsiteX2367" y="connsiteY2367"/>
              </a:cxn>
              <a:cxn ang="0">
                <a:pos x="connsiteX2368" y="connsiteY2368"/>
              </a:cxn>
              <a:cxn ang="0">
                <a:pos x="connsiteX2369" y="connsiteY2369"/>
              </a:cxn>
              <a:cxn ang="0">
                <a:pos x="connsiteX2370" y="connsiteY2370"/>
              </a:cxn>
              <a:cxn ang="0">
                <a:pos x="connsiteX2371" y="connsiteY2371"/>
              </a:cxn>
              <a:cxn ang="0">
                <a:pos x="connsiteX2372" y="connsiteY2372"/>
              </a:cxn>
              <a:cxn ang="0">
                <a:pos x="connsiteX2373" y="connsiteY2373"/>
              </a:cxn>
              <a:cxn ang="0">
                <a:pos x="connsiteX2374" y="connsiteY2374"/>
              </a:cxn>
              <a:cxn ang="0">
                <a:pos x="connsiteX2375" y="connsiteY2375"/>
              </a:cxn>
              <a:cxn ang="0">
                <a:pos x="connsiteX2376" y="connsiteY2376"/>
              </a:cxn>
              <a:cxn ang="0">
                <a:pos x="connsiteX2377" y="connsiteY2377"/>
              </a:cxn>
              <a:cxn ang="0">
                <a:pos x="connsiteX2378" y="connsiteY2378"/>
              </a:cxn>
              <a:cxn ang="0">
                <a:pos x="connsiteX2379" y="connsiteY2379"/>
              </a:cxn>
              <a:cxn ang="0">
                <a:pos x="connsiteX2380" y="connsiteY2380"/>
              </a:cxn>
              <a:cxn ang="0">
                <a:pos x="connsiteX2381" y="connsiteY2381"/>
              </a:cxn>
              <a:cxn ang="0">
                <a:pos x="connsiteX2382" y="connsiteY2382"/>
              </a:cxn>
              <a:cxn ang="0">
                <a:pos x="connsiteX2383" y="connsiteY2383"/>
              </a:cxn>
              <a:cxn ang="0">
                <a:pos x="connsiteX2384" y="connsiteY2384"/>
              </a:cxn>
              <a:cxn ang="0">
                <a:pos x="connsiteX2385" y="connsiteY2385"/>
              </a:cxn>
              <a:cxn ang="0">
                <a:pos x="connsiteX2386" y="connsiteY2386"/>
              </a:cxn>
              <a:cxn ang="0">
                <a:pos x="connsiteX2387" y="connsiteY2387"/>
              </a:cxn>
              <a:cxn ang="0">
                <a:pos x="connsiteX2388" y="connsiteY2388"/>
              </a:cxn>
              <a:cxn ang="0">
                <a:pos x="connsiteX2389" y="connsiteY2389"/>
              </a:cxn>
              <a:cxn ang="0">
                <a:pos x="connsiteX2390" y="connsiteY2390"/>
              </a:cxn>
              <a:cxn ang="0">
                <a:pos x="connsiteX2391" y="connsiteY2391"/>
              </a:cxn>
              <a:cxn ang="0">
                <a:pos x="connsiteX2392" y="connsiteY2392"/>
              </a:cxn>
              <a:cxn ang="0">
                <a:pos x="connsiteX2393" y="connsiteY2393"/>
              </a:cxn>
              <a:cxn ang="0">
                <a:pos x="connsiteX2394" y="connsiteY2394"/>
              </a:cxn>
              <a:cxn ang="0">
                <a:pos x="connsiteX2395" y="connsiteY2395"/>
              </a:cxn>
              <a:cxn ang="0">
                <a:pos x="connsiteX2396" y="connsiteY2396"/>
              </a:cxn>
              <a:cxn ang="0">
                <a:pos x="connsiteX2397" y="connsiteY2397"/>
              </a:cxn>
              <a:cxn ang="0">
                <a:pos x="connsiteX2398" y="connsiteY2398"/>
              </a:cxn>
              <a:cxn ang="0">
                <a:pos x="connsiteX2399" y="connsiteY2399"/>
              </a:cxn>
              <a:cxn ang="0">
                <a:pos x="connsiteX2400" y="connsiteY2400"/>
              </a:cxn>
              <a:cxn ang="0">
                <a:pos x="connsiteX2401" y="connsiteY2401"/>
              </a:cxn>
              <a:cxn ang="0">
                <a:pos x="connsiteX2402" y="connsiteY2402"/>
              </a:cxn>
              <a:cxn ang="0">
                <a:pos x="connsiteX2403" y="connsiteY2403"/>
              </a:cxn>
              <a:cxn ang="0">
                <a:pos x="connsiteX2404" y="connsiteY2404"/>
              </a:cxn>
              <a:cxn ang="0">
                <a:pos x="connsiteX2405" y="connsiteY2405"/>
              </a:cxn>
              <a:cxn ang="0">
                <a:pos x="connsiteX2406" y="connsiteY2406"/>
              </a:cxn>
              <a:cxn ang="0">
                <a:pos x="connsiteX2407" y="connsiteY2407"/>
              </a:cxn>
              <a:cxn ang="0">
                <a:pos x="connsiteX2408" y="connsiteY2408"/>
              </a:cxn>
              <a:cxn ang="0">
                <a:pos x="connsiteX2409" y="connsiteY2409"/>
              </a:cxn>
              <a:cxn ang="0">
                <a:pos x="connsiteX2410" y="connsiteY2410"/>
              </a:cxn>
              <a:cxn ang="0">
                <a:pos x="connsiteX2411" y="connsiteY2411"/>
              </a:cxn>
              <a:cxn ang="0">
                <a:pos x="connsiteX2412" y="connsiteY2412"/>
              </a:cxn>
              <a:cxn ang="0">
                <a:pos x="connsiteX2413" y="connsiteY2413"/>
              </a:cxn>
              <a:cxn ang="0">
                <a:pos x="connsiteX2414" y="connsiteY2414"/>
              </a:cxn>
              <a:cxn ang="0">
                <a:pos x="connsiteX2415" y="connsiteY2415"/>
              </a:cxn>
              <a:cxn ang="0">
                <a:pos x="connsiteX2416" y="connsiteY2416"/>
              </a:cxn>
              <a:cxn ang="0">
                <a:pos x="connsiteX2417" y="connsiteY2417"/>
              </a:cxn>
              <a:cxn ang="0">
                <a:pos x="connsiteX2418" y="connsiteY2418"/>
              </a:cxn>
              <a:cxn ang="0">
                <a:pos x="connsiteX2419" y="connsiteY2419"/>
              </a:cxn>
              <a:cxn ang="0">
                <a:pos x="connsiteX2420" y="connsiteY2420"/>
              </a:cxn>
              <a:cxn ang="0">
                <a:pos x="connsiteX2421" y="connsiteY2421"/>
              </a:cxn>
              <a:cxn ang="0">
                <a:pos x="connsiteX2422" y="connsiteY2422"/>
              </a:cxn>
              <a:cxn ang="0">
                <a:pos x="connsiteX2423" y="connsiteY2423"/>
              </a:cxn>
              <a:cxn ang="0">
                <a:pos x="connsiteX2424" y="connsiteY2424"/>
              </a:cxn>
              <a:cxn ang="0">
                <a:pos x="connsiteX2425" y="connsiteY2425"/>
              </a:cxn>
              <a:cxn ang="0">
                <a:pos x="connsiteX2426" y="connsiteY2426"/>
              </a:cxn>
              <a:cxn ang="0">
                <a:pos x="connsiteX2427" y="connsiteY2427"/>
              </a:cxn>
              <a:cxn ang="0">
                <a:pos x="connsiteX2428" y="connsiteY2428"/>
              </a:cxn>
              <a:cxn ang="0">
                <a:pos x="connsiteX2429" y="connsiteY2429"/>
              </a:cxn>
              <a:cxn ang="0">
                <a:pos x="connsiteX2430" y="connsiteY2430"/>
              </a:cxn>
              <a:cxn ang="0">
                <a:pos x="connsiteX2431" y="connsiteY2431"/>
              </a:cxn>
              <a:cxn ang="0">
                <a:pos x="connsiteX2432" y="connsiteY2432"/>
              </a:cxn>
              <a:cxn ang="0">
                <a:pos x="connsiteX2433" y="connsiteY2433"/>
              </a:cxn>
              <a:cxn ang="0">
                <a:pos x="connsiteX2434" y="connsiteY2434"/>
              </a:cxn>
              <a:cxn ang="0">
                <a:pos x="connsiteX2435" y="connsiteY2435"/>
              </a:cxn>
              <a:cxn ang="0">
                <a:pos x="connsiteX2436" y="connsiteY2436"/>
              </a:cxn>
              <a:cxn ang="0">
                <a:pos x="connsiteX2437" y="connsiteY2437"/>
              </a:cxn>
              <a:cxn ang="0">
                <a:pos x="connsiteX2438" y="connsiteY2438"/>
              </a:cxn>
              <a:cxn ang="0">
                <a:pos x="connsiteX2439" y="connsiteY2439"/>
              </a:cxn>
              <a:cxn ang="0">
                <a:pos x="connsiteX2440" y="connsiteY2440"/>
              </a:cxn>
              <a:cxn ang="0">
                <a:pos x="connsiteX2441" y="connsiteY2441"/>
              </a:cxn>
              <a:cxn ang="0">
                <a:pos x="connsiteX2442" y="connsiteY2442"/>
              </a:cxn>
              <a:cxn ang="0">
                <a:pos x="connsiteX2443" y="connsiteY2443"/>
              </a:cxn>
              <a:cxn ang="0">
                <a:pos x="connsiteX2444" y="connsiteY2444"/>
              </a:cxn>
              <a:cxn ang="0">
                <a:pos x="connsiteX2445" y="connsiteY2445"/>
              </a:cxn>
              <a:cxn ang="0">
                <a:pos x="connsiteX2446" y="connsiteY2446"/>
              </a:cxn>
              <a:cxn ang="0">
                <a:pos x="connsiteX2447" y="connsiteY2447"/>
              </a:cxn>
              <a:cxn ang="0">
                <a:pos x="connsiteX2448" y="connsiteY2448"/>
              </a:cxn>
              <a:cxn ang="0">
                <a:pos x="connsiteX2449" y="connsiteY2449"/>
              </a:cxn>
              <a:cxn ang="0">
                <a:pos x="connsiteX2450" y="connsiteY2450"/>
              </a:cxn>
              <a:cxn ang="0">
                <a:pos x="connsiteX2451" y="connsiteY2451"/>
              </a:cxn>
              <a:cxn ang="0">
                <a:pos x="connsiteX2452" y="connsiteY2452"/>
              </a:cxn>
              <a:cxn ang="0">
                <a:pos x="connsiteX2453" y="connsiteY2453"/>
              </a:cxn>
              <a:cxn ang="0">
                <a:pos x="connsiteX2454" y="connsiteY2454"/>
              </a:cxn>
              <a:cxn ang="0">
                <a:pos x="connsiteX2455" y="connsiteY2455"/>
              </a:cxn>
              <a:cxn ang="0">
                <a:pos x="connsiteX2456" y="connsiteY2456"/>
              </a:cxn>
              <a:cxn ang="0">
                <a:pos x="connsiteX2457" y="connsiteY2457"/>
              </a:cxn>
              <a:cxn ang="0">
                <a:pos x="connsiteX2458" y="connsiteY2458"/>
              </a:cxn>
              <a:cxn ang="0">
                <a:pos x="connsiteX2459" y="connsiteY2459"/>
              </a:cxn>
              <a:cxn ang="0">
                <a:pos x="connsiteX2460" y="connsiteY2460"/>
              </a:cxn>
              <a:cxn ang="0">
                <a:pos x="connsiteX2461" y="connsiteY2461"/>
              </a:cxn>
              <a:cxn ang="0">
                <a:pos x="connsiteX2462" y="connsiteY2462"/>
              </a:cxn>
              <a:cxn ang="0">
                <a:pos x="connsiteX2463" y="connsiteY2463"/>
              </a:cxn>
              <a:cxn ang="0">
                <a:pos x="connsiteX2464" y="connsiteY2464"/>
              </a:cxn>
              <a:cxn ang="0">
                <a:pos x="connsiteX2465" y="connsiteY2465"/>
              </a:cxn>
              <a:cxn ang="0">
                <a:pos x="connsiteX2466" y="connsiteY2466"/>
              </a:cxn>
              <a:cxn ang="0">
                <a:pos x="connsiteX2467" y="connsiteY2467"/>
              </a:cxn>
              <a:cxn ang="0">
                <a:pos x="connsiteX2468" y="connsiteY2468"/>
              </a:cxn>
              <a:cxn ang="0">
                <a:pos x="connsiteX2469" y="connsiteY2469"/>
              </a:cxn>
              <a:cxn ang="0">
                <a:pos x="connsiteX2470" y="connsiteY2470"/>
              </a:cxn>
              <a:cxn ang="0">
                <a:pos x="connsiteX2471" y="connsiteY2471"/>
              </a:cxn>
              <a:cxn ang="0">
                <a:pos x="connsiteX2472" y="connsiteY2472"/>
              </a:cxn>
              <a:cxn ang="0">
                <a:pos x="connsiteX2473" y="connsiteY2473"/>
              </a:cxn>
              <a:cxn ang="0">
                <a:pos x="connsiteX2474" y="connsiteY2474"/>
              </a:cxn>
              <a:cxn ang="0">
                <a:pos x="connsiteX2475" y="connsiteY2475"/>
              </a:cxn>
              <a:cxn ang="0">
                <a:pos x="connsiteX2476" y="connsiteY2476"/>
              </a:cxn>
              <a:cxn ang="0">
                <a:pos x="connsiteX2477" y="connsiteY2477"/>
              </a:cxn>
              <a:cxn ang="0">
                <a:pos x="connsiteX2478" y="connsiteY2478"/>
              </a:cxn>
              <a:cxn ang="0">
                <a:pos x="connsiteX2479" y="connsiteY2479"/>
              </a:cxn>
              <a:cxn ang="0">
                <a:pos x="connsiteX2480" y="connsiteY2480"/>
              </a:cxn>
              <a:cxn ang="0">
                <a:pos x="connsiteX2481" y="connsiteY2481"/>
              </a:cxn>
              <a:cxn ang="0">
                <a:pos x="connsiteX2482" y="connsiteY2482"/>
              </a:cxn>
              <a:cxn ang="0">
                <a:pos x="connsiteX2483" y="connsiteY2483"/>
              </a:cxn>
              <a:cxn ang="0">
                <a:pos x="connsiteX2484" y="connsiteY2484"/>
              </a:cxn>
              <a:cxn ang="0">
                <a:pos x="connsiteX2485" y="connsiteY2485"/>
              </a:cxn>
              <a:cxn ang="0">
                <a:pos x="connsiteX2486" y="connsiteY2486"/>
              </a:cxn>
              <a:cxn ang="0">
                <a:pos x="connsiteX2487" y="connsiteY2487"/>
              </a:cxn>
              <a:cxn ang="0">
                <a:pos x="connsiteX2488" y="connsiteY2488"/>
              </a:cxn>
              <a:cxn ang="0">
                <a:pos x="connsiteX2489" y="connsiteY2489"/>
              </a:cxn>
              <a:cxn ang="0">
                <a:pos x="connsiteX2490" y="connsiteY2490"/>
              </a:cxn>
              <a:cxn ang="0">
                <a:pos x="connsiteX2491" y="connsiteY2491"/>
              </a:cxn>
              <a:cxn ang="0">
                <a:pos x="connsiteX2492" y="connsiteY2492"/>
              </a:cxn>
              <a:cxn ang="0">
                <a:pos x="connsiteX2493" y="connsiteY2493"/>
              </a:cxn>
              <a:cxn ang="0">
                <a:pos x="connsiteX2494" y="connsiteY2494"/>
              </a:cxn>
              <a:cxn ang="0">
                <a:pos x="connsiteX2495" y="connsiteY2495"/>
              </a:cxn>
              <a:cxn ang="0">
                <a:pos x="connsiteX2496" y="connsiteY2496"/>
              </a:cxn>
              <a:cxn ang="0">
                <a:pos x="connsiteX2497" y="connsiteY2497"/>
              </a:cxn>
              <a:cxn ang="0">
                <a:pos x="connsiteX2498" y="connsiteY2498"/>
              </a:cxn>
              <a:cxn ang="0">
                <a:pos x="connsiteX2499" y="connsiteY2499"/>
              </a:cxn>
              <a:cxn ang="0">
                <a:pos x="connsiteX2500" y="connsiteY2500"/>
              </a:cxn>
              <a:cxn ang="0">
                <a:pos x="connsiteX2501" y="connsiteY2501"/>
              </a:cxn>
              <a:cxn ang="0">
                <a:pos x="connsiteX2502" y="connsiteY2502"/>
              </a:cxn>
              <a:cxn ang="0">
                <a:pos x="connsiteX2503" y="connsiteY2503"/>
              </a:cxn>
              <a:cxn ang="0">
                <a:pos x="connsiteX2504" y="connsiteY2504"/>
              </a:cxn>
              <a:cxn ang="0">
                <a:pos x="connsiteX2505" y="connsiteY2505"/>
              </a:cxn>
              <a:cxn ang="0">
                <a:pos x="connsiteX2506" y="connsiteY2506"/>
              </a:cxn>
              <a:cxn ang="0">
                <a:pos x="connsiteX2507" y="connsiteY2507"/>
              </a:cxn>
              <a:cxn ang="0">
                <a:pos x="connsiteX2508" y="connsiteY2508"/>
              </a:cxn>
              <a:cxn ang="0">
                <a:pos x="connsiteX2509" y="connsiteY2509"/>
              </a:cxn>
              <a:cxn ang="0">
                <a:pos x="connsiteX2510" y="connsiteY2510"/>
              </a:cxn>
              <a:cxn ang="0">
                <a:pos x="connsiteX2511" y="connsiteY2511"/>
              </a:cxn>
              <a:cxn ang="0">
                <a:pos x="connsiteX2512" y="connsiteY2512"/>
              </a:cxn>
              <a:cxn ang="0">
                <a:pos x="connsiteX2513" y="connsiteY2513"/>
              </a:cxn>
              <a:cxn ang="0">
                <a:pos x="connsiteX2514" y="connsiteY2514"/>
              </a:cxn>
              <a:cxn ang="0">
                <a:pos x="connsiteX2515" y="connsiteY2515"/>
              </a:cxn>
              <a:cxn ang="0">
                <a:pos x="connsiteX2516" y="connsiteY2516"/>
              </a:cxn>
              <a:cxn ang="0">
                <a:pos x="connsiteX2517" y="connsiteY2517"/>
              </a:cxn>
              <a:cxn ang="0">
                <a:pos x="connsiteX2518" y="connsiteY2518"/>
              </a:cxn>
              <a:cxn ang="0">
                <a:pos x="connsiteX2519" y="connsiteY2519"/>
              </a:cxn>
              <a:cxn ang="0">
                <a:pos x="connsiteX2520" y="connsiteY2520"/>
              </a:cxn>
              <a:cxn ang="0">
                <a:pos x="connsiteX2521" y="connsiteY2521"/>
              </a:cxn>
              <a:cxn ang="0">
                <a:pos x="connsiteX2522" y="connsiteY2522"/>
              </a:cxn>
              <a:cxn ang="0">
                <a:pos x="connsiteX2523" y="connsiteY2523"/>
              </a:cxn>
              <a:cxn ang="0">
                <a:pos x="connsiteX2524" y="connsiteY2524"/>
              </a:cxn>
              <a:cxn ang="0">
                <a:pos x="connsiteX2525" y="connsiteY2525"/>
              </a:cxn>
              <a:cxn ang="0">
                <a:pos x="connsiteX2526" y="connsiteY2526"/>
              </a:cxn>
              <a:cxn ang="0">
                <a:pos x="connsiteX2527" y="connsiteY2527"/>
              </a:cxn>
              <a:cxn ang="0">
                <a:pos x="connsiteX2528" y="connsiteY2528"/>
              </a:cxn>
              <a:cxn ang="0">
                <a:pos x="connsiteX2529" y="connsiteY2529"/>
              </a:cxn>
              <a:cxn ang="0">
                <a:pos x="connsiteX2530" y="connsiteY2530"/>
              </a:cxn>
              <a:cxn ang="0">
                <a:pos x="connsiteX2531" y="connsiteY2531"/>
              </a:cxn>
              <a:cxn ang="0">
                <a:pos x="connsiteX2532" y="connsiteY2532"/>
              </a:cxn>
              <a:cxn ang="0">
                <a:pos x="connsiteX2533" y="connsiteY2533"/>
              </a:cxn>
              <a:cxn ang="0">
                <a:pos x="connsiteX2534" y="connsiteY2534"/>
              </a:cxn>
              <a:cxn ang="0">
                <a:pos x="connsiteX2535" y="connsiteY2535"/>
              </a:cxn>
              <a:cxn ang="0">
                <a:pos x="connsiteX2536" y="connsiteY2536"/>
              </a:cxn>
              <a:cxn ang="0">
                <a:pos x="connsiteX2537" y="connsiteY2537"/>
              </a:cxn>
              <a:cxn ang="0">
                <a:pos x="connsiteX2538" y="connsiteY2538"/>
              </a:cxn>
              <a:cxn ang="0">
                <a:pos x="connsiteX2539" y="connsiteY2539"/>
              </a:cxn>
              <a:cxn ang="0">
                <a:pos x="connsiteX2540" y="connsiteY2540"/>
              </a:cxn>
              <a:cxn ang="0">
                <a:pos x="connsiteX2541" y="connsiteY2541"/>
              </a:cxn>
              <a:cxn ang="0">
                <a:pos x="connsiteX2542" y="connsiteY2542"/>
              </a:cxn>
              <a:cxn ang="0">
                <a:pos x="connsiteX2543" y="connsiteY2543"/>
              </a:cxn>
              <a:cxn ang="0">
                <a:pos x="connsiteX2544" y="connsiteY2544"/>
              </a:cxn>
              <a:cxn ang="0">
                <a:pos x="connsiteX2545" y="connsiteY2545"/>
              </a:cxn>
              <a:cxn ang="0">
                <a:pos x="connsiteX2546" y="connsiteY2546"/>
              </a:cxn>
              <a:cxn ang="0">
                <a:pos x="connsiteX2547" y="connsiteY2547"/>
              </a:cxn>
              <a:cxn ang="0">
                <a:pos x="connsiteX2548" y="connsiteY2548"/>
              </a:cxn>
              <a:cxn ang="0">
                <a:pos x="connsiteX2549" y="connsiteY2549"/>
              </a:cxn>
              <a:cxn ang="0">
                <a:pos x="connsiteX2550" y="connsiteY2550"/>
              </a:cxn>
              <a:cxn ang="0">
                <a:pos x="connsiteX2551" y="connsiteY2551"/>
              </a:cxn>
              <a:cxn ang="0">
                <a:pos x="connsiteX2552" y="connsiteY2552"/>
              </a:cxn>
              <a:cxn ang="0">
                <a:pos x="connsiteX2553" y="connsiteY2553"/>
              </a:cxn>
              <a:cxn ang="0">
                <a:pos x="connsiteX2554" y="connsiteY2554"/>
              </a:cxn>
              <a:cxn ang="0">
                <a:pos x="connsiteX2555" y="connsiteY2555"/>
              </a:cxn>
              <a:cxn ang="0">
                <a:pos x="connsiteX2556" y="connsiteY2556"/>
              </a:cxn>
              <a:cxn ang="0">
                <a:pos x="connsiteX2557" y="connsiteY2557"/>
              </a:cxn>
              <a:cxn ang="0">
                <a:pos x="connsiteX2558" y="connsiteY2558"/>
              </a:cxn>
              <a:cxn ang="0">
                <a:pos x="connsiteX2559" y="connsiteY2559"/>
              </a:cxn>
              <a:cxn ang="0">
                <a:pos x="connsiteX2560" y="connsiteY2560"/>
              </a:cxn>
              <a:cxn ang="0">
                <a:pos x="connsiteX2561" y="connsiteY2561"/>
              </a:cxn>
              <a:cxn ang="0">
                <a:pos x="connsiteX2562" y="connsiteY2562"/>
              </a:cxn>
              <a:cxn ang="0">
                <a:pos x="connsiteX2563" y="connsiteY2563"/>
              </a:cxn>
              <a:cxn ang="0">
                <a:pos x="connsiteX2564" y="connsiteY2564"/>
              </a:cxn>
              <a:cxn ang="0">
                <a:pos x="connsiteX2565" y="connsiteY2565"/>
              </a:cxn>
              <a:cxn ang="0">
                <a:pos x="connsiteX2566" y="connsiteY2566"/>
              </a:cxn>
              <a:cxn ang="0">
                <a:pos x="connsiteX2567" y="connsiteY2567"/>
              </a:cxn>
              <a:cxn ang="0">
                <a:pos x="connsiteX2568" y="connsiteY2568"/>
              </a:cxn>
              <a:cxn ang="0">
                <a:pos x="connsiteX2569" y="connsiteY2569"/>
              </a:cxn>
              <a:cxn ang="0">
                <a:pos x="connsiteX2570" y="connsiteY2570"/>
              </a:cxn>
              <a:cxn ang="0">
                <a:pos x="connsiteX2571" y="connsiteY2571"/>
              </a:cxn>
              <a:cxn ang="0">
                <a:pos x="connsiteX2572" y="connsiteY2572"/>
              </a:cxn>
              <a:cxn ang="0">
                <a:pos x="connsiteX2573" y="connsiteY2573"/>
              </a:cxn>
              <a:cxn ang="0">
                <a:pos x="connsiteX2574" y="connsiteY2574"/>
              </a:cxn>
              <a:cxn ang="0">
                <a:pos x="connsiteX2575" y="connsiteY2575"/>
              </a:cxn>
              <a:cxn ang="0">
                <a:pos x="connsiteX2576" y="connsiteY2576"/>
              </a:cxn>
              <a:cxn ang="0">
                <a:pos x="connsiteX2577" y="connsiteY2577"/>
              </a:cxn>
              <a:cxn ang="0">
                <a:pos x="connsiteX2578" y="connsiteY2578"/>
              </a:cxn>
              <a:cxn ang="0">
                <a:pos x="connsiteX2579" y="connsiteY2579"/>
              </a:cxn>
              <a:cxn ang="0">
                <a:pos x="connsiteX2580" y="connsiteY2580"/>
              </a:cxn>
              <a:cxn ang="0">
                <a:pos x="connsiteX2581" y="connsiteY2581"/>
              </a:cxn>
              <a:cxn ang="0">
                <a:pos x="connsiteX2582" y="connsiteY2582"/>
              </a:cxn>
              <a:cxn ang="0">
                <a:pos x="connsiteX2583" y="connsiteY2583"/>
              </a:cxn>
              <a:cxn ang="0">
                <a:pos x="connsiteX2584" y="connsiteY2584"/>
              </a:cxn>
              <a:cxn ang="0">
                <a:pos x="connsiteX2585" y="connsiteY2585"/>
              </a:cxn>
              <a:cxn ang="0">
                <a:pos x="connsiteX2586" y="connsiteY2586"/>
              </a:cxn>
              <a:cxn ang="0">
                <a:pos x="connsiteX2587" y="connsiteY2587"/>
              </a:cxn>
              <a:cxn ang="0">
                <a:pos x="connsiteX2588" y="connsiteY2588"/>
              </a:cxn>
              <a:cxn ang="0">
                <a:pos x="connsiteX2589" y="connsiteY2589"/>
              </a:cxn>
              <a:cxn ang="0">
                <a:pos x="connsiteX2590" y="connsiteY2590"/>
              </a:cxn>
              <a:cxn ang="0">
                <a:pos x="connsiteX2591" y="connsiteY2591"/>
              </a:cxn>
              <a:cxn ang="0">
                <a:pos x="connsiteX2592" y="connsiteY2592"/>
              </a:cxn>
              <a:cxn ang="0">
                <a:pos x="connsiteX2593" y="connsiteY2593"/>
              </a:cxn>
              <a:cxn ang="0">
                <a:pos x="connsiteX2594" y="connsiteY2594"/>
              </a:cxn>
              <a:cxn ang="0">
                <a:pos x="connsiteX2595" y="connsiteY2595"/>
              </a:cxn>
              <a:cxn ang="0">
                <a:pos x="connsiteX2596" y="connsiteY2596"/>
              </a:cxn>
              <a:cxn ang="0">
                <a:pos x="connsiteX2597" y="connsiteY2597"/>
              </a:cxn>
              <a:cxn ang="0">
                <a:pos x="connsiteX2598" y="connsiteY2598"/>
              </a:cxn>
              <a:cxn ang="0">
                <a:pos x="connsiteX2599" y="connsiteY2599"/>
              </a:cxn>
              <a:cxn ang="0">
                <a:pos x="connsiteX2600" y="connsiteY2600"/>
              </a:cxn>
              <a:cxn ang="0">
                <a:pos x="connsiteX2601" y="connsiteY2601"/>
              </a:cxn>
              <a:cxn ang="0">
                <a:pos x="connsiteX2602" y="connsiteY2602"/>
              </a:cxn>
              <a:cxn ang="0">
                <a:pos x="connsiteX2603" y="connsiteY2603"/>
              </a:cxn>
              <a:cxn ang="0">
                <a:pos x="connsiteX2604" y="connsiteY2604"/>
              </a:cxn>
              <a:cxn ang="0">
                <a:pos x="connsiteX2605" y="connsiteY2605"/>
              </a:cxn>
              <a:cxn ang="0">
                <a:pos x="connsiteX2606" y="connsiteY2606"/>
              </a:cxn>
              <a:cxn ang="0">
                <a:pos x="connsiteX2607" y="connsiteY2607"/>
              </a:cxn>
              <a:cxn ang="0">
                <a:pos x="connsiteX2608" y="connsiteY2608"/>
              </a:cxn>
              <a:cxn ang="0">
                <a:pos x="connsiteX2609" y="connsiteY2609"/>
              </a:cxn>
              <a:cxn ang="0">
                <a:pos x="connsiteX2610" y="connsiteY2610"/>
              </a:cxn>
              <a:cxn ang="0">
                <a:pos x="connsiteX2611" y="connsiteY2611"/>
              </a:cxn>
              <a:cxn ang="0">
                <a:pos x="connsiteX2612" y="connsiteY2612"/>
              </a:cxn>
              <a:cxn ang="0">
                <a:pos x="connsiteX2613" y="connsiteY2613"/>
              </a:cxn>
              <a:cxn ang="0">
                <a:pos x="connsiteX2614" y="connsiteY2614"/>
              </a:cxn>
              <a:cxn ang="0">
                <a:pos x="connsiteX2615" y="connsiteY2615"/>
              </a:cxn>
              <a:cxn ang="0">
                <a:pos x="connsiteX2616" y="connsiteY2616"/>
              </a:cxn>
              <a:cxn ang="0">
                <a:pos x="connsiteX2617" y="connsiteY2617"/>
              </a:cxn>
              <a:cxn ang="0">
                <a:pos x="connsiteX2618" y="connsiteY2618"/>
              </a:cxn>
              <a:cxn ang="0">
                <a:pos x="connsiteX2619" y="connsiteY2619"/>
              </a:cxn>
              <a:cxn ang="0">
                <a:pos x="connsiteX2620" y="connsiteY2620"/>
              </a:cxn>
              <a:cxn ang="0">
                <a:pos x="connsiteX2621" y="connsiteY2621"/>
              </a:cxn>
              <a:cxn ang="0">
                <a:pos x="connsiteX2622" y="connsiteY2622"/>
              </a:cxn>
              <a:cxn ang="0">
                <a:pos x="connsiteX2623" y="connsiteY2623"/>
              </a:cxn>
              <a:cxn ang="0">
                <a:pos x="connsiteX2624" y="connsiteY2624"/>
              </a:cxn>
              <a:cxn ang="0">
                <a:pos x="connsiteX2625" y="connsiteY2625"/>
              </a:cxn>
              <a:cxn ang="0">
                <a:pos x="connsiteX2626" y="connsiteY2626"/>
              </a:cxn>
              <a:cxn ang="0">
                <a:pos x="connsiteX2627" y="connsiteY2627"/>
              </a:cxn>
              <a:cxn ang="0">
                <a:pos x="connsiteX2628" y="connsiteY2628"/>
              </a:cxn>
              <a:cxn ang="0">
                <a:pos x="connsiteX2629" y="connsiteY2629"/>
              </a:cxn>
              <a:cxn ang="0">
                <a:pos x="connsiteX2630" y="connsiteY2630"/>
              </a:cxn>
              <a:cxn ang="0">
                <a:pos x="connsiteX2631" y="connsiteY2631"/>
              </a:cxn>
              <a:cxn ang="0">
                <a:pos x="connsiteX2632" y="connsiteY2632"/>
              </a:cxn>
              <a:cxn ang="0">
                <a:pos x="connsiteX2633" y="connsiteY2633"/>
              </a:cxn>
              <a:cxn ang="0">
                <a:pos x="connsiteX2634" y="connsiteY2634"/>
              </a:cxn>
              <a:cxn ang="0">
                <a:pos x="connsiteX2635" y="connsiteY2635"/>
              </a:cxn>
              <a:cxn ang="0">
                <a:pos x="connsiteX2636" y="connsiteY2636"/>
              </a:cxn>
              <a:cxn ang="0">
                <a:pos x="connsiteX2637" y="connsiteY2637"/>
              </a:cxn>
              <a:cxn ang="0">
                <a:pos x="connsiteX2638" y="connsiteY2638"/>
              </a:cxn>
              <a:cxn ang="0">
                <a:pos x="connsiteX2639" y="connsiteY2639"/>
              </a:cxn>
              <a:cxn ang="0">
                <a:pos x="connsiteX2640" y="connsiteY2640"/>
              </a:cxn>
              <a:cxn ang="0">
                <a:pos x="connsiteX2641" y="connsiteY2641"/>
              </a:cxn>
              <a:cxn ang="0">
                <a:pos x="connsiteX2642" y="connsiteY2642"/>
              </a:cxn>
              <a:cxn ang="0">
                <a:pos x="connsiteX2643" y="connsiteY2643"/>
              </a:cxn>
              <a:cxn ang="0">
                <a:pos x="connsiteX2644" y="connsiteY2644"/>
              </a:cxn>
              <a:cxn ang="0">
                <a:pos x="connsiteX2645" y="connsiteY2645"/>
              </a:cxn>
              <a:cxn ang="0">
                <a:pos x="connsiteX2646" y="connsiteY2646"/>
              </a:cxn>
              <a:cxn ang="0">
                <a:pos x="connsiteX2647" y="connsiteY2647"/>
              </a:cxn>
              <a:cxn ang="0">
                <a:pos x="connsiteX2648" y="connsiteY2648"/>
              </a:cxn>
              <a:cxn ang="0">
                <a:pos x="connsiteX2649" y="connsiteY2649"/>
              </a:cxn>
              <a:cxn ang="0">
                <a:pos x="connsiteX2650" y="connsiteY2650"/>
              </a:cxn>
              <a:cxn ang="0">
                <a:pos x="connsiteX2651" y="connsiteY2651"/>
              </a:cxn>
              <a:cxn ang="0">
                <a:pos x="connsiteX2652" y="connsiteY2652"/>
              </a:cxn>
              <a:cxn ang="0">
                <a:pos x="connsiteX2653" y="connsiteY2653"/>
              </a:cxn>
              <a:cxn ang="0">
                <a:pos x="connsiteX2654" y="connsiteY2654"/>
              </a:cxn>
              <a:cxn ang="0">
                <a:pos x="connsiteX2655" y="connsiteY2655"/>
              </a:cxn>
              <a:cxn ang="0">
                <a:pos x="connsiteX2656" y="connsiteY2656"/>
              </a:cxn>
              <a:cxn ang="0">
                <a:pos x="connsiteX2657" y="connsiteY2657"/>
              </a:cxn>
              <a:cxn ang="0">
                <a:pos x="connsiteX2658" y="connsiteY2658"/>
              </a:cxn>
              <a:cxn ang="0">
                <a:pos x="connsiteX2659" y="connsiteY2659"/>
              </a:cxn>
              <a:cxn ang="0">
                <a:pos x="connsiteX2660" y="connsiteY2660"/>
              </a:cxn>
              <a:cxn ang="0">
                <a:pos x="connsiteX2661" y="connsiteY2661"/>
              </a:cxn>
              <a:cxn ang="0">
                <a:pos x="connsiteX2662" y="connsiteY2662"/>
              </a:cxn>
              <a:cxn ang="0">
                <a:pos x="connsiteX2663" y="connsiteY2663"/>
              </a:cxn>
              <a:cxn ang="0">
                <a:pos x="connsiteX2664" y="connsiteY2664"/>
              </a:cxn>
              <a:cxn ang="0">
                <a:pos x="connsiteX2665" y="connsiteY2665"/>
              </a:cxn>
              <a:cxn ang="0">
                <a:pos x="connsiteX2666" y="connsiteY2666"/>
              </a:cxn>
              <a:cxn ang="0">
                <a:pos x="connsiteX2667" y="connsiteY2667"/>
              </a:cxn>
              <a:cxn ang="0">
                <a:pos x="connsiteX2668" y="connsiteY2668"/>
              </a:cxn>
              <a:cxn ang="0">
                <a:pos x="connsiteX2669" y="connsiteY2669"/>
              </a:cxn>
              <a:cxn ang="0">
                <a:pos x="connsiteX2670" y="connsiteY2670"/>
              </a:cxn>
              <a:cxn ang="0">
                <a:pos x="connsiteX2671" y="connsiteY2671"/>
              </a:cxn>
              <a:cxn ang="0">
                <a:pos x="connsiteX2672" y="connsiteY2672"/>
              </a:cxn>
              <a:cxn ang="0">
                <a:pos x="connsiteX2673" y="connsiteY2673"/>
              </a:cxn>
              <a:cxn ang="0">
                <a:pos x="connsiteX2674" y="connsiteY2674"/>
              </a:cxn>
              <a:cxn ang="0">
                <a:pos x="connsiteX2675" y="connsiteY2675"/>
              </a:cxn>
              <a:cxn ang="0">
                <a:pos x="connsiteX2676" y="connsiteY2676"/>
              </a:cxn>
              <a:cxn ang="0">
                <a:pos x="connsiteX2677" y="connsiteY2677"/>
              </a:cxn>
              <a:cxn ang="0">
                <a:pos x="connsiteX2678" y="connsiteY2678"/>
              </a:cxn>
              <a:cxn ang="0">
                <a:pos x="connsiteX2679" y="connsiteY2679"/>
              </a:cxn>
              <a:cxn ang="0">
                <a:pos x="connsiteX2680" y="connsiteY2680"/>
              </a:cxn>
              <a:cxn ang="0">
                <a:pos x="connsiteX2681" y="connsiteY2681"/>
              </a:cxn>
              <a:cxn ang="0">
                <a:pos x="connsiteX2682" y="connsiteY2682"/>
              </a:cxn>
              <a:cxn ang="0">
                <a:pos x="connsiteX2683" y="connsiteY2683"/>
              </a:cxn>
              <a:cxn ang="0">
                <a:pos x="connsiteX2684" y="connsiteY2684"/>
              </a:cxn>
              <a:cxn ang="0">
                <a:pos x="connsiteX2685" y="connsiteY2685"/>
              </a:cxn>
              <a:cxn ang="0">
                <a:pos x="connsiteX2686" y="connsiteY2686"/>
              </a:cxn>
              <a:cxn ang="0">
                <a:pos x="connsiteX2687" y="connsiteY2687"/>
              </a:cxn>
              <a:cxn ang="0">
                <a:pos x="connsiteX2688" y="connsiteY2688"/>
              </a:cxn>
              <a:cxn ang="0">
                <a:pos x="connsiteX2689" y="connsiteY2689"/>
              </a:cxn>
              <a:cxn ang="0">
                <a:pos x="connsiteX2690" y="connsiteY2690"/>
              </a:cxn>
              <a:cxn ang="0">
                <a:pos x="connsiteX2691" y="connsiteY2691"/>
              </a:cxn>
              <a:cxn ang="0">
                <a:pos x="connsiteX2692" y="connsiteY2692"/>
              </a:cxn>
              <a:cxn ang="0">
                <a:pos x="connsiteX2693" y="connsiteY2693"/>
              </a:cxn>
              <a:cxn ang="0">
                <a:pos x="connsiteX2694" y="connsiteY2694"/>
              </a:cxn>
              <a:cxn ang="0">
                <a:pos x="connsiteX2695" y="connsiteY2695"/>
              </a:cxn>
              <a:cxn ang="0">
                <a:pos x="connsiteX2696" y="connsiteY2696"/>
              </a:cxn>
              <a:cxn ang="0">
                <a:pos x="connsiteX2697" y="connsiteY2697"/>
              </a:cxn>
              <a:cxn ang="0">
                <a:pos x="connsiteX2698" y="connsiteY2698"/>
              </a:cxn>
              <a:cxn ang="0">
                <a:pos x="connsiteX2699" y="connsiteY2699"/>
              </a:cxn>
              <a:cxn ang="0">
                <a:pos x="connsiteX2700" y="connsiteY2700"/>
              </a:cxn>
              <a:cxn ang="0">
                <a:pos x="connsiteX2701" y="connsiteY2701"/>
              </a:cxn>
              <a:cxn ang="0">
                <a:pos x="connsiteX2702" y="connsiteY2702"/>
              </a:cxn>
              <a:cxn ang="0">
                <a:pos x="connsiteX2703" y="connsiteY2703"/>
              </a:cxn>
              <a:cxn ang="0">
                <a:pos x="connsiteX2704" y="connsiteY2704"/>
              </a:cxn>
              <a:cxn ang="0">
                <a:pos x="connsiteX2705" y="connsiteY2705"/>
              </a:cxn>
              <a:cxn ang="0">
                <a:pos x="connsiteX2706" y="connsiteY2706"/>
              </a:cxn>
              <a:cxn ang="0">
                <a:pos x="connsiteX2707" y="connsiteY2707"/>
              </a:cxn>
              <a:cxn ang="0">
                <a:pos x="connsiteX2708" y="connsiteY2708"/>
              </a:cxn>
              <a:cxn ang="0">
                <a:pos x="connsiteX2709" y="connsiteY2709"/>
              </a:cxn>
              <a:cxn ang="0">
                <a:pos x="connsiteX2710" y="connsiteY2710"/>
              </a:cxn>
              <a:cxn ang="0">
                <a:pos x="connsiteX2711" y="connsiteY2711"/>
              </a:cxn>
              <a:cxn ang="0">
                <a:pos x="connsiteX2712" y="connsiteY2712"/>
              </a:cxn>
              <a:cxn ang="0">
                <a:pos x="connsiteX2713" y="connsiteY2713"/>
              </a:cxn>
              <a:cxn ang="0">
                <a:pos x="connsiteX2714" y="connsiteY2714"/>
              </a:cxn>
              <a:cxn ang="0">
                <a:pos x="connsiteX2715" y="connsiteY2715"/>
              </a:cxn>
              <a:cxn ang="0">
                <a:pos x="connsiteX2716" y="connsiteY2716"/>
              </a:cxn>
              <a:cxn ang="0">
                <a:pos x="connsiteX2717" y="connsiteY2717"/>
              </a:cxn>
              <a:cxn ang="0">
                <a:pos x="connsiteX2718" y="connsiteY2718"/>
              </a:cxn>
              <a:cxn ang="0">
                <a:pos x="connsiteX2719" y="connsiteY2719"/>
              </a:cxn>
              <a:cxn ang="0">
                <a:pos x="connsiteX2720" y="connsiteY2720"/>
              </a:cxn>
              <a:cxn ang="0">
                <a:pos x="connsiteX2721" y="connsiteY2721"/>
              </a:cxn>
              <a:cxn ang="0">
                <a:pos x="connsiteX2722" y="connsiteY2722"/>
              </a:cxn>
              <a:cxn ang="0">
                <a:pos x="connsiteX2723" y="connsiteY2723"/>
              </a:cxn>
              <a:cxn ang="0">
                <a:pos x="connsiteX2724" y="connsiteY2724"/>
              </a:cxn>
              <a:cxn ang="0">
                <a:pos x="connsiteX2725" y="connsiteY2725"/>
              </a:cxn>
              <a:cxn ang="0">
                <a:pos x="connsiteX2726" y="connsiteY2726"/>
              </a:cxn>
              <a:cxn ang="0">
                <a:pos x="connsiteX2727" y="connsiteY2727"/>
              </a:cxn>
              <a:cxn ang="0">
                <a:pos x="connsiteX2728" y="connsiteY2728"/>
              </a:cxn>
              <a:cxn ang="0">
                <a:pos x="connsiteX2729" y="connsiteY2729"/>
              </a:cxn>
              <a:cxn ang="0">
                <a:pos x="connsiteX2730" y="connsiteY2730"/>
              </a:cxn>
              <a:cxn ang="0">
                <a:pos x="connsiteX2731" y="connsiteY2731"/>
              </a:cxn>
              <a:cxn ang="0">
                <a:pos x="connsiteX2732" y="connsiteY2732"/>
              </a:cxn>
              <a:cxn ang="0">
                <a:pos x="connsiteX2733" y="connsiteY2733"/>
              </a:cxn>
              <a:cxn ang="0">
                <a:pos x="connsiteX2734" y="connsiteY2734"/>
              </a:cxn>
              <a:cxn ang="0">
                <a:pos x="connsiteX2735" y="connsiteY2735"/>
              </a:cxn>
              <a:cxn ang="0">
                <a:pos x="connsiteX2736" y="connsiteY2736"/>
              </a:cxn>
              <a:cxn ang="0">
                <a:pos x="connsiteX2737" y="connsiteY2737"/>
              </a:cxn>
              <a:cxn ang="0">
                <a:pos x="connsiteX2738" y="connsiteY2738"/>
              </a:cxn>
              <a:cxn ang="0">
                <a:pos x="connsiteX2739" y="connsiteY2739"/>
              </a:cxn>
              <a:cxn ang="0">
                <a:pos x="connsiteX2740" y="connsiteY2740"/>
              </a:cxn>
              <a:cxn ang="0">
                <a:pos x="connsiteX2741" y="connsiteY2741"/>
              </a:cxn>
              <a:cxn ang="0">
                <a:pos x="connsiteX2742" y="connsiteY2742"/>
              </a:cxn>
              <a:cxn ang="0">
                <a:pos x="connsiteX2743" y="connsiteY2743"/>
              </a:cxn>
              <a:cxn ang="0">
                <a:pos x="connsiteX2744" y="connsiteY2744"/>
              </a:cxn>
              <a:cxn ang="0">
                <a:pos x="connsiteX2745" y="connsiteY2745"/>
              </a:cxn>
              <a:cxn ang="0">
                <a:pos x="connsiteX2746" y="connsiteY2746"/>
              </a:cxn>
              <a:cxn ang="0">
                <a:pos x="connsiteX2747" y="connsiteY2747"/>
              </a:cxn>
              <a:cxn ang="0">
                <a:pos x="connsiteX2748" y="connsiteY2748"/>
              </a:cxn>
              <a:cxn ang="0">
                <a:pos x="connsiteX2749" y="connsiteY2749"/>
              </a:cxn>
              <a:cxn ang="0">
                <a:pos x="connsiteX2750" y="connsiteY2750"/>
              </a:cxn>
              <a:cxn ang="0">
                <a:pos x="connsiteX2751" y="connsiteY2751"/>
              </a:cxn>
              <a:cxn ang="0">
                <a:pos x="connsiteX2752" y="connsiteY2752"/>
              </a:cxn>
              <a:cxn ang="0">
                <a:pos x="connsiteX2753" y="connsiteY2753"/>
              </a:cxn>
              <a:cxn ang="0">
                <a:pos x="connsiteX2754" y="connsiteY2754"/>
              </a:cxn>
              <a:cxn ang="0">
                <a:pos x="connsiteX2755" y="connsiteY2755"/>
              </a:cxn>
              <a:cxn ang="0">
                <a:pos x="connsiteX2756" y="connsiteY2756"/>
              </a:cxn>
              <a:cxn ang="0">
                <a:pos x="connsiteX2757" y="connsiteY2757"/>
              </a:cxn>
              <a:cxn ang="0">
                <a:pos x="connsiteX2758" y="connsiteY2758"/>
              </a:cxn>
              <a:cxn ang="0">
                <a:pos x="connsiteX2759" y="connsiteY2759"/>
              </a:cxn>
              <a:cxn ang="0">
                <a:pos x="connsiteX2760" y="connsiteY2760"/>
              </a:cxn>
              <a:cxn ang="0">
                <a:pos x="connsiteX2761" y="connsiteY2761"/>
              </a:cxn>
              <a:cxn ang="0">
                <a:pos x="connsiteX2762" y="connsiteY2762"/>
              </a:cxn>
              <a:cxn ang="0">
                <a:pos x="connsiteX2763" y="connsiteY2763"/>
              </a:cxn>
              <a:cxn ang="0">
                <a:pos x="connsiteX2764" y="connsiteY2764"/>
              </a:cxn>
              <a:cxn ang="0">
                <a:pos x="connsiteX2765" y="connsiteY2765"/>
              </a:cxn>
              <a:cxn ang="0">
                <a:pos x="connsiteX2766" y="connsiteY2766"/>
              </a:cxn>
              <a:cxn ang="0">
                <a:pos x="connsiteX2767" y="connsiteY2767"/>
              </a:cxn>
              <a:cxn ang="0">
                <a:pos x="connsiteX2768" y="connsiteY2768"/>
              </a:cxn>
              <a:cxn ang="0">
                <a:pos x="connsiteX2769" y="connsiteY2769"/>
              </a:cxn>
              <a:cxn ang="0">
                <a:pos x="connsiteX2770" y="connsiteY2770"/>
              </a:cxn>
              <a:cxn ang="0">
                <a:pos x="connsiteX2771" y="connsiteY2771"/>
              </a:cxn>
              <a:cxn ang="0">
                <a:pos x="connsiteX2772" y="connsiteY2772"/>
              </a:cxn>
              <a:cxn ang="0">
                <a:pos x="connsiteX2773" y="connsiteY2773"/>
              </a:cxn>
              <a:cxn ang="0">
                <a:pos x="connsiteX2774" y="connsiteY2774"/>
              </a:cxn>
              <a:cxn ang="0">
                <a:pos x="connsiteX2775" y="connsiteY2775"/>
              </a:cxn>
              <a:cxn ang="0">
                <a:pos x="connsiteX2776" y="connsiteY2776"/>
              </a:cxn>
              <a:cxn ang="0">
                <a:pos x="connsiteX2777" y="connsiteY2777"/>
              </a:cxn>
              <a:cxn ang="0">
                <a:pos x="connsiteX2778" y="connsiteY2778"/>
              </a:cxn>
              <a:cxn ang="0">
                <a:pos x="connsiteX2779" y="connsiteY2779"/>
              </a:cxn>
              <a:cxn ang="0">
                <a:pos x="connsiteX2780" y="connsiteY2780"/>
              </a:cxn>
              <a:cxn ang="0">
                <a:pos x="connsiteX2781" y="connsiteY2781"/>
              </a:cxn>
              <a:cxn ang="0">
                <a:pos x="connsiteX2782" y="connsiteY2782"/>
              </a:cxn>
              <a:cxn ang="0">
                <a:pos x="connsiteX2783" y="connsiteY2783"/>
              </a:cxn>
              <a:cxn ang="0">
                <a:pos x="connsiteX2784" y="connsiteY2784"/>
              </a:cxn>
            </a:cxnLst>
            <a:rect l="l" t="t" r="r" b="b"/>
            <a:pathLst>
              <a:path w="2407299" h="2407299">
                <a:moveTo>
                  <a:pt x="0" y="0"/>
                </a:moveTo>
                <a:lnTo>
                  <a:pt x="0" y="72941"/>
                </a:lnTo>
                <a:lnTo>
                  <a:pt x="72941" y="72941"/>
                </a:lnTo>
                <a:lnTo>
                  <a:pt x="72941" y="0"/>
                </a:lnTo>
                <a:lnTo>
                  <a:pt x="0" y="0"/>
                </a:lnTo>
                <a:close/>
                <a:moveTo>
                  <a:pt x="72941" y="0"/>
                </a:moveTo>
                <a:lnTo>
                  <a:pt x="72941" y="72941"/>
                </a:lnTo>
                <a:lnTo>
                  <a:pt x="145882" y="72941"/>
                </a:lnTo>
                <a:lnTo>
                  <a:pt x="145882" y="0"/>
                </a:lnTo>
                <a:lnTo>
                  <a:pt x="72941" y="0"/>
                </a:lnTo>
                <a:close/>
                <a:moveTo>
                  <a:pt x="145882" y="0"/>
                </a:moveTo>
                <a:lnTo>
                  <a:pt x="145882" y="72941"/>
                </a:lnTo>
                <a:lnTo>
                  <a:pt x="218854" y="72941"/>
                </a:lnTo>
                <a:lnTo>
                  <a:pt x="218854" y="0"/>
                </a:lnTo>
                <a:lnTo>
                  <a:pt x="145882" y="0"/>
                </a:lnTo>
                <a:close/>
                <a:moveTo>
                  <a:pt x="218854" y="0"/>
                </a:moveTo>
                <a:lnTo>
                  <a:pt x="218854" y="72941"/>
                </a:lnTo>
                <a:lnTo>
                  <a:pt x="291795" y="72941"/>
                </a:lnTo>
                <a:lnTo>
                  <a:pt x="291795" y="0"/>
                </a:lnTo>
                <a:lnTo>
                  <a:pt x="218854" y="0"/>
                </a:lnTo>
                <a:close/>
                <a:moveTo>
                  <a:pt x="291795" y="0"/>
                </a:moveTo>
                <a:lnTo>
                  <a:pt x="291795" y="72941"/>
                </a:lnTo>
                <a:lnTo>
                  <a:pt x="364736" y="72941"/>
                </a:lnTo>
                <a:lnTo>
                  <a:pt x="364736" y="0"/>
                </a:lnTo>
                <a:lnTo>
                  <a:pt x="291795" y="0"/>
                </a:lnTo>
                <a:close/>
                <a:moveTo>
                  <a:pt x="364736" y="0"/>
                </a:moveTo>
                <a:lnTo>
                  <a:pt x="364736" y="72941"/>
                </a:lnTo>
                <a:lnTo>
                  <a:pt x="437677" y="72941"/>
                </a:lnTo>
                <a:lnTo>
                  <a:pt x="437677" y="0"/>
                </a:lnTo>
                <a:lnTo>
                  <a:pt x="364736" y="0"/>
                </a:lnTo>
                <a:close/>
                <a:moveTo>
                  <a:pt x="437677" y="0"/>
                </a:moveTo>
                <a:lnTo>
                  <a:pt x="437677" y="72941"/>
                </a:lnTo>
                <a:lnTo>
                  <a:pt x="510648" y="72941"/>
                </a:lnTo>
                <a:lnTo>
                  <a:pt x="510648" y="0"/>
                </a:lnTo>
                <a:lnTo>
                  <a:pt x="437677" y="0"/>
                </a:lnTo>
                <a:close/>
                <a:moveTo>
                  <a:pt x="583589" y="0"/>
                </a:moveTo>
                <a:lnTo>
                  <a:pt x="583589" y="72941"/>
                </a:lnTo>
                <a:lnTo>
                  <a:pt x="656531" y="72941"/>
                </a:lnTo>
                <a:lnTo>
                  <a:pt x="656531" y="0"/>
                </a:lnTo>
                <a:lnTo>
                  <a:pt x="583589" y="0"/>
                </a:lnTo>
                <a:close/>
                <a:moveTo>
                  <a:pt x="729472" y="0"/>
                </a:moveTo>
                <a:lnTo>
                  <a:pt x="729472" y="72941"/>
                </a:lnTo>
                <a:lnTo>
                  <a:pt x="802443" y="72941"/>
                </a:lnTo>
                <a:lnTo>
                  <a:pt x="802443" y="0"/>
                </a:lnTo>
                <a:lnTo>
                  <a:pt x="729472" y="0"/>
                </a:lnTo>
                <a:close/>
                <a:moveTo>
                  <a:pt x="802443" y="0"/>
                </a:moveTo>
                <a:lnTo>
                  <a:pt x="802443" y="72941"/>
                </a:lnTo>
                <a:lnTo>
                  <a:pt x="875384" y="72941"/>
                </a:lnTo>
                <a:lnTo>
                  <a:pt x="875384" y="0"/>
                </a:lnTo>
                <a:lnTo>
                  <a:pt x="802443" y="0"/>
                </a:lnTo>
                <a:close/>
                <a:moveTo>
                  <a:pt x="948325" y="0"/>
                </a:moveTo>
                <a:lnTo>
                  <a:pt x="948325" y="72941"/>
                </a:lnTo>
                <a:lnTo>
                  <a:pt x="1021267" y="72941"/>
                </a:lnTo>
                <a:lnTo>
                  <a:pt x="1021267" y="0"/>
                </a:lnTo>
                <a:lnTo>
                  <a:pt x="948325" y="0"/>
                </a:lnTo>
                <a:close/>
                <a:moveTo>
                  <a:pt x="1021267" y="0"/>
                </a:moveTo>
                <a:lnTo>
                  <a:pt x="1021267" y="72941"/>
                </a:lnTo>
                <a:lnTo>
                  <a:pt x="1094238" y="72941"/>
                </a:lnTo>
                <a:lnTo>
                  <a:pt x="1094238" y="0"/>
                </a:lnTo>
                <a:lnTo>
                  <a:pt x="1021267" y="0"/>
                </a:lnTo>
                <a:close/>
                <a:moveTo>
                  <a:pt x="1240120" y="0"/>
                </a:moveTo>
                <a:lnTo>
                  <a:pt x="1240120" y="72941"/>
                </a:lnTo>
                <a:lnTo>
                  <a:pt x="1313061" y="72941"/>
                </a:lnTo>
                <a:lnTo>
                  <a:pt x="1313061" y="0"/>
                </a:lnTo>
                <a:lnTo>
                  <a:pt x="1240120" y="0"/>
                </a:lnTo>
                <a:close/>
                <a:moveTo>
                  <a:pt x="1386033" y="0"/>
                </a:moveTo>
                <a:lnTo>
                  <a:pt x="1386033" y="72941"/>
                </a:lnTo>
                <a:lnTo>
                  <a:pt x="1458974" y="72941"/>
                </a:lnTo>
                <a:lnTo>
                  <a:pt x="1458974" y="0"/>
                </a:lnTo>
                <a:lnTo>
                  <a:pt x="1386033" y="0"/>
                </a:lnTo>
                <a:close/>
                <a:moveTo>
                  <a:pt x="1458974" y="0"/>
                </a:moveTo>
                <a:lnTo>
                  <a:pt x="1458974" y="72941"/>
                </a:lnTo>
                <a:lnTo>
                  <a:pt x="1531915" y="72941"/>
                </a:lnTo>
                <a:lnTo>
                  <a:pt x="1531915" y="0"/>
                </a:lnTo>
                <a:lnTo>
                  <a:pt x="1458974" y="0"/>
                </a:lnTo>
                <a:close/>
                <a:moveTo>
                  <a:pt x="1531915" y="0"/>
                </a:moveTo>
                <a:lnTo>
                  <a:pt x="1531915" y="72941"/>
                </a:lnTo>
                <a:lnTo>
                  <a:pt x="1604856" y="72941"/>
                </a:lnTo>
                <a:lnTo>
                  <a:pt x="1604856" y="0"/>
                </a:lnTo>
                <a:lnTo>
                  <a:pt x="1531915" y="0"/>
                </a:lnTo>
                <a:close/>
                <a:moveTo>
                  <a:pt x="1750768" y="0"/>
                </a:moveTo>
                <a:lnTo>
                  <a:pt x="1750768" y="72941"/>
                </a:lnTo>
                <a:lnTo>
                  <a:pt x="1823710" y="72941"/>
                </a:lnTo>
                <a:lnTo>
                  <a:pt x="1823710" y="0"/>
                </a:lnTo>
                <a:lnTo>
                  <a:pt x="1750768" y="0"/>
                </a:lnTo>
                <a:close/>
                <a:moveTo>
                  <a:pt x="1896651" y="0"/>
                </a:moveTo>
                <a:lnTo>
                  <a:pt x="1896651" y="72941"/>
                </a:lnTo>
                <a:lnTo>
                  <a:pt x="1969622" y="72941"/>
                </a:lnTo>
                <a:lnTo>
                  <a:pt x="1969622" y="0"/>
                </a:lnTo>
                <a:lnTo>
                  <a:pt x="1896651" y="0"/>
                </a:lnTo>
                <a:close/>
                <a:moveTo>
                  <a:pt x="1969622" y="0"/>
                </a:moveTo>
                <a:lnTo>
                  <a:pt x="1969622" y="72941"/>
                </a:lnTo>
                <a:lnTo>
                  <a:pt x="2042563" y="72941"/>
                </a:lnTo>
                <a:lnTo>
                  <a:pt x="2042563" y="0"/>
                </a:lnTo>
                <a:lnTo>
                  <a:pt x="1969622" y="0"/>
                </a:lnTo>
                <a:close/>
                <a:moveTo>
                  <a:pt x="2042563" y="0"/>
                </a:moveTo>
                <a:lnTo>
                  <a:pt x="2042563" y="72941"/>
                </a:lnTo>
                <a:lnTo>
                  <a:pt x="2115504" y="72941"/>
                </a:lnTo>
                <a:lnTo>
                  <a:pt x="2115504" y="0"/>
                </a:lnTo>
                <a:lnTo>
                  <a:pt x="2042563" y="0"/>
                </a:lnTo>
                <a:close/>
                <a:moveTo>
                  <a:pt x="2115504" y="0"/>
                </a:moveTo>
                <a:lnTo>
                  <a:pt x="2115504" y="72941"/>
                </a:lnTo>
                <a:lnTo>
                  <a:pt x="2188446" y="72941"/>
                </a:lnTo>
                <a:lnTo>
                  <a:pt x="2188446" y="0"/>
                </a:lnTo>
                <a:lnTo>
                  <a:pt x="2115504" y="0"/>
                </a:lnTo>
                <a:close/>
                <a:moveTo>
                  <a:pt x="2188446" y="0"/>
                </a:moveTo>
                <a:lnTo>
                  <a:pt x="2188446" y="72941"/>
                </a:lnTo>
                <a:lnTo>
                  <a:pt x="2261417" y="72941"/>
                </a:lnTo>
                <a:lnTo>
                  <a:pt x="2261417" y="0"/>
                </a:lnTo>
                <a:lnTo>
                  <a:pt x="2188446" y="0"/>
                </a:lnTo>
                <a:close/>
                <a:moveTo>
                  <a:pt x="2261417" y="0"/>
                </a:moveTo>
                <a:lnTo>
                  <a:pt x="2261417" y="72941"/>
                </a:lnTo>
                <a:lnTo>
                  <a:pt x="2334358" y="72941"/>
                </a:lnTo>
                <a:lnTo>
                  <a:pt x="2334358" y="0"/>
                </a:lnTo>
                <a:lnTo>
                  <a:pt x="2261417" y="0"/>
                </a:lnTo>
                <a:close/>
                <a:moveTo>
                  <a:pt x="2334358" y="0"/>
                </a:moveTo>
                <a:lnTo>
                  <a:pt x="2334358" y="72941"/>
                </a:lnTo>
                <a:lnTo>
                  <a:pt x="2407299" y="72941"/>
                </a:lnTo>
                <a:lnTo>
                  <a:pt x="2407299" y="0"/>
                </a:lnTo>
                <a:lnTo>
                  <a:pt x="2334358" y="0"/>
                </a:lnTo>
                <a:close/>
                <a:moveTo>
                  <a:pt x="0" y="72941"/>
                </a:moveTo>
                <a:lnTo>
                  <a:pt x="0" y="145882"/>
                </a:lnTo>
                <a:lnTo>
                  <a:pt x="72941" y="145882"/>
                </a:lnTo>
                <a:lnTo>
                  <a:pt x="72941" y="72941"/>
                </a:lnTo>
                <a:lnTo>
                  <a:pt x="0" y="72941"/>
                </a:lnTo>
                <a:close/>
                <a:moveTo>
                  <a:pt x="437677" y="72941"/>
                </a:moveTo>
                <a:lnTo>
                  <a:pt x="437677" y="145882"/>
                </a:lnTo>
                <a:lnTo>
                  <a:pt x="510648" y="145882"/>
                </a:lnTo>
                <a:lnTo>
                  <a:pt x="510648" y="72941"/>
                </a:lnTo>
                <a:lnTo>
                  <a:pt x="437677" y="72941"/>
                </a:lnTo>
                <a:close/>
                <a:moveTo>
                  <a:pt x="656531" y="72941"/>
                </a:moveTo>
                <a:lnTo>
                  <a:pt x="656531" y="145882"/>
                </a:lnTo>
                <a:lnTo>
                  <a:pt x="729472" y="145882"/>
                </a:lnTo>
                <a:lnTo>
                  <a:pt x="729472" y="72941"/>
                </a:lnTo>
                <a:lnTo>
                  <a:pt x="656531" y="72941"/>
                </a:lnTo>
                <a:close/>
                <a:moveTo>
                  <a:pt x="729472" y="72941"/>
                </a:moveTo>
                <a:lnTo>
                  <a:pt x="729472" y="145882"/>
                </a:lnTo>
                <a:lnTo>
                  <a:pt x="802443" y="145882"/>
                </a:lnTo>
                <a:lnTo>
                  <a:pt x="802443" y="72941"/>
                </a:lnTo>
                <a:lnTo>
                  <a:pt x="729472" y="72941"/>
                </a:lnTo>
                <a:close/>
                <a:moveTo>
                  <a:pt x="802443" y="72941"/>
                </a:moveTo>
                <a:lnTo>
                  <a:pt x="802443" y="145882"/>
                </a:lnTo>
                <a:lnTo>
                  <a:pt x="875384" y="145882"/>
                </a:lnTo>
                <a:lnTo>
                  <a:pt x="875384" y="72941"/>
                </a:lnTo>
                <a:lnTo>
                  <a:pt x="802443" y="72941"/>
                </a:lnTo>
                <a:close/>
                <a:moveTo>
                  <a:pt x="875384" y="72941"/>
                </a:moveTo>
                <a:lnTo>
                  <a:pt x="875384" y="145882"/>
                </a:lnTo>
                <a:lnTo>
                  <a:pt x="948325" y="145882"/>
                </a:lnTo>
                <a:lnTo>
                  <a:pt x="948325" y="72941"/>
                </a:lnTo>
                <a:lnTo>
                  <a:pt x="875384" y="72941"/>
                </a:lnTo>
                <a:close/>
                <a:moveTo>
                  <a:pt x="948325" y="72941"/>
                </a:moveTo>
                <a:lnTo>
                  <a:pt x="948325" y="145882"/>
                </a:lnTo>
                <a:lnTo>
                  <a:pt x="1021267" y="145882"/>
                </a:lnTo>
                <a:lnTo>
                  <a:pt x="1021267" y="72941"/>
                </a:lnTo>
                <a:lnTo>
                  <a:pt x="948325" y="72941"/>
                </a:lnTo>
                <a:close/>
                <a:moveTo>
                  <a:pt x="1240120" y="72941"/>
                </a:moveTo>
                <a:lnTo>
                  <a:pt x="1240120" y="145882"/>
                </a:lnTo>
                <a:lnTo>
                  <a:pt x="1313061" y="145882"/>
                </a:lnTo>
                <a:lnTo>
                  <a:pt x="1313061" y="72941"/>
                </a:lnTo>
                <a:lnTo>
                  <a:pt x="1240120" y="72941"/>
                </a:lnTo>
                <a:close/>
                <a:moveTo>
                  <a:pt x="1313061" y="72941"/>
                </a:moveTo>
                <a:lnTo>
                  <a:pt x="1313061" y="145882"/>
                </a:lnTo>
                <a:lnTo>
                  <a:pt x="1386033" y="145882"/>
                </a:lnTo>
                <a:lnTo>
                  <a:pt x="1386033" y="72941"/>
                </a:lnTo>
                <a:lnTo>
                  <a:pt x="1313061" y="72941"/>
                </a:lnTo>
                <a:close/>
                <a:moveTo>
                  <a:pt x="1677827" y="72941"/>
                </a:moveTo>
                <a:lnTo>
                  <a:pt x="1677827" y="145882"/>
                </a:lnTo>
                <a:lnTo>
                  <a:pt x="1750768" y="145882"/>
                </a:lnTo>
                <a:lnTo>
                  <a:pt x="1750768" y="72941"/>
                </a:lnTo>
                <a:lnTo>
                  <a:pt x="1677827" y="72941"/>
                </a:lnTo>
                <a:close/>
                <a:moveTo>
                  <a:pt x="1896651" y="72941"/>
                </a:moveTo>
                <a:lnTo>
                  <a:pt x="1896651" y="145882"/>
                </a:lnTo>
                <a:lnTo>
                  <a:pt x="1969622" y="145882"/>
                </a:lnTo>
                <a:lnTo>
                  <a:pt x="1969622" y="72941"/>
                </a:lnTo>
                <a:lnTo>
                  <a:pt x="1896651" y="72941"/>
                </a:lnTo>
                <a:close/>
                <a:moveTo>
                  <a:pt x="2334358" y="72941"/>
                </a:moveTo>
                <a:lnTo>
                  <a:pt x="2334358" y="145882"/>
                </a:lnTo>
                <a:lnTo>
                  <a:pt x="2407299" y="145882"/>
                </a:lnTo>
                <a:lnTo>
                  <a:pt x="2407299" y="72941"/>
                </a:lnTo>
                <a:lnTo>
                  <a:pt x="2334358" y="72941"/>
                </a:lnTo>
                <a:close/>
                <a:moveTo>
                  <a:pt x="0" y="145882"/>
                </a:moveTo>
                <a:lnTo>
                  <a:pt x="0" y="218854"/>
                </a:lnTo>
                <a:lnTo>
                  <a:pt x="72941" y="218854"/>
                </a:lnTo>
                <a:lnTo>
                  <a:pt x="72941" y="145882"/>
                </a:lnTo>
                <a:lnTo>
                  <a:pt x="0" y="145882"/>
                </a:lnTo>
                <a:close/>
                <a:moveTo>
                  <a:pt x="145882" y="145882"/>
                </a:moveTo>
                <a:lnTo>
                  <a:pt x="145882" y="218854"/>
                </a:lnTo>
                <a:lnTo>
                  <a:pt x="218854" y="218854"/>
                </a:lnTo>
                <a:lnTo>
                  <a:pt x="218854" y="145882"/>
                </a:lnTo>
                <a:lnTo>
                  <a:pt x="145882" y="145882"/>
                </a:lnTo>
                <a:close/>
                <a:moveTo>
                  <a:pt x="218854" y="145882"/>
                </a:moveTo>
                <a:lnTo>
                  <a:pt x="218854" y="218854"/>
                </a:lnTo>
                <a:lnTo>
                  <a:pt x="291795" y="218854"/>
                </a:lnTo>
                <a:lnTo>
                  <a:pt x="291795" y="145882"/>
                </a:lnTo>
                <a:lnTo>
                  <a:pt x="218854" y="145882"/>
                </a:lnTo>
                <a:close/>
                <a:moveTo>
                  <a:pt x="291795" y="145882"/>
                </a:moveTo>
                <a:lnTo>
                  <a:pt x="291795" y="218854"/>
                </a:lnTo>
                <a:lnTo>
                  <a:pt x="364736" y="218854"/>
                </a:lnTo>
                <a:lnTo>
                  <a:pt x="364736" y="145882"/>
                </a:lnTo>
                <a:lnTo>
                  <a:pt x="291795" y="145882"/>
                </a:lnTo>
                <a:close/>
                <a:moveTo>
                  <a:pt x="437677" y="145882"/>
                </a:moveTo>
                <a:lnTo>
                  <a:pt x="437677" y="218854"/>
                </a:lnTo>
                <a:lnTo>
                  <a:pt x="510648" y="218854"/>
                </a:lnTo>
                <a:lnTo>
                  <a:pt x="510648" y="145882"/>
                </a:lnTo>
                <a:lnTo>
                  <a:pt x="437677" y="145882"/>
                </a:lnTo>
                <a:close/>
                <a:moveTo>
                  <a:pt x="583589" y="145882"/>
                </a:moveTo>
                <a:lnTo>
                  <a:pt x="583589" y="218854"/>
                </a:lnTo>
                <a:lnTo>
                  <a:pt x="656531" y="218854"/>
                </a:lnTo>
                <a:lnTo>
                  <a:pt x="656531" y="145882"/>
                </a:lnTo>
                <a:lnTo>
                  <a:pt x="583589" y="145882"/>
                </a:lnTo>
                <a:close/>
                <a:moveTo>
                  <a:pt x="656531" y="145882"/>
                </a:moveTo>
                <a:lnTo>
                  <a:pt x="656531" y="218854"/>
                </a:lnTo>
                <a:lnTo>
                  <a:pt x="729472" y="218854"/>
                </a:lnTo>
                <a:lnTo>
                  <a:pt x="729472" y="145882"/>
                </a:lnTo>
                <a:lnTo>
                  <a:pt x="656531" y="145882"/>
                </a:lnTo>
                <a:close/>
                <a:moveTo>
                  <a:pt x="729472" y="145882"/>
                </a:moveTo>
                <a:lnTo>
                  <a:pt x="729472" y="218854"/>
                </a:lnTo>
                <a:lnTo>
                  <a:pt x="802443" y="218854"/>
                </a:lnTo>
                <a:lnTo>
                  <a:pt x="802443" y="145882"/>
                </a:lnTo>
                <a:lnTo>
                  <a:pt x="729472" y="145882"/>
                </a:lnTo>
                <a:close/>
                <a:moveTo>
                  <a:pt x="948325" y="145882"/>
                </a:moveTo>
                <a:lnTo>
                  <a:pt x="948325" y="218854"/>
                </a:lnTo>
                <a:lnTo>
                  <a:pt x="1021267" y="218854"/>
                </a:lnTo>
                <a:lnTo>
                  <a:pt x="1021267" y="145882"/>
                </a:lnTo>
                <a:lnTo>
                  <a:pt x="948325" y="145882"/>
                </a:lnTo>
                <a:close/>
                <a:moveTo>
                  <a:pt x="1021267" y="145882"/>
                </a:moveTo>
                <a:lnTo>
                  <a:pt x="1021267" y="218854"/>
                </a:lnTo>
                <a:lnTo>
                  <a:pt x="1094238" y="218854"/>
                </a:lnTo>
                <a:lnTo>
                  <a:pt x="1094238" y="145882"/>
                </a:lnTo>
                <a:lnTo>
                  <a:pt x="1021267" y="145882"/>
                </a:lnTo>
                <a:close/>
                <a:moveTo>
                  <a:pt x="1094238" y="145882"/>
                </a:moveTo>
                <a:lnTo>
                  <a:pt x="1094238" y="218854"/>
                </a:lnTo>
                <a:lnTo>
                  <a:pt x="1167179" y="218854"/>
                </a:lnTo>
                <a:lnTo>
                  <a:pt x="1167179" y="145882"/>
                </a:lnTo>
                <a:lnTo>
                  <a:pt x="1094238" y="145882"/>
                </a:lnTo>
                <a:close/>
                <a:moveTo>
                  <a:pt x="1167179" y="145882"/>
                </a:moveTo>
                <a:lnTo>
                  <a:pt x="1167179" y="218854"/>
                </a:lnTo>
                <a:lnTo>
                  <a:pt x="1240120" y="218854"/>
                </a:lnTo>
                <a:lnTo>
                  <a:pt x="1240120" y="145882"/>
                </a:lnTo>
                <a:lnTo>
                  <a:pt x="1167179" y="145882"/>
                </a:lnTo>
                <a:close/>
                <a:moveTo>
                  <a:pt x="1240120" y="145882"/>
                </a:moveTo>
                <a:lnTo>
                  <a:pt x="1240120" y="218854"/>
                </a:lnTo>
                <a:lnTo>
                  <a:pt x="1313061" y="218854"/>
                </a:lnTo>
                <a:lnTo>
                  <a:pt x="1313061" y="145882"/>
                </a:lnTo>
                <a:lnTo>
                  <a:pt x="1240120" y="145882"/>
                </a:lnTo>
                <a:close/>
                <a:moveTo>
                  <a:pt x="1313061" y="145882"/>
                </a:moveTo>
                <a:lnTo>
                  <a:pt x="1313061" y="218854"/>
                </a:lnTo>
                <a:lnTo>
                  <a:pt x="1386033" y="218854"/>
                </a:lnTo>
                <a:lnTo>
                  <a:pt x="1386033" y="145882"/>
                </a:lnTo>
                <a:lnTo>
                  <a:pt x="1313061" y="145882"/>
                </a:lnTo>
                <a:close/>
                <a:moveTo>
                  <a:pt x="1386033" y="145882"/>
                </a:moveTo>
                <a:lnTo>
                  <a:pt x="1386033" y="218854"/>
                </a:lnTo>
                <a:lnTo>
                  <a:pt x="1458974" y="218854"/>
                </a:lnTo>
                <a:lnTo>
                  <a:pt x="1458974" y="145882"/>
                </a:lnTo>
                <a:lnTo>
                  <a:pt x="1386033" y="145882"/>
                </a:lnTo>
                <a:close/>
                <a:moveTo>
                  <a:pt x="1531915" y="145882"/>
                </a:moveTo>
                <a:lnTo>
                  <a:pt x="1531915" y="218854"/>
                </a:lnTo>
                <a:lnTo>
                  <a:pt x="1604856" y="218854"/>
                </a:lnTo>
                <a:lnTo>
                  <a:pt x="1604856" y="145882"/>
                </a:lnTo>
                <a:lnTo>
                  <a:pt x="1531915" y="145882"/>
                </a:lnTo>
                <a:close/>
                <a:moveTo>
                  <a:pt x="1677827" y="145882"/>
                </a:moveTo>
                <a:lnTo>
                  <a:pt x="1677827" y="218854"/>
                </a:lnTo>
                <a:lnTo>
                  <a:pt x="1750768" y="218854"/>
                </a:lnTo>
                <a:lnTo>
                  <a:pt x="1750768" y="145882"/>
                </a:lnTo>
                <a:lnTo>
                  <a:pt x="1677827" y="145882"/>
                </a:lnTo>
                <a:close/>
                <a:moveTo>
                  <a:pt x="1896651" y="145882"/>
                </a:moveTo>
                <a:lnTo>
                  <a:pt x="1896651" y="218854"/>
                </a:lnTo>
                <a:lnTo>
                  <a:pt x="1969622" y="218854"/>
                </a:lnTo>
                <a:lnTo>
                  <a:pt x="1969622" y="145882"/>
                </a:lnTo>
                <a:lnTo>
                  <a:pt x="1896651" y="145882"/>
                </a:lnTo>
                <a:close/>
                <a:moveTo>
                  <a:pt x="2042563" y="145882"/>
                </a:moveTo>
                <a:lnTo>
                  <a:pt x="2042563" y="218854"/>
                </a:lnTo>
                <a:lnTo>
                  <a:pt x="2115504" y="218854"/>
                </a:lnTo>
                <a:lnTo>
                  <a:pt x="2115504" y="145882"/>
                </a:lnTo>
                <a:lnTo>
                  <a:pt x="2042563" y="145882"/>
                </a:lnTo>
                <a:close/>
                <a:moveTo>
                  <a:pt x="2115504" y="145882"/>
                </a:moveTo>
                <a:lnTo>
                  <a:pt x="2115504" y="218854"/>
                </a:lnTo>
                <a:lnTo>
                  <a:pt x="2188446" y="218854"/>
                </a:lnTo>
                <a:lnTo>
                  <a:pt x="2188446" y="145882"/>
                </a:lnTo>
                <a:lnTo>
                  <a:pt x="2115504" y="145882"/>
                </a:lnTo>
                <a:close/>
                <a:moveTo>
                  <a:pt x="2188446" y="145882"/>
                </a:moveTo>
                <a:lnTo>
                  <a:pt x="2188446" y="218854"/>
                </a:lnTo>
                <a:lnTo>
                  <a:pt x="2261417" y="218854"/>
                </a:lnTo>
                <a:lnTo>
                  <a:pt x="2261417" y="145882"/>
                </a:lnTo>
                <a:lnTo>
                  <a:pt x="2188446" y="145882"/>
                </a:lnTo>
                <a:close/>
                <a:moveTo>
                  <a:pt x="2334358" y="145882"/>
                </a:moveTo>
                <a:lnTo>
                  <a:pt x="2334358" y="218854"/>
                </a:lnTo>
                <a:lnTo>
                  <a:pt x="2407299" y="218854"/>
                </a:lnTo>
                <a:lnTo>
                  <a:pt x="2407299" y="145882"/>
                </a:lnTo>
                <a:lnTo>
                  <a:pt x="2334358" y="145882"/>
                </a:lnTo>
                <a:close/>
                <a:moveTo>
                  <a:pt x="0" y="218854"/>
                </a:moveTo>
                <a:lnTo>
                  <a:pt x="0" y="291795"/>
                </a:lnTo>
                <a:lnTo>
                  <a:pt x="72941" y="291795"/>
                </a:lnTo>
                <a:lnTo>
                  <a:pt x="72941" y="218854"/>
                </a:lnTo>
                <a:lnTo>
                  <a:pt x="0" y="218854"/>
                </a:lnTo>
                <a:close/>
                <a:moveTo>
                  <a:pt x="145882" y="218854"/>
                </a:moveTo>
                <a:lnTo>
                  <a:pt x="145882" y="291795"/>
                </a:lnTo>
                <a:lnTo>
                  <a:pt x="218854" y="291795"/>
                </a:lnTo>
                <a:lnTo>
                  <a:pt x="218854" y="218854"/>
                </a:lnTo>
                <a:lnTo>
                  <a:pt x="145882" y="218854"/>
                </a:lnTo>
                <a:close/>
                <a:moveTo>
                  <a:pt x="218854" y="218854"/>
                </a:moveTo>
                <a:lnTo>
                  <a:pt x="218854" y="291795"/>
                </a:lnTo>
                <a:lnTo>
                  <a:pt x="291795" y="291795"/>
                </a:lnTo>
                <a:lnTo>
                  <a:pt x="291795" y="218854"/>
                </a:lnTo>
                <a:lnTo>
                  <a:pt x="218854" y="218854"/>
                </a:lnTo>
                <a:close/>
                <a:moveTo>
                  <a:pt x="291795" y="218854"/>
                </a:moveTo>
                <a:lnTo>
                  <a:pt x="291795" y="291795"/>
                </a:lnTo>
                <a:lnTo>
                  <a:pt x="364736" y="291795"/>
                </a:lnTo>
                <a:lnTo>
                  <a:pt x="364736" y="218854"/>
                </a:lnTo>
                <a:lnTo>
                  <a:pt x="291795" y="218854"/>
                </a:lnTo>
                <a:close/>
                <a:moveTo>
                  <a:pt x="437677" y="218854"/>
                </a:moveTo>
                <a:lnTo>
                  <a:pt x="437677" y="291795"/>
                </a:lnTo>
                <a:lnTo>
                  <a:pt x="510648" y="291795"/>
                </a:lnTo>
                <a:lnTo>
                  <a:pt x="510648" y="218854"/>
                </a:lnTo>
                <a:lnTo>
                  <a:pt x="437677" y="218854"/>
                </a:lnTo>
                <a:close/>
                <a:moveTo>
                  <a:pt x="583589" y="218854"/>
                </a:moveTo>
                <a:lnTo>
                  <a:pt x="583589" y="291795"/>
                </a:lnTo>
                <a:lnTo>
                  <a:pt x="656531" y="291795"/>
                </a:lnTo>
                <a:lnTo>
                  <a:pt x="656531" y="218854"/>
                </a:lnTo>
                <a:lnTo>
                  <a:pt x="583589" y="218854"/>
                </a:lnTo>
                <a:close/>
                <a:moveTo>
                  <a:pt x="656531" y="218854"/>
                </a:moveTo>
                <a:lnTo>
                  <a:pt x="656531" y="291795"/>
                </a:lnTo>
                <a:lnTo>
                  <a:pt x="729472" y="291795"/>
                </a:lnTo>
                <a:lnTo>
                  <a:pt x="729472" y="218854"/>
                </a:lnTo>
                <a:lnTo>
                  <a:pt x="656531" y="218854"/>
                </a:lnTo>
                <a:close/>
                <a:moveTo>
                  <a:pt x="729472" y="218854"/>
                </a:moveTo>
                <a:lnTo>
                  <a:pt x="729472" y="291795"/>
                </a:lnTo>
                <a:lnTo>
                  <a:pt x="802443" y="291795"/>
                </a:lnTo>
                <a:lnTo>
                  <a:pt x="802443" y="218854"/>
                </a:lnTo>
                <a:lnTo>
                  <a:pt x="729472" y="218854"/>
                </a:lnTo>
                <a:close/>
                <a:moveTo>
                  <a:pt x="802443" y="218854"/>
                </a:moveTo>
                <a:lnTo>
                  <a:pt x="802443" y="291795"/>
                </a:lnTo>
                <a:lnTo>
                  <a:pt x="875384" y="291795"/>
                </a:lnTo>
                <a:lnTo>
                  <a:pt x="875384" y="218854"/>
                </a:lnTo>
                <a:lnTo>
                  <a:pt x="802443" y="218854"/>
                </a:lnTo>
                <a:close/>
                <a:moveTo>
                  <a:pt x="1021267" y="218854"/>
                </a:moveTo>
                <a:lnTo>
                  <a:pt x="1021267" y="291795"/>
                </a:lnTo>
                <a:lnTo>
                  <a:pt x="1094238" y="291795"/>
                </a:lnTo>
                <a:lnTo>
                  <a:pt x="1094238" y="218854"/>
                </a:lnTo>
                <a:lnTo>
                  <a:pt x="1021267" y="218854"/>
                </a:lnTo>
                <a:close/>
                <a:moveTo>
                  <a:pt x="1240120" y="218854"/>
                </a:moveTo>
                <a:lnTo>
                  <a:pt x="1240120" y="291795"/>
                </a:lnTo>
                <a:lnTo>
                  <a:pt x="1313061" y="291795"/>
                </a:lnTo>
                <a:lnTo>
                  <a:pt x="1313061" y="218854"/>
                </a:lnTo>
                <a:lnTo>
                  <a:pt x="1240120" y="218854"/>
                </a:lnTo>
                <a:close/>
                <a:moveTo>
                  <a:pt x="1604856" y="218854"/>
                </a:moveTo>
                <a:lnTo>
                  <a:pt x="1604856" y="291795"/>
                </a:lnTo>
                <a:lnTo>
                  <a:pt x="1677827" y="291795"/>
                </a:lnTo>
                <a:lnTo>
                  <a:pt x="1677827" y="218854"/>
                </a:lnTo>
                <a:lnTo>
                  <a:pt x="1604856" y="218854"/>
                </a:lnTo>
                <a:close/>
                <a:moveTo>
                  <a:pt x="1750768" y="218854"/>
                </a:moveTo>
                <a:lnTo>
                  <a:pt x="1750768" y="291795"/>
                </a:lnTo>
                <a:lnTo>
                  <a:pt x="1823710" y="291795"/>
                </a:lnTo>
                <a:lnTo>
                  <a:pt x="1823710" y="218854"/>
                </a:lnTo>
                <a:lnTo>
                  <a:pt x="1750768" y="218854"/>
                </a:lnTo>
                <a:close/>
                <a:moveTo>
                  <a:pt x="1896651" y="218854"/>
                </a:moveTo>
                <a:lnTo>
                  <a:pt x="1896651" y="291795"/>
                </a:lnTo>
                <a:lnTo>
                  <a:pt x="1969622" y="291795"/>
                </a:lnTo>
                <a:lnTo>
                  <a:pt x="1969622" y="218854"/>
                </a:lnTo>
                <a:lnTo>
                  <a:pt x="1896651" y="218854"/>
                </a:lnTo>
                <a:close/>
                <a:moveTo>
                  <a:pt x="2042563" y="218854"/>
                </a:moveTo>
                <a:lnTo>
                  <a:pt x="2042563" y="291795"/>
                </a:lnTo>
                <a:lnTo>
                  <a:pt x="2115504" y="291795"/>
                </a:lnTo>
                <a:lnTo>
                  <a:pt x="2115504" y="218854"/>
                </a:lnTo>
                <a:lnTo>
                  <a:pt x="2042563" y="218854"/>
                </a:lnTo>
                <a:close/>
                <a:moveTo>
                  <a:pt x="2115504" y="218854"/>
                </a:moveTo>
                <a:lnTo>
                  <a:pt x="2115504" y="291795"/>
                </a:lnTo>
                <a:lnTo>
                  <a:pt x="2188446" y="291795"/>
                </a:lnTo>
                <a:lnTo>
                  <a:pt x="2188446" y="218854"/>
                </a:lnTo>
                <a:lnTo>
                  <a:pt x="2115504" y="218854"/>
                </a:lnTo>
                <a:close/>
                <a:moveTo>
                  <a:pt x="2188446" y="218854"/>
                </a:moveTo>
                <a:lnTo>
                  <a:pt x="2188446" y="291795"/>
                </a:lnTo>
                <a:lnTo>
                  <a:pt x="2261417" y="291795"/>
                </a:lnTo>
                <a:lnTo>
                  <a:pt x="2261417" y="218854"/>
                </a:lnTo>
                <a:lnTo>
                  <a:pt x="2188446" y="218854"/>
                </a:lnTo>
                <a:close/>
                <a:moveTo>
                  <a:pt x="2334358" y="218854"/>
                </a:moveTo>
                <a:lnTo>
                  <a:pt x="2334358" y="291795"/>
                </a:lnTo>
                <a:lnTo>
                  <a:pt x="2407299" y="291795"/>
                </a:lnTo>
                <a:lnTo>
                  <a:pt x="2407299" y="218854"/>
                </a:lnTo>
                <a:lnTo>
                  <a:pt x="2334358" y="218854"/>
                </a:lnTo>
                <a:close/>
                <a:moveTo>
                  <a:pt x="0" y="291795"/>
                </a:moveTo>
                <a:lnTo>
                  <a:pt x="0" y="364736"/>
                </a:lnTo>
                <a:lnTo>
                  <a:pt x="72941" y="364736"/>
                </a:lnTo>
                <a:lnTo>
                  <a:pt x="72941" y="291795"/>
                </a:lnTo>
                <a:lnTo>
                  <a:pt x="0" y="291795"/>
                </a:lnTo>
                <a:close/>
                <a:moveTo>
                  <a:pt x="145882" y="291795"/>
                </a:moveTo>
                <a:lnTo>
                  <a:pt x="145882" y="364736"/>
                </a:lnTo>
                <a:lnTo>
                  <a:pt x="218854" y="364736"/>
                </a:lnTo>
                <a:lnTo>
                  <a:pt x="218854" y="291795"/>
                </a:lnTo>
                <a:lnTo>
                  <a:pt x="145882" y="291795"/>
                </a:lnTo>
                <a:close/>
                <a:moveTo>
                  <a:pt x="218854" y="291795"/>
                </a:moveTo>
                <a:lnTo>
                  <a:pt x="218854" y="364736"/>
                </a:lnTo>
                <a:lnTo>
                  <a:pt x="291795" y="364736"/>
                </a:lnTo>
                <a:lnTo>
                  <a:pt x="291795" y="291795"/>
                </a:lnTo>
                <a:lnTo>
                  <a:pt x="218854" y="291795"/>
                </a:lnTo>
                <a:close/>
                <a:moveTo>
                  <a:pt x="291795" y="291795"/>
                </a:moveTo>
                <a:lnTo>
                  <a:pt x="291795" y="364736"/>
                </a:lnTo>
                <a:lnTo>
                  <a:pt x="364736" y="364736"/>
                </a:lnTo>
                <a:lnTo>
                  <a:pt x="364736" y="291795"/>
                </a:lnTo>
                <a:lnTo>
                  <a:pt x="291795" y="291795"/>
                </a:lnTo>
                <a:close/>
                <a:moveTo>
                  <a:pt x="437677" y="291795"/>
                </a:moveTo>
                <a:lnTo>
                  <a:pt x="437677" y="364736"/>
                </a:lnTo>
                <a:lnTo>
                  <a:pt x="510648" y="364736"/>
                </a:lnTo>
                <a:lnTo>
                  <a:pt x="510648" y="291795"/>
                </a:lnTo>
                <a:lnTo>
                  <a:pt x="437677" y="291795"/>
                </a:lnTo>
                <a:close/>
                <a:moveTo>
                  <a:pt x="656531" y="291795"/>
                </a:moveTo>
                <a:lnTo>
                  <a:pt x="656531" y="364736"/>
                </a:lnTo>
                <a:lnTo>
                  <a:pt x="729472" y="364736"/>
                </a:lnTo>
                <a:lnTo>
                  <a:pt x="729472" y="291795"/>
                </a:lnTo>
                <a:lnTo>
                  <a:pt x="656531" y="291795"/>
                </a:lnTo>
                <a:close/>
                <a:moveTo>
                  <a:pt x="948325" y="291795"/>
                </a:moveTo>
                <a:lnTo>
                  <a:pt x="948325" y="364736"/>
                </a:lnTo>
                <a:lnTo>
                  <a:pt x="1021267" y="364736"/>
                </a:lnTo>
                <a:lnTo>
                  <a:pt x="1021267" y="291795"/>
                </a:lnTo>
                <a:lnTo>
                  <a:pt x="948325" y="291795"/>
                </a:lnTo>
                <a:close/>
                <a:moveTo>
                  <a:pt x="1167179" y="291795"/>
                </a:moveTo>
                <a:lnTo>
                  <a:pt x="1167179" y="364736"/>
                </a:lnTo>
                <a:lnTo>
                  <a:pt x="1240120" y="364736"/>
                </a:lnTo>
                <a:lnTo>
                  <a:pt x="1240120" y="291795"/>
                </a:lnTo>
                <a:lnTo>
                  <a:pt x="1167179" y="291795"/>
                </a:lnTo>
                <a:close/>
                <a:moveTo>
                  <a:pt x="1386033" y="291795"/>
                </a:moveTo>
                <a:lnTo>
                  <a:pt x="1386033" y="364736"/>
                </a:lnTo>
                <a:lnTo>
                  <a:pt x="1458974" y="364736"/>
                </a:lnTo>
                <a:lnTo>
                  <a:pt x="1458974" y="291795"/>
                </a:lnTo>
                <a:lnTo>
                  <a:pt x="1386033" y="291795"/>
                </a:lnTo>
                <a:close/>
                <a:moveTo>
                  <a:pt x="1458974" y="291795"/>
                </a:moveTo>
                <a:lnTo>
                  <a:pt x="1458974" y="364736"/>
                </a:lnTo>
                <a:lnTo>
                  <a:pt x="1531915" y="364736"/>
                </a:lnTo>
                <a:lnTo>
                  <a:pt x="1531915" y="291795"/>
                </a:lnTo>
                <a:lnTo>
                  <a:pt x="1458974" y="291795"/>
                </a:lnTo>
                <a:close/>
                <a:moveTo>
                  <a:pt x="1531915" y="291795"/>
                </a:moveTo>
                <a:lnTo>
                  <a:pt x="1531915" y="364736"/>
                </a:lnTo>
                <a:lnTo>
                  <a:pt x="1604856" y="364736"/>
                </a:lnTo>
                <a:lnTo>
                  <a:pt x="1604856" y="291795"/>
                </a:lnTo>
                <a:lnTo>
                  <a:pt x="1531915" y="291795"/>
                </a:lnTo>
                <a:close/>
                <a:moveTo>
                  <a:pt x="1604856" y="291795"/>
                </a:moveTo>
                <a:lnTo>
                  <a:pt x="1604856" y="364736"/>
                </a:lnTo>
                <a:lnTo>
                  <a:pt x="1677827" y="364736"/>
                </a:lnTo>
                <a:lnTo>
                  <a:pt x="1677827" y="291795"/>
                </a:lnTo>
                <a:lnTo>
                  <a:pt x="1604856" y="291795"/>
                </a:lnTo>
                <a:close/>
                <a:moveTo>
                  <a:pt x="1677827" y="291795"/>
                </a:moveTo>
                <a:lnTo>
                  <a:pt x="1677827" y="364736"/>
                </a:lnTo>
                <a:lnTo>
                  <a:pt x="1750768" y="364736"/>
                </a:lnTo>
                <a:lnTo>
                  <a:pt x="1750768" y="291795"/>
                </a:lnTo>
                <a:lnTo>
                  <a:pt x="1677827" y="291795"/>
                </a:lnTo>
                <a:close/>
                <a:moveTo>
                  <a:pt x="1750768" y="291795"/>
                </a:moveTo>
                <a:lnTo>
                  <a:pt x="1750768" y="364736"/>
                </a:lnTo>
                <a:lnTo>
                  <a:pt x="1823710" y="364736"/>
                </a:lnTo>
                <a:lnTo>
                  <a:pt x="1823710" y="291795"/>
                </a:lnTo>
                <a:lnTo>
                  <a:pt x="1750768" y="291795"/>
                </a:lnTo>
                <a:close/>
                <a:moveTo>
                  <a:pt x="1896651" y="291795"/>
                </a:moveTo>
                <a:lnTo>
                  <a:pt x="1896651" y="364736"/>
                </a:lnTo>
                <a:lnTo>
                  <a:pt x="1969622" y="364736"/>
                </a:lnTo>
                <a:lnTo>
                  <a:pt x="1969622" y="291795"/>
                </a:lnTo>
                <a:lnTo>
                  <a:pt x="1896651" y="291795"/>
                </a:lnTo>
                <a:close/>
                <a:moveTo>
                  <a:pt x="2042563" y="291795"/>
                </a:moveTo>
                <a:lnTo>
                  <a:pt x="2042563" y="364736"/>
                </a:lnTo>
                <a:lnTo>
                  <a:pt x="2115504" y="364736"/>
                </a:lnTo>
                <a:lnTo>
                  <a:pt x="2115504" y="291795"/>
                </a:lnTo>
                <a:lnTo>
                  <a:pt x="2042563" y="291795"/>
                </a:lnTo>
                <a:close/>
                <a:moveTo>
                  <a:pt x="2115504" y="291795"/>
                </a:moveTo>
                <a:lnTo>
                  <a:pt x="2115504" y="364736"/>
                </a:lnTo>
                <a:lnTo>
                  <a:pt x="2188446" y="364736"/>
                </a:lnTo>
                <a:lnTo>
                  <a:pt x="2188446" y="291795"/>
                </a:lnTo>
                <a:lnTo>
                  <a:pt x="2115504" y="291795"/>
                </a:lnTo>
                <a:close/>
                <a:moveTo>
                  <a:pt x="2188446" y="291795"/>
                </a:moveTo>
                <a:lnTo>
                  <a:pt x="2188446" y="364736"/>
                </a:lnTo>
                <a:lnTo>
                  <a:pt x="2261417" y="364736"/>
                </a:lnTo>
                <a:lnTo>
                  <a:pt x="2261417" y="291795"/>
                </a:lnTo>
                <a:lnTo>
                  <a:pt x="2188446" y="291795"/>
                </a:lnTo>
                <a:close/>
                <a:moveTo>
                  <a:pt x="2334358" y="291795"/>
                </a:moveTo>
                <a:lnTo>
                  <a:pt x="2334358" y="364736"/>
                </a:lnTo>
                <a:lnTo>
                  <a:pt x="2407299" y="364736"/>
                </a:lnTo>
                <a:lnTo>
                  <a:pt x="2407299" y="291795"/>
                </a:lnTo>
                <a:lnTo>
                  <a:pt x="2334358" y="291795"/>
                </a:lnTo>
                <a:close/>
                <a:moveTo>
                  <a:pt x="0" y="364736"/>
                </a:moveTo>
                <a:lnTo>
                  <a:pt x="0" y="437677"/>
                </a:lnTo>
                <a:lnTo>
                  <a:pt x="72941" y="437677"/>
                </a:lnTo>
                <a:lnTo>
                  <a:pt x="72941" y="364736"/>
                </a:lnTo>
                <a:lnTo>
                  <a:pt x="0" y="364736"/>
                </a:lnTo>
                <a:close/>
                <a:moveTo>
                  <a:pt x="437677" y="364736"/>
                </a:moveTo>
                <a:lnTo>
                  <a:pt x="437677" y="437677"/>
                </a:lnTo>
                <a:lnTo>
                  <a:pt x="510648" y="437677"/>
                </a:lnTo>
                <a:lnTo>
                  <a:pt x="510648" y="364736"/>
                </a:lnTo>
                <a:lnTo>
                  <a:pt x="437677" y="364736"/>
                </a:lnTo>
                <a:close/>
                <a:moveTo>
                  <a:pt x="583589" y="364736"/>
                </a:moveTo>
                <a:lnTo>
                  <a:pt x="583589" y="437677"/>
                </a:lnTo>
                <a:lnTo>
                  <a:pt x="656531" y="437677"/>
                </a:lnTo>
                <a:lnTo>
                  <a:pt x="656531" y="364736"/>
                </a:lnTo>
                <a:lnTo>
                  <a:pt x="583589" y="364736"/>
                </a:lnTo>
                <a:close/>
                <a:moveTo>
                  <a:pt x="656531" y="364736"/>
                </a:moveTo>
                <a:lnTo>
                  <a:pt x="656531" y="437677"/>
                </a:lnTo>
                <a:lnTo>
                  <a:pt x="729472" y="437677"/>
                </a:lnTo>
                <a:lnTo>
                  <a:pt x="729472" y="364736"/>
                </a:lnTo>
                <a:lnTo>
                  <a:pt x="656531" y="364736"/>
                </a:lnTo>
                <a:close/>
                <a:moveTo>
                  <a:pt x="729472" y="364736"/>
                </a:moveTo>
                <a:lnTo>
                  <a:pt x="729472" y="437677"/>
                </a:lnTo>
                <a:lnTo>
                  <a:pt x="802443" y="437677"/>
                </a:lnTo>
                <a:lnTo>
                  <a:pt x="802443" y="364736"/>
                </a:lnTo>
                <a:lnTo>
                  <a:pt x="729472" y="364736"/>
                </a:lnTo>
                <a:close/>
                <a:moveTo>
                  <a:pt x="875384" y="364736"/>
                </a:moveTo>
                <a:lnTo>
                  <a:pt x="875384" y="437677"/>
                </a:lnTo>
                <a:lnTo>
                  <a:pt x="948325" y="437677"/>
                </a:lnTo>
                <a:lnTo>
                  <a:pt x="948325" y="364736"/>
                </a:lnTo>
                <a:lnTo>
                  <a:pt x="875384" y="364736"/>
                </a:lnTo>
                <a:close/>
                <a:moveTo>
                  <a:pt x="1094238" y="364736"/>
                </a:moveTo>
                <a:lnTo>
                  <a:pt x="1094238" y="437677"/>
                </a:lnTo>
                <a:lnTo>
                  <a:pt x="1167179" y="437677"/>
                </a:lnTo>
                <a:lnTo>
                  <a:pt x="1167179" y="364736"/>
                </a:lnTo>
                <a:lnTo>
                  <a:pt x="1094238" y="364736"/>
                </a:lnTo>
                <a:close/>
                <a:moveTo>
                  <a:pt x="1167179" y="364736"/>
                </a:moveTo>
                <a:lnTo>
                  <a:pt x="1167179" y="437677"/>
                </a:lnTo>
                <a:lnTo>
                  <a:pt x="1240120" y="437677"/>
                </a:lnTo>
                <a:lnTo>
                  <a:pt x="1240120" y="364736"/>
                </a:lnTo>
                <a:lnTo>
                  <a:pt x="1167179" y="364736"/>
                </a:lnTo>
                <a:close/>
                <a:moveTo>
                  <a:pt x="1240120" y="364736"/>
                </a:moveTo>
                <a:lnTo>
                  <a:pt x="1240120" y="437677"/>
                </a:lnTo>
                <a:lnTo>
                  <a:pt x="1313061" y="437677"/>
                </a:lnTo>
                <a:lnTo>
                  <a:pt x="1313061" y="364736"/>
                </a:lnTo>
                <a:lnTo>
                  <a:pt x="1240120" y="364736"/>
                </a:lnTo>
                <a:close/>
                <a:moveTo>
                  <a:pt x="1386033" y="364736"/>
                </a:moveTo>
                <a:lnTo>
                  <a:pt x="1386033" y="437677"/>
                </a:lnTo>
                <a:lnTo>
                  <a:pt x="1458974" y="437677"/>
                </a:lnTo>
                <a:lnTo>
                  <a:pt x="1458974" y="364736"/>
                </a:lnTo>
                <a:lnTo>
                  <a:pt x="1386033" y="364736"/>
                </a:lnTo>
                <a:close/>
                <a:moveTo>
                  <a:pt x="1531915" y="364736"/>
                </a:moveTo>
                <a:lnTo>
                  <a:pt x="1531915" y="437677"/>
                </a:lnTo>
                <a:lnTo>
                  <a:pt x="1604856" y="437677"/>
                </a:lnTo>
                <a:lnTo>
                  <a:pt x="1604856" y="364736"/>
                </a:lnTo>
                <a:lnTo>
                  <a:pt x="1531915" y="364736"/>
                </a:lnTo>
                <a:close/>
                <a:moveTo>
                  <a:pt x="1677827" y="364736"/>
                </a:moveTo>
                <a:lnTo>
                  <a:pt x="1677827" y="437677"/>
                </a:lnTo>
                <a:lnTo>
                  <a:pt x="1750768" y="437677"/>
                </a:lnTo>
                <a:lnTo>
                  <a:pt x="1750768" y="364736"/>
                </a:lnTo>
                <a:lnTo>
                  <a:pt x="1677827" y="364736"/>
                </a:lnTo>
                <a:close/>
                <a:moveTo>
                  <a:pt x="1896651" y="364736"/>
                </a:moveTo>
                <a:lnTo>
                  <a:pt x="1896651" y="437677"/>
                </a:lnTo>
                <a:lnTo>
                  <a:pt x="1969622" y="437677"/>
                </a:lnTo>
                <a:lnTo>
                  <a:pt x="1969622" y="364736"/>
                </a:lnTo>
                <a:lnTo>
                  <a:pt x="1896651" y="364736"/>
                </a:lnTo>
                <a:close/>
                <a:moveTo>
                  <a:pt x="2334358" y="364736"/>
                </a:moveTo>
                <a:lnTo>
                  <a:pt x="2334358" y="437677"/>
                </a:lnTo>
                <a:lnTo>
                  <a:pt x="2407299" y="437677"/>
                </a:lnTo>
                <a:lnTo>
                  <a:pt x="2407299" y="364736"/>
                </a:lnTo>
                <a:lnTo>
                  <a:pt x="2334358" y="364736"/>
                </a:lnTo>
                <a:close/>
                <a:moveTo>
                  <a:pt x="0" y="437677"/>
                </a:moveTo>
                <a:lnTo>
                  <a:pt x="0" y="510648"/>
                </a:lnTo>
                <a:lnTo>
                  <a:pt x="72941" y="510648"/>
                </a:lnTo>
                <a:lnTo>
                  <a:pt x="72941" y="437677"/>
                </a:lnTo>
                <a:lnTo>
                  <a:pt x="0" y="437677"/>
                </a:lnTo>
                <a:close/>
                <a:moveTo>
                  <a:pt x="72941" y="437677"/>
                </a:moveTo>
                <a:lnTo>
                  <a:pt x="72941" y="510648"/>
                </a:lnTo>
                <a:lnTo>
                  <a:pt x="145882" y="510648"/>
                </a:lnTo>
                <a:lnTo>
                  <a:pt x="145882" y="437677"/>
                </a:lnTo>
                <a:lnTo>
                  <a:pt x="72941" y="437677"/>
                </a:lnTo>
                <a:close/>
                <a:moveTo>
                  <a:pt x="145882" y="437677"/>
                </a:moveTo>
                <a:lnTo>
                  <a:pt x="145882" y="510648"/>
                </a:lnTo>
                <a:lnTo>
                  <a:pt x="218854" y="510648"/>
                </a:lnTo>
                <a:lnTo>
                  <a:pt x="218854" y="437677"/>
                </a:lnTo>
                <a:lnTo>
                  <a:pt x="145882" y="437677"/>
                </a:lnTo>
                <a:close/>
                <a:moveTo>
                  <a:pt x="218854" y="437677"/>
                </a:moveTo>
                <a:lnTo>
                  <a:pt x="218854" y="510648"/>
                </a:lnTo>
                <a:lnTo>
                  <a:pt x="291795" y="510648"/>
                </a:lnTo>
                <a:lnTo>
                  <a:pt x="291795" y="437677"/>
                </a:lnTo>
                <a:lnTo>
                  <a:pt x="218854" y="437677"/>
                </a:lnTo>
                <a:close/>
                <a:moveTo>
                  <a:pt x="291795" y="437677"/>
                </a:moveTo>
                <a:lnTo>
                  <a:pt x="291795" y="510648"/>
                </a:lnTo>
                <a:lnTo>
                  <a:pt x="364736" y="510648"/>
                </a:lnTo>
                <a:lnTo>
                  <a:pt x="364736" y="437677"/>
                </a:lnTo>
                <a:lnTo>
                  <a:pt x="291795" y="437677"/>
                </a:lnTo>
                <a:close/>
                <a:moveTo>
                  <a:pt x="364736" y="437677"/>
                </a:moveTo>
                <a:lnTo>
                  <a:pt x="364736" y="510648"/>
                </a:lnTo>
                <a:lnTo>
                  <a:pt x="437677" y="510648"/>
                </a:lnTo>
                <a:lnTo>
                  <a:pt x="437677" y="437677"/>
                </a:lnTo>
                <a:lnTo>
                  <a:pt x="364736" y="437677"/>
                </a:lnTo>
                <a:close/>
                <a:moveTo>
                  <a:pt x="437677" y="437677"/>
                </a:moveTo>
                <a:lnTo>
                  <a:pt x="437677" y="510648"/>
                </a:lnTo>
                <a:lnTo>
                  <a:pt x="510648" y="510648"/>
                </a:lnTo>
                <a:lnTo>
                  <a:pt x="510648" y="437677"/>
                </a:lnTo>
                <a:lnTo>
                  <a:pt x="437677" y="437677"/>
                </a:lnTo>
                <a:close/>
                <a:moveTo>
                  <a:pt x="583589" y="437677"/>
                </a:moveTo>
                <a:lnTo>
                  <a:pt x="583589" y="510648"/>
                </a:lnTo>
                <a:lnTo>
                  <a:pt x="656531" y="510648"/>
                </a:lnTo>
                <a:lnTo>
                  <a:pt x="656531" y="437677"/>
                </a:lnTo>
                <a:lnTo>
                  <a:pt x="583589" y="437677"/>
                </a:lnTo>
                <a:close/>
                <a:moveTo>
                  <a:pt x="729472" y="437677"/>
                </a:moveTo>
                <a:lnTo>
                  <a:pt x="729472" y="510648"/>
                </a:lnTo>
                <a:lnTo>
                  <a:pt x="802443" y="510648"/>
                </a:lnTo>
                <a:lnTo>
                  <a:pt x="802443" y="437677"/>
                </a:lnTo>
                <a:lnTo>
                  <a:pt x="729472" y="437677"/>
                </a:lnTo>
                <a:close/>
                <a:moveTo>
                  <a:pt x="875384" y="437677"/>
                </a:moveTo>
                <a:lnTo>
                  <a:pt x="875384" y="510648"/>
                </a:lnTo>
                <a:lnTo>
                  <a:pt x="948325" y="510648"/>
                </a:lnTo>
                <a:lnTo>
                  <a:pt x="948325" y="437677"/>
                </a:lnTo>
                <a:lnTo>
                  <a:pt x="875384" y="437677"/>
                </a:lnTo>
                <a:close/>
                <a:moveTo>
                  <a:pt x="1021267" y="437677"/>
                </a:moveTo>
                <a:lnTo>
                  <a:pt x="1021267" y="510648"/>
                </a:lnTo>
                <a:lnTo>
                  <a:pt x="1094238" y="510648"/>
                </a:lnTo>
                <a:lnTo>
                  <a:pt x="1094238" y="437677"/>
                </a:lnTo>
                <a:lnTo>
                  <a:pt x="1021267" y="437677"/>
                </a:lnTo>
                <a:close/>
                <a:moveTo>
                  <a:pt x="1167179" y="437677"/>
                </a:moveTo>
                <a:lnTo>
                  <a:pt x="1167179" y="510648"/>
                </a:lnTo>
                <a:lnTo>
                  <a:pt x="1240120" y="510648"/>
                </a:lnTo>
                <a:lnTo>
                  <a:pt x="1240120" y="437677"/>
                </a:lnTo>
                <a:lnTo>
                  <a:pt x="1167179" y="437677"/>
                </a:lnTo>
                <a:close/>
                <a:moveTo>
                  <a:pt x="1313061" y="437677"/>
                </a:moveTo>
                <a:lnTo>
                  <a:pt x="1313061" y="510648"/>
                </a:lnTo>
                <a:lnTo>
                  <a:pt x="1386033" y="510648"/>
                </a:lnTo>
                <a:lnTo>
                  <a:pt x="1386033" y="437677"/>
                </a:lnTo>
                <a:lnTo>
                  <a:pt x="1313061" y="437677"/>
                </a:lnTo>
                <a:close/>
                <a:moveTo>
                  <a:pt x="1458974" y="437677"/>
                </a:moveTo>
                <a:lnTo>
                  <a:pt x="1458974" y="510648"/>
                </a:lnTo>
                <a:lnTo>
                  <a:pt x="1531915" y="510648"/>
                </a:lnTo>
                <a:lnTo>
                  <a:pt x="1531915" y="437677"/>
                </a:lnTo>
                <a:lnTo>
                  <a:pt x="1458974" y="437677"/>
                </a:lnTo>
                <a:close/>
                <a:moveTo>
                  <a:pt x="1604856" y="437677"/>
                </a:moveTo>
                <a:lnTo>
                  <a:pt x="1604856" y="510648"/>
                </a:lnTo>
                <a:lnTo>
                  <a:pt x="1677827" y="510648"/>
                </a:lnTo>
                <a:lnTo>
                  <a:pt x="1677827" y="437677"/>
                </a:lnTo>
                <a:lnTo>
                  <a:pt x="1604856" y="437677"/>
                </a:lnTo>
                <a:close/>
                <a:moveTo>
                  <a:pt x="1750768" y="437677"/>
                </a:moveTo>
                <a:lnTo>
                  <a:pt x="1750768" y="510648"/>
                </a:lnTo>
                <a:lnTo>
                  <a:pt x="1823710" y="510648"/>
                </a:lnTo>
                <a:lnTo>
                  <a:pt x="1823710" y="437677"/>
                </a:lnTo>
                <a:lnTo>
                  <a:pt x="1750768" y="437677"/>
                </a:lnTo>
                <a:close/>
                <a:moveTo>
                  <a:pt x="1896651" y="437677"/>
                </a:moveTo>
                <a:lnTo>
                  <a:pt x="1896651" y="510648"/>
                </a:lnTo>
                <a:lnTo>
                  <a:pt x="1969622" y="510648"/>
                </a:lnTo>
                <a:lnTo>
                  <a:pt x="1969622" y="437677"/>
                </a:lnTo>
                <a:lnTo>
                  <a:pt x="1896651" y="437677"/>
                </a:lnTo>
                <a:close/>
                <a:moveTo>
                  <a:pt x="1969622" y="437677"/>
                </a:moveTo>
                <a:lnTo>
                  <a:pt x="1969622" y="510648"/>
                </a:lnTo>
                <a:lnTo>
                  <a:pt x="2042563" y="510648"/>
                </a:lnTo>
                <a:lnTo>
                  <a:pt x="2042563" y="437677"/>
                </a:lnTo>
                <a:lnTo>
                  <a:pt x="1969622" y="437677"/>
                </a:lnTo>
                <a:close/>
                <a:moveTo>
                  <a:pt x="2042563" y="437677"/>
                </a:moveTo>
                <a:lnTo>
                  <a:pt x="2042563" y="510648"/>
                </a:lnTo>
                <a:lnTo>
                  <a:pt x="2115504" y="510648"/>
                </a:lnTo>
                <a:lnTo>
                  <a:pt x="2115504" y="437677"/>
                </a:lnTo>
                <a:lnTo>
                  <a:pt x="2042563" y="437677"/>
                </a:lnTo>
                <a:close/>
                <a:moveTo>
                  <a:pt x="2115504" y="437677"/>
                </a:moveTo>
                <a:lnTo>
                  <a:pt x="2115504" y="510648"/>
                </a:lnTo>
                <a:lnTo>
                  <a:pt x="2188446" y="510648"/>
                </a:lnTo>
                <a:lnTo>
                  <a:pt x="2188446" y="437677"/>
                </a:lnTo>
                <a:lnTo>
                  <a:pt x="2115504" y="437677"/>
                </a:lnTo>
                <a:close/>
                <a:moveTo>
                  <a:pt x="2188446" y="437677"/>
                </a:moveTo>
                <a:lnTo>
                  <a:pt x="2188446" y="510648"/>
                </a:lnTo>
                <a:lnTo>
                  <a:pt x="2261417" y="510648"/>
                </a:lnTo>
                <a:lnTo>
                  <a:pt x="2261417" y="437677"/>
                </a:lnTo>
                <a:lnTo>
                  <a:pt x="2188446" y="437677"/>
                </a:lnTo>
                <a:close/>
                <a:moveTo>
                  <a:pt x="2261417" y="437677"/>
                </a:moveTo>
                <a:lnTo>
                  <a:pt x="2261417" y="510648"/>
                </a:lnTo>
                <a:lnTo>
                  <a:pt x="2334358" y="510648"/>
                </a:lnTo>
                <a:lnTo>
                  <a:pt x="2334358" y="437677"/>
                </a:lnTo>
                <a:lnTo>
                  <a:pt x="2261417" y="437677"/>
                </a:lnTo>
                <a:close/>
                <a:moveTo>
                  <a:pt x="2334358" y="437677"/>
                </a:moveTo>
                <a:lnTo>
                  <a:pt x="2334358" y="510648"/>
                </a:lnTo>
                <a:lnTo>
                  <a:pt x="2407299" y="510648"/>
                </a:lnTo>
                <a:lnTo>
                  <a:pt x="2407299" y="437677"/>
                </a:lnTo>
                <a:lnTo>
                  <a:pt x="2334358" y="437677"/>
                </a:lnTo>
                <a:close/>
                <a:moveTo>
                  <a:pt x="583589" y="510648"/>
                </a:moveTo>
                <a:lnTo>
                  <a:pt x="583589" y="583589"/>
                </a:lnTo>
                <a:lnTo>
                  <a:pt x="656531" y="583589"/>
                </a:lnTo>
                <a:lnTo>
                  <a:pt x="656531" y="510648"/>
                </a:lnTo>
                <a:lnTo>
                  <a:pt x="583589" y="510648"/>
                </a:lnTo>
                <a:close/>
                <a:moveTo>
                  <a:pt x="656531" y="510648"/>
                </a:moveTo>
                <a:lnTo>
                  <a:pt x="656531" y="583589"/>
                </a:lnTo>
                <a:lnTo>
                  <a:pt x="729472" y="583589"/>
                </a:lnTo>
                <a:lnTo>
                  <a:pt x="729472" y="510648"/>
                </a:lnTo>
                <a:lnTo>
                  <a:pt x="656531" y="510648"/>
                </a:lnTo>
                <a:close/>
                <a:moveTo>
                  <a:pt x="875384" y="510648"/>
                </a:moveTo>
                <a:lnTo>
                  <a:pt x="875384" y="583589"/>
                </a:lnTo>
                <a:lnTo>
                  <a:pt x="948325" y="583589"/>
                </a:lnTo>
                <a:lnTo>
                  <a:pt x="948325" y="510648"/>
                </a:lnTo>
                <a:lnTo>
                  <a:pt x="875384" y="510648"/>
                </a:lnTo>
                <a:close/>
                <a:moveTo>
                  <a:pt x="948325" y="510648"/>
                </a:moveTo>
                <a:lnTo>
                  <a:pt x="948325" y="583589"/>
                </a:lnTo>
                <a:lnTo>
                  <a:pt x="1021267" y="583589"/>
                </a:lnTo>
                <a:lnTo>
                  <a:pt x="1021267" y="510648"/>
                </a:lnTo>
                <a:lnTo>
                  <a:pt x="948325" y="510648"/>
                </a:lnTo>
                <a:close/>
                <a:moveTo>
                  <a:pt x="1094238" y="510648"/>
                </a:moveTo>
                <a:lnTo>
                  <a:pt x="1094238" y="583589"/>
                </a:lnTo>
                <a:lnTo>
                  <a:pt x="1167179" y="583589"/>
                </a:lnTo>
                <a:lnTo>
                  <a:pt x="1167179" y="510648"/>
                </a:lnTo>
                <a:lnTo>
                  <a:pt x="1094238" y="510648"/>
                </a:lnTo>
                <a:close/>
                <a:moveTo>
                  <a:pt x="1167179" y="510648"/>
                </a:moveTo>
                <a:lnTo>
                  <a:pt x="1167179" y="583589"/>
                </a:lnTo>
                <a:lnTo>
                  <a:pt x="1240120" y="583589"/>
                </a:lnTo>
                <a:lnTo>
                  <a:pt x="1240120" y="510648"/>
                </a:lnTo>
                <a:lnTo>
                  <a:pt x="1167179" y="510648"/>
                </a:lnTo>
                <a:close/>
                <a:moveTo>
                  <a:pt x="1386033" y="510648"/>
                </a:moveTo>
                <a:lnTo>
                  <a:pt x="1386033" y="583589"/>
                </a:lnTo>
                <a:lnTo>
                  <a:pt x="1458974" y="583589"/>
                </a:lnTo>
                <a:lnTo>
                  <a:pt x="1458974" y="510648"/>
                </a:lnTo>
                <a:lnTo>
                  <a:pt x="1386033" y="510648"/>
                </a:lnTo>
                <a:close/>
                <a:moveTo>
                  <a:pt x="1458974" y="510648"/>
                </a:moveTo>
                <a:lnTo>
                  <a:pt x="1458974" y="583589"/>
                </a:lnTo>
                <a:lnTo>
                  <a:pt x="1531915" y="583589"/>
                </a:lnTo>
                <a:lnTo>
                  <a:pt x="1531915" y="510648"/>
                </a:lnTo>
                <a:lnTo>
                  <a:pt x="1458974" y="510648"/>
                </a:lnTo>
                <a:close/>
                <a:moveTo>
                  <a:pt x="1531915" y="510648"/>
                </a:moveTo>
                <a:lnTo>
                  <a:pt x="1531915" y="583589"/>
                </a:lnTo>
                <a:lnTo>
                  <a:pt x="1604856" y="583589"/>
                </a:lnTo>
                <a:lnTo>
                  <a:pt x="1604856" y="510648"/>
                </a:lnTo>
                <a:lnTo>
                  <a:pt x="1531915" y="510648"/>
                </a:lnTo>
                <a:close/>
                <a:moveTo>
                  <a:pt x="1604856" y="510648"/>
                </a:moveTo>
                <a:lnTo>
                  <a:pt x="1604856" y="583589"/>
                </a:lnTo>
                <a:lnTo>
                  <a:pt x="1677827" y="583589"/>
                </a:lnTo>
                <a:lnTo>
                  <a:pt x="1677827" y="510648"/>
                </a:lnTo>
                <a:lnTo>
                  <a:pt x="1604856" y="510648"/>
                </a:lnTo>
                <a:close/>
                <a:moveTo>
                  <a:pt x="1677827" y="510648"/>
                </a:moveTo>
                <a:lnTo>
                  <a:pt x="1677827" y="583589"/>
                </a:lnTo>
                <a:lnTo>
                  <a:pt x="1750768" y="583589"/>
                </a:lnTo>
                <a:lnTo>
                  <a:pt x="1750768" y="510648"/>
                </a:lnTo>
                <a:lnTo>
                  <a:pt x="1677827" y="510648"/>
                </a:lnTo>
                <a:close/>
                <a:moveTo>
                  <a:pt x="1750768" y="510648"/>
                </a:moveTo>
                <a:lnTo>
                  <a:pt x="1750768" y="583589"/>
                </a:lnTo>
                <a:lnTo>
                  <a:pt x="1823710" y="583589"/>
                </a:lnTo>
                <a:lnTo>
                  <a:pt x="1823710" y="510648"/>
                </a:lnTo>
                <a:lnTo>
                  <a:pt x="1750768" y="510648"/>
                </a:lnTo>
                <a:close/>
                <a:moveTo>
                  <a:pt x="0" y="583589"/>
                </a:moveTo>
                <a:lnTo>
                  <a:pt x="0" y="656531"/>
                </a:lnTo>
                <a:lnTo>
                  <a:pt x="72941" y="656531"/>
                </a:lnTo>
                <a:lnTo>
                  <a:pt x="72941" y="583589"/>
                </a:lnTo>
                <a:lnTo>
                  <a:pt x="0" y="583589"/>
                </a:lnTo>
                <a:close/>
                <a:moveTo>
                  <a:pt x="72941" y="583589"/>
                </a:moveTo>
                <a:lnTo>
                  <a:pt x="72941" y="656531"/>
                </a:lnTo>
                <a:lnTo>
                  <a:pt x="145882" y="656531"/>
                </a:lnTo>
                <a:lnTo>
                  <a:pt x="145882" y="583589"/>
                </a:lnTo>
                <a:lnTo>
                  <a:pt x="72941" y="583589"/>
                </a:lnTo>
                <a:close/>
                <a:moveTo>
                  <a:pt x="218854" y="583589"/>
                </a:moveTo>
                <a:lnTo>
                  <a:pt x="218854" y="656531"/>
                </a:lnTo>
                <a:lnTo>
                  <a:pt x="291795" y="656531"/>
                </a:lnTo>
                <a:lnTo>
                  <a:pt x="291795" y="583589"/>
                </a:lnTo>
                <a:lnTo>
                  <a:pt x="218854" y="583589"/>
                </a:lnTo>
                <a:close/>
                <a:moveTo>
                  <a:pt x="437677" y="583589"/>
                </a:moveTo>
                <a:lnTo>
                  <a:pt x="437677" y="656531"/>
                </a:lnTo>
                <a:lnTo>
                  <a:pt x="510648" y="656531"/>
                </a:lnTo>
                <a:lnTo>
                  <a:pt x="510648" y="583589"/>
                </a:lnTo>
                <a:lnTo>
                  <a:pt x="437677" y="583589"/>
                </a:lnTo>
                <a:close/>
                <a:moveTo>
                  <a:pt x="510648" y="583589"/>
                </a:moveTo>
                <a:lnTo>
                  <a:pt x="510648" y="656531"/>
                </a:lnTo>
                <a:lnTo>
                  <a:pt x="583589" y="656531"/>
                </a:lnTo>
                <a:lnTo>
                  <a:pt x="583589" y="583589"/>
                </a:lnTo>
                <a:lnTo>
                  <a:pt x="510648" y="583589"/>
                </a:lnTo>
                <a:close/>
                <a:moveTo>
                  <a:pt x="656531" y="583589"/>
                </a:moveTo>
                <a:lnTo>
                  <a:pt x="656531" y="656531"/>
                </a:lnTo>
                <a:lnTo>
                  <a:pt x="729472" y="656531"/>
                </a:lnTo>
                <a:lnTo>
                  <a:pt x="729472" y="583589"/>
                </a:lnTo>
                <a:lnTo>
                  <a:pt x="656531" y="583589"/>
                </a:lnTo>
                <a:close/>
                <a:moveTo>
                  <a:pt x="802443" y="583589"/>
                </a:moveTo>
                <a:lnTo>
                  <a:pt x="802443" y="656531"/>
                </a:lnTo>
                <a:lnTo>
                  <a:pt x="875384" y="656531"/>
                </a:lnTo>
                <a:lnTo>
                  <a:pt x="875384" y="583589"/>
                </a:lnTo>
                <a:lnTo>
                  <a:pt x="802443" y="583589"/>
                </a:lnTo>
                <a:close/>
                <a:moveTo>
                  <a:pt x="875384" y="583589"/>
                </a:moveTo>
                <a:lnTo>
                  <a:pt x="875384" y="656531"/>
                </a:lnTo>
                <a:lnTo>
                  <a:pt x="948325" y="656531"/>
                </a:lnTo>
                <a:lnTo>
                  <a:pt x="948325" y="583589"/>
                </a:lnTo>
                <a:lnTo>
                  <a:pt x="875384" y="583589"/>
                </a:lnTo>
                <a:close/>
                <a:moveTo>
                  <a:pt x="948325" y="583589"/>
                </a:moveTo>
                <a:lnTo>
                  <a:pt x="948325" y="656531"/>
                </a:lnTo>
                <a:lnTo>
                  <a:pt x="1021267" y="656531"/>
                </a:lnTo>
                <a:lnTo>
                  <a:pt x="1021267" y="583589"/>
                </a:lnTo>
                <a:lnTo>
                  <a:pt x="948325" y="583589"/>
                </a:lnTo>
                <a:close/>
                <a:moveTo>
                  <a:pt x="1094238" y="583589"/>
                </a:moveTo>
                <a:lnTo>
                  <a:pt x="1094238" y="656531"/>
                </a:lnTo>
                <a:lnTo>
                  <a:pt x="1167179" y="656531"/>
                </a:lnTo>
                <a:lnTo>
                  <a:pt x="1167179" y="583589"/>
                </a:lnTo>
                <a:lnTo>
                  <a:pt x="1094238" y="583589"/>
                </a:lnTo>
                <a:close/>
                <a:moveTo>
                  <a:pt x="1167179" y="583589"/>
                </a:moveTo>
                <a:lnTo>
                  <a:pt x="1167179" y="656531"/>
                </a:lnTo>
                <a:lnTo>
                  <a:pt x="1240120" y="656531"/>
                </a:lnTo>
                <a:lnTo>
                  <a:pt x="1240120" y="583589"/>
                </a:lnTo>
                <a:lnTo>
                  <a:pt x="1167179" y="583589"/>
                </a:lnTo>
                <a:close/>
                <a:moveTo>
                  <a:pt x="1386033" y="583589"/>
                </a:moveTo>
                <a:lnTo>
                  <a:pt x="1386033" y="656531"/>
                </a:lnTo>
                <a:lnTo>
                  <a:pt x="1458974" y="656531"/>
                </a:lnTo>
                <a:lnTo>
                  <a:pt x="1458974" y="583589"/>
                </a:lnTo>
                <a:lnTo>
                  <a:pt x="1386033" y="583589"/>
                </a:lnTo>
                <a:close/>
                <a:moveTo>
                  <a:pt x="1458974" y="583589"/>
                </a:moveTo>
                <a:lnTo>
                  <a:pt x="1458974" y="656531"/>
                </a:lnTo>
                <a:lnTo>
                  <a:pt x="1531915" y="656531"/>
                </a:lnTo>
                <a:lnTo>
                  <a:pt x="1531915" y="583589"/>
                </a:lnTo>
                <a:lnTo>
                  <a:pt x="1458974" y="583589"/>
                </a:lnTo>
                <a:close/>
                <a:moveTo>
                  <a:pt x="1750768" y="583589"/>
                </a:moveTo>
                <a:lnTo>
                  <a:pt x="1750768" y="656531"/>
                </a:lnTo>
                <a:lnTo>
                  <a:pt x="1823710" y="656531"/>
                </a:lnTo>
                <a:lnTo>
                  <a:pt x="1823710" y="583589"/>
                </a:lnTo>
                <a:lnTo>
                  <a:pt x="1750768" y="583589"/>
                </a:lnTo>
                <a:close/>
                <a:moveTo>
                  <a:pt x="1823710" y="583589"/>
                </a:moveTo>
                <a:lnTo>
                  <a:pt x="1823710" y="656531"/>
                </a:lnTo>
                <a:lnTo>
                  <a:pt x="1896651" y="656531"/>
                </a:lnTo>
                <a:lnTo>
                  <a:pt x="1896651" y="583589"/>
                </a:lnTo>
                <a:lnTo>
                  <a:pt x="1823710" y="583589"/>
                </a:lnTo>
                <a:close/>
                <a:moveTo>
                  <a:pt x="1896651" y="583589"/>
                </a:moveTo>
                <a:lnTo>
                  <a:pt x="1896651" y="656531"/>
                </a:lnTo>
                <a:lnTo>
                  <a:pt x="1969622" y="656531"/>
                </a:lnTo>
                <a:lnTo>
                  <a:pt x="1969622" y="583589"/>
                </a:lnTo>
                <a:lnTo>
                  <a:pt x="1896651" y="583589"/>
                </a:lnTo>
                <a:close/>
                <a:moveTo>
                  <a:pt x="1969622" y="583589"/>
                </a:moveTo>
                <a:lnTo>
                  <a:pt x="1969622" y="656531"/>
                </a:lnTo>
                <a:lnTo>
                  <a:pt x="2042563" y="656531"/>
                </a:lnTo>
                <a:lnTo>
                  <a:pt x="2042563" y="583589"/>
                </a:lnTo>
                <a:lnTo>
                  <a:pt x="1969622" y="583589"/>
                </a:lnTo>
                <a:close/>
                <a:moveTo>
                  <a:pt x="2115504" y="583589"/>
                </a:moveTo>
                <a:lnTo>
                  <a:pt x="2115504" y="656531"/>
                </a:lnTo>
                <a:lnTo>
                  <a:pt x="2188446" y="656531"/>
                </a:lnTo>
                <a:lnTo>
                  <a:pt x="2188446" y="583589"/>
                </a:lnTo>
                <a:lnTo>
                  <a:pt x="2115504" y="583589"/>
                </a:lnTo>
                <a:close/>
                <a:moveTo>
                  <a:pt x="2188446" y="583589"/>
                </a:moveTo>
                <a:lnTo>
                  <a:pt x="2188446" y="656531"/>
                </a:lnTo>
                <a:lnTo>
                  <a:pt x="2261417" y="656531"/>
                </a:lnTo>
                <a:lnTo>
                  <a:pt x="2261417" y="583589"/>
                </a:lnTo>
                <a:lnTo>
                  <a:pt x="2188446" y="583589"/>
                </a:lnTo>
                <a:close/>
                <a:moveTo>
                  <a:pt x="2334358" y="583589"/>
                </a:moveTo>
                <a:lnTo>
                  <a:pt x="2334358" y="656531"/>
                </a:lnTo>
                <a:lnTo>
                  <a:pt x="2407299" y="656531"/>
                </a:lnTo>
                <a:lnTo>
                  <a:pt x="2407299" y="583589"/>
                </a:lnTo>
                <a:lnTo>
                  <a:pt x="2334358" y="583589"/>
                </a:lnTo>
                <a:close/>
                <a:moveTo>
                  <a:pt x="72941" y="656531"/>
                </a:moveTo>
                <a:lnTo>
                  <a:pt x="72941" y="729472"/>
                </a:lnTo>
                <a:lnTo>
                  <a:pt x="145882" y="729472"/>
                </a:lnTo>
                <a:lnTo>
                  <a:pt x="145882" y="656531"/>
                </a:lnTo>
                <a:lnTo>
                  <a:pt x="72941" y="656531"/>
                </a:lnTo>
                <a:close/>
                <a:moveTo>
                  <a:pt x="218854" y="656531"/>
                </a:moveTo>
                <a:lnTo>
                  <a:pt x="218854" y="729472"/>
                </a:lnTo>
                <a:lnTo>
                  <a:pt x="291795" y="729472"/>
                </a:lnTo>
                <a:lnTo>
                  <a:pt x="291795" y="656531"/>
                </a:lnTo>
                <a:lnTo>
                  <a:pt x="218854" y="656531"/>
                </a:lnTo>
                <a:close/>
                <a:moveTo>
                  <a:pt x="510648" y="656531"/>
                </a:moveTo>
                <a:lnTo>
                  <a:pt x="510648" y="729472"/>
                </a:lnTo>
                <a:lnTo>
                  <a:pt x="583589" y="729472"/>
                </a:lnTo>
                <a:lnTo>
                  <a:pt x="583589" y="656531"/>
                </a:lnTo>
                <a:lnTo>
                  <a:pt x="510648" y="656531"/>
                </a:lnTo>
                <a:close/>
                <a:moveTo>
                  <a:pt x="583589" y="656531"/>
                </a:moveTo>
                <a:lnTo>
                  <a:pt x="583589" y="729472"/>
                </a:lnTo>
                <a:lnTo>
                  <a:pt x="656531" y="729472"/>
                </a:lnTo>
                <a:lnTo>
                  <a:pt x="656531" y="656531"/>
                </a:lnTo>
                <a:lnTo>
                  <a:pt x="583589" y="656531"/>
                </a:lnTo>
                <a:close/>
                <a:moveTo>
                  <a:pt x="802443" y="656531"/>
                </a:moveTo>
                <a:lnTo>
                  <a:pt x="802443" y="729472"/>
                </a:lnTo>
                <a:lnTo>
                  <a:pt x="875384" y="729472"/>
                </a:lnTo>
                <a:lnTo>
                  <a:pt x="875384" y="656531"/>
                </a:lnTo>
                <a:lnTo>
                  <a:pt x="802443" y="656531"/>
                </a:lnTo>
                <a:close/>
                <a:moveTo>
                  <a:pt x="875384" y="656531"/>
                </a:moveTo>
                <a:lnTo>
                  <a:pt x="875384" y="729472"/>
                </a:lnTo>
                <a:lnTo>
                  <a:pt x="948325" y="729472"/>
                </a:lnTo>
                <a:lnTo>
                  <a:pt x="948325" y="656531"/>
                </a:lnTo>
                <a:lnTo>
                  <a:pt x="875384" y="656531"/>
                </a:lnTo>
                <a:close/>
                <a:moveTo>
                  <a:pt x="948325" y="656531"/>
                </a:moveTo>
                <a:lnTo>
                  <a:pt x="948325" y="729472"/>
                </a:lnTo>
                <a:lnTo>
                  <a:pt x="1021267" y="729472"/>
                </a:lnTo>
                <a:lnTo>
                  <a:pt x="1021267" y="656531"/>
                </a:lnTo>
                <a:lnTo>
                  <a:pt x="948325" y="656531"/>
                </a:lnTo>
                <a:close/>
                <a:moveTo>
                  <a:pt x="1021267" y="656531"/>
                </a:moveTo>
                <a:lnTo>
                  <a:pt x="1021267" y="729472"/>
                </a:lnTo>
                <a:lnTo>
                  <a:pt x="1094238" y="729472"/>
                </a:lnTo>
                <a:lnTo>
                  <a:pt x="1094238" y="656531"/>
                </a:lnTo>
                <a:lnTo>
                  <a:pt x="1021267" y="656531"/>
                </a:lnTo>
                <a:close/>
                <a:moveTo>
                  <a:pt x="1167179" y="656531"/>
                </a:moveTo>
                <a:lnTo>
                  <a:pt x="1167179" y="729472"/>
                </a:lnTo>
                <a:lnTo>
                  <a:pt x="1240120" y="729472"/>
                </a:lnTo>
                <a:lnTo>
                  <a:pt x="1240120" y="656531"/>
                </a:lnTo>
                <a:lnTo>
                  <a:pt x="1167179" y="656531"/>
                </a:lnTo>
                <a:close/>
                <a:moveTo>
                  <a:pt x="1313061" y="656531"/>
                </a:moveTo>
                <a:lnTo>
                  <a:pt x="1313061" y="729472"/>
                </a:lnTo>
                <a:lnTo>
                  <a:pt x="1386033" y="729472"/>
                </a:lnTo>
                <a:lnTo>
                  <a:pt x="1386033" y="656531"/>
                </a:lnTo>
                <a:lnTo>
                  <a:pt x="1313061" y="656531"/>
                </a:lnTo>
                <a:close/>
                <a:moveTo>
                  <a:pt x="1386033" y="656531"/>
                </a:moveTo>
                <a:lnTo>
                  <a:pt x="1386033" y="729472"/>
                </a:lnTo>
                <a:lnTo>
                  <a:pt x="1458974" y="729472"/>
                </a:lnTo>
                <a:lnTo>
                  <a:pt x="1458974" y="656531"/>
                </a:lnTo>
                <a:lnTo>
                  <a:pt x="1386033" y="656531"/>
                </a:lnTo>
                <a:close/>
                <a:moveTo>
                  <a:pt x="1531915" y="656531"/>
                </a:moveTo>
                <a:lnTo>
                  <a:pt x="1531915" y="729472"/>
                </a:lnTo>
                <a:lnTo>
                  <a:pt x="1604856" y="729472"/>
                </a:lnTo>
                <a:lnTo>
                  <a:pt x="1604856" y="656531"/>
                </a:lnTo>
                <a:lnTo>
                  <a:pt x="1531915" y="656531"/>
                </a:lnTo>
                <a:close/>
                <a:moveTo>
                  <a:pt x="1604856" y="656531"/>
                </a:moveTo>
                <a:lnTo>
                  <a:pt x="1604856" y="729472"/>
                </a:lnTo>
                <a:lnTo>
                  <a:pt x="1677827" y="729472"/>
                </a:lnTo>
                <a:lnTo>
                  <a:pt x="1677827" y="656531"/>
                </a:lnTo>
                <a:lnTo>
                  <a:pt x="1604856" y="656531"/>
                </a:lnTo>
                <a:close/>
                <a:moveTo>
                  <a:pt x="1677827" y="656531"/>
                </a:moveTo>
                <a:lnTo>
                  <a:pt x="1677827" y="729472"/>
                </a:lnTo>
                <a:lnTo>
                  <a:pt x="1750768" y="729472"/>
                </a:lnTo>
                <a:lnTo>
                  <a:pt x="1750768" y="656531"/>
                </a:lnTo>
                <a:lnTo>
                  <a:pt x="1677827" y="656531"/>
                </a:lnTo>
                <a:close/>
                <a:moveTo>
                  <a:pt x="1750768" y="656531"/>
                </a:moveTo>
                <a:lnTo>
                  <a:pt x="1750768" y="729472"/>
                </a:lnTo>
                <a:lnTo>
                  <a:pt x="1823710" y="729472"/>
                </a:lnTo>
                <a:lnTo>
                  <a:pt x="1823710" y="656531"/>
                </a:lnTo>
                <a:lnTo>
                  <a:pt x="1750768" y="656531"/>
                </a:lnTo>
                <a:close/>
                <a:moveTo>
                  <a:pt x="1823710" y="656531"/>
                </a:moveTo>
                <a:lnTo>
                  <a:pt x="1823710" y="729472"/>
                </a:lnTo>
                <a:lnTo>
                  <a:pt x="1896651" y="729472"/>
                </a:lnTo>
                <a:lnTo>
                  <a:pt x="1896651" y="656531"/>
                </a:lnTo>
                <a:lnTo>
                  <a:pt x="1823710" y="656531"/>
                </a:lnTo>
                <a:close/>
                <a:moveTo>
                  <a:pt x="1969622" y="656531"/>
                </a:moveTo>
                <a:lnTo>
                  <a:pt x="1969622" y="729472"/>
                </a:lnTo>
                <a:lnTo>
                  <a:pt x="2042563" y="729472"/>
                </a:lnTo>
                <a:lnTo>
                  <a:pt x="2042563" y="656531"/>
                </a:lnTo>
                <a:lnTo>
                  <a:pt x="1969622" y="656531"/>
                </a:lnTo>
                <a:close/>
                <a:moveTo>
                  <a:pt x="2188446" y="656531"/>
                </a:moveTo>
                <a:lnTo>
                  <a:pt x="2188446" y="729472"/>
                </a:lnTo>
                <a:lnTo>
                  <a:pt x="2261417" y="729472"/>
                </a:lnTo>
                <a:lnTo>
                  <a:pt x="2261417" y="656531"/>
                </a:lnTo>
                <a:lnTo>
                  <a:pt x="2188446" y="656531"/>
                </a:lnTo>
                <a:close/>
                <a:moveTo>
                  <a:pt x="2261417" y="656531"/>
                </a:moveTo>
                <a:lnTo>
                  <a:pt x="2261417" y="729472"/>
                </a:lnTo>
                <a:lnTo>
                  <a:pt x="2334358" y="729472"/>
                </a:lnTo>
                <a:lnTo>
                  <a:pt x="2334358" y="656531"/>
                </a:lnTo>
                <a:lnTo>
                  <a:pt x="2261417" y="656531"/>
                </a:lnTo>
                <a:close/>
                <a:moveTo>
                  <a:pt x="2334358" y="656531"/>
                </a:moveTo>
                <a:lnTo>
                  <a:pt x="2334358" y="729472"/>
                </a:lnTo>
                <a:lnTo>
                  <a:pt x="2407299" y="729472"/>
                </a:lnTo>
                <a:lnTo>
                  <a:pt x="2407299" y="656531"/>
                </a:lnTo>
                <a:lnTo>
                  <a:pt x="2334358" y="656531"/>
                </a:lnTo>
                <a:close/>
                <a:moveTo>
                  <a:pt x="0" y="729472"/>
                </a:moveTo>
                <a:lnTo>
                  <a:pt x="0" y="802443"/>
                </a:lnTo>
                <a:lnTo>
                  <a:pt x="72941" y="802443"/>
                </a:lnTo>
                <a:lnTo>
                  <a:pt x="72941" y="729472"/>
                </a:lnTo>
                <a:lnTo>
                  <a:pt x="0" y="729472"/>
                </a:lnTo>
                <a:close/>
                <a:moveTo>
                  <a:pt x="291795" y="729472"/>
                </a:moveTo>
                <a:lnTo>
                  <a:pt x="291795" y="802443"/>
                </a:lnTo>
                <a:lnTo>
                  <a:pt x="364736" y="802443"/>
                </a:lnTo>
                <a:lnTo>
                  <a:pt x="364736" y="729472"/>
                </a:lnTo>
                <a:lnTo>
                  <a:pt x="291795" y="729472"/>
                </a:lnTo>
                <a:close/>
                <a:moveTo>
                  <a:pt x="437677" y="729472"/>
                </a:moveTo>
                <a:lnTo>
                  <a:pt x="437677" y="802443"/>
                </a:lnTo>
                <a:lnTo>
                  <a:pt x="510648" y="802443"/>
                </a:lnTo>
                <a:lnTo>
                  <a:pt x="510648" y="729472"/>
                </a:lnTo>
                <a:lnTo>
                  <a:pt x="437677" y="729472"/>
                </a:lnTo>
                <a:close/>
                <a:moveTo>
                  <a:pt x="729472" y="729472"/>
                </a:moveTo>
                <a:lnTo>
                  <a:pt x="729472" y="802443"/>
                </a:lnTo>
                <a:lnTo>
                  <a:pt x="802443" y="802443"/>
                </a:lnTo>
                <a:lnTo>
                  <a:pt x="802443" y="729472"/>
                </a:lnTo>
                <a:lnTo>
                  <a:pt x="729472" y="729472"/>
                </a:lnTo>
                <a:close/>
                <a:moveTo>
                  <a:pt x="875384" y="729472"/>
                </a:moveTo>
                <a:lnTo>
                  <a:pt x="875384" y="802443"/>
                </a:lnTo>
                <a:lnTo>
                  <a:pt x="948325" y="802443"/>
                </a:lnTo>
                <a:lnTo>
                  <a:pt x="948325" y="729472"/>
                </a:lnTo>
                <a:lnTo>
                  <a:pt x="875384" y="729472"/>
                </a:lnTo>
                <a:close/>
                <a:moveTo>
                  <a:pt x="1094238" y="729472"/>
                </a:moveTo>
                <a:lnTo>
                  <a:pt x="1094238" y="802443"/>
                </a:lnTo>
                <a:lnTo>
                  <a:pt x="1167179" y="802443"/>
                </a:lnTo>
                <a:lnTo>
                  <a:pt x="1167179" y="729472"/>
                </a:lnTo>
                <a:lnTo>
                  <a:pt x="1094238" y="729472"/>
                </a:lnTo>
                <a:close/>
                <a:moveTo>
                  <a:pt x="1167179" y="729472"/>
                </a:moveTo>
                <a:lnTo>
                  <a:pt x="1167179" y="802443"/>
                </a:lnTo>
                <a:lnTo>
                  <a:pt x="1240120" y="802443"/>
                </a:lnTo>
                <a:lnTo>
                  <a:pt x="1240120" y="729472"/>
                </a:lnTo>
                <a:lnTo>
                  <a:pt x="1167179" y="729472"/>
                </a:lnTo>
                <a:close/>
                <a:moveTo>
                  <a:pt x="1531915" y="729472"/>
                </a:moveTo>
                <a:lnTo>
                  <a:pt x="1531915" y="802443"/>
                </a:lnTo>
                <a:lnTo>
                  <a:pt x="1604856" y="802443"/>
                </a:lnTo>
                <a:lnTo>
                  <a:pt x="1604856" y="729472"/>
                </a:lnTo>
                <a:lnTo>
                  <a:pt x="1531915" y="729472"/>
                </a:lnTo>
                <a:close/>
                <a:moveTo>
                  <a:pt x="1604856" y="729472"/>
                </a:moveTo>
                <a:lnTo>
                  <a:pt x="1604856" y="802443"/>
                </a:lnTo>
                <a:lnTo>
                  <a:pt x="1677827" y="802443"/>
                </a:lnTo>
                <a:lnTo>
                  <a:pt x="1677827" y="729472"/>
                </a:lnTo>
                <a:lnTo>
                  <a:pt x="1604856" y="729472"/>
                </a:lnTo>
                <a:close/>
                <a:moveTo>
                  <a:pt x="1750768" y="729472"/>
                </a:moveTo>
                <a:lnTo>
                  <a:pt x="1750768" y="802443"/>
                </a:lnTo>
                <a:lnTo>
                  <a:pt x="1823710" y="802443"/>
                </a:lnTo>
                <a:lnTo>
                  <a:pt x="1823710" y="729472"/>
                </a:lnTo>
                <a:lnTo>
                  <a:pt x="1750768" y="729472"/>
                </a:lnTo>
                <a:close/>
                <a:moveTo>
                  <a:pt x="1969622" y="729472"/>
                </a:moveTo>
                <a:lnTo>
                  <a:pt x="1969622" y="802443"/>
                </a:lnTo>
                <a:lnTo>
                  <a:pt x="2042563" y="802443"/>
                </a:lnTo>
                <a:lnTo>
                  <a:pt x="2042563" y="729472"/>
                </a:lnTo>
                <a:lnTo>
                  <a:pt x="1969622" y="729472"/>
                </a:lnTo>
                <a:close/>
                <a:moveTo>
                  <a:pt x="2042563" y="729472"/>
                </a:moveTo>
                <a:lnTo>
                  <a:pt x="2042563" y="802443"/>
                </a:lnTo>
                <a:lnTo>
                  <a:pt x="2115504" y="802443"/>
                </a:lnTo>
                <a:lnTo>
                  <a:pt x="2115504" y="729472"/>
                </a:lnTo>
                <a:lnTo>
                  <a:pt x="2042563" y="729472"/>
                </a:lnTo>
                <a:close/>
                <a:moveTo>
                  <a:pt x="2115504" y="729472"/>
                </a:moveTo>
                <a:lnTo>
                  <a:pt x="2115504" y="802443"/>
                </a:lnTo>
                <a:lnTo>
                  <a:pt x="2188446" y="802443"/>
                </a:lnTo>
                <a:lnTo>
                  <a:pt x="2188446" y="729472"/>
                </a:lnTo>
                <a:lnTo>
                  <a:pt x="2115504" y="729472"/>
                </a:lnTo>
                <a:close/>
                <a:moveTo>
                  <a:pt x="2261417" y="729472"/>
                </a:moveTo>
                <a:lnTo>
                  <a:pt x="2261417" y="802443"/>
                </a:lnTo>
                <a:lnTo>
                  <a:pt x="2334358" y="802443"/>
                </a:lnTo>
                <a:lnTo>
                  <a:pt x="2334358" y="729472"/>
                </a:lnTo>
                <a:lnTo>
                  <a:pt x="2261417" y="729472"/>
                </a:lnTo>
                <a:close/>
                <a:moveTo>
                  <a:pt x="2334358" y="729472"/>
                </a:moveTo>
                <a:lnTo>
                  <a:pt x="2334358" y="802443"/>
                </a:lnTo>
                <a:lnTo>
                  <a:pt x="2407299" y="802443"/>
                </a:lnTo>
                <a:lnTo>
                  <a:pt x="2407299" y="729472"/>
                </a:lnTo>
                <a:lnTo>
                  <a:pt x="2334358" y="729472"/>
                </a:lnTo>
                <a:close/>
                <a:moveTo>
                  <a:pt x="0" y="802443"/>
                </a:moveTo>
                <a:lnTo>
                  <a:pt x="0" y="875384"/>
                </a:lnTo>
                <a:lnTo>
                  <a:pt x="72941" y="875384"/>
                </a:lnTo>
                <a:lnTo>
                  <a:pt x="72941" y="802443"/>
                </a:lnTo>
                <a:lnTo>
                  <a:pt x="0" y="802443"/>
                </a:lnTo>
                <a:close/>
                <a:moveTo>
                  <a:pt x="72941" y="802443"/>
                </a:moveTo>
                <a:lnTo>
                  <a:pt x="72941" y="875384"/>
                </a:lnTo>
                <a:lnTo>
                  <a:pt x="145882" y="875384"/>
                </a:lnTo>
                <a:lnTo>
                  <a:pt x="145882" y="802443"/>
                </a:lnTo>
                <a:lnTo>
                  <a:pt x="72941" y="802443"/>
                </a:lnTo>
                <a:close/>
                <a:moveTo>
                  <a:pt x="218854" y="802443"/>
                </a:moveTo>
                <a:lnTo>
                  <a:pt x="218854" y="875384"/>
                </a:lnTo>
                <a:lnTo>
                  <a:pt x="291795" y="875384"/>
                </a:lnTo>
                <a:lnTo>
                  <a:pt x="291795" y="802443"/>
                </a:lnTo>
                <a:lnTo>
                  <a:pt x="218854" y="802443"/>
                </a:lnTo>
                <a:close/>
                <a:moveTo>
                  <a:pt x="291795" y="802443"/>
                </a:moveTo>
                <a:lnTo>
                  <a:pt x="291795" y="875384"/>
                </a:lnTo>
                <a:lnTo>
                  <a:pt x="364736" y="875384"/>
                </a:lnTo>
                <a:lnTo>
                  <a:pt x="364736" y="802443"/>
                </a:lnTo>
                <a:lnTo>
                  <a:pt x="291795" y="802443"/>
                </a:lnTo>
                <a:close/>
                <a:moveTo>
                  <a:pt x="948325" y="802443"/>
                </a:moveTo>
                <a:lnTo>
                  <a:pt x="948325" y="875384"/>
                </a:lnTo>
                <a:lnTo>
                  <a:pt x="1021267" y="875384"/>
                </a:lnTo>
                <a:lnTo>
                  <a:pt x="1021267" y="802443"/>
                </a:lnTo>
                <a:lnTo>
                  <a:pt x="948325" y="802443"/>
                </a:lnTo>
                <a:close/>
                <a:moveTo>
                  <a:pt x="1021267" y="802443"/>
                </a:moveTo>
                <a:lnTo>
                  <a:pt x="1021267" y="875384"/>
                </a:lnTo>
                <a:lnTo>
                  <a:pt x="1094238" y="875384"/>
                </a:lnTo>
                <a:lnTo>
                  <a:pt x="1094238" y="802443"/>
                </a:lnTo>
                <a:lnTo>
                  <a:pt x="1021267" y="802443"/>
                </a:lnTo>
                <a:close/>
                <a:moveTo>
                  <a:pt x="1094238" y="802443"/>
                </a:moveTo>
                <a:lnTo>
                  <a:pt x="1094238" y="875384"/>
                </a:lnTo>
                <a:lnTo>
                  <a:pt x="1167179" y="875384"/>
                </a:lnTo>
                <a:lnTo>
                  <a:pt x="1167179" y="802443"/>
                </a:lnTo>
                <a:lnTo>
                  <a:pt x="1094238" y="802443"/>
                </a:lnTo>
                <a:close/>
                <a:moveTo>
                  <a:pt x="1167179" y="802443"/>
                </a:moveTo>
                <a:lnTo>
                  <a:pt x="1167179" y="875384"/>
                </a:lnTo>
                <a:lnTo>
                  <a:pt x="1240120" y="875384"/>
                </a:lnTo>
                <a:lnTo>
                  <a:pt x="1240120" y="802443"/>
                </a:lnTo>
                <a:lnTo>
                  <a:pt x="1167179" y="802443"/>
                </a:lnTo>
                <a:close/>
                <a:moveTo>
                  <a:pt x="1240120" y="802443"/>
                </a:moveTo>
                <a:lnTo>
                  <a:pt x="1240120" y="875384"/>
                </a:lnTo>
                <a:lnTo>
                  <a:pt x="1313061" y="875384"/>
                </a:lnTo>
                <a:lnTo>
                  <a:pt x="1313061" y="802443"/>
                </a:lnTo>
                <a:lnTo>
                  <a:pt x="1240120" y="802443"/>
                </a:lnTo>
                <a:close/>
                <a:moveTo>
                  <a:pt x="1313061" y="802443"/>
                </a:moveTo>
                <a:lnTo>
                  <a:pt x="1313061" y="875384"/>
                </a:lnTo>
                <a:lnTo>
                  <a:pt x="1386033" y="875384"/>
                </a:lnTo>
                <a:lnTo>
                  <a:pt x="1386033" y="802443"/>
                </a:lnTo>
                <a:lnTo>
                  <a:pt x="1313061" y="802443"/>
                </a:lnTo>
                <a:close/>
                <a:moveTo>
                  <a:pt x="1386033" y="802443"/>
                </a:moveTo>
                <a:lnTo>
                  <a:pt x="1386033" y="875384"/>
                </a:lnTo>
                <a:lnTo>
                  <a:pt x="1458974" y="875384"/>
                </a:lnTo>
                <a:lnTo>
                  <a:pt x="1458974" y="802443"/>
                </a:lnTo>
                <a:lnTo>
                  <a:pt x="1386033" y="802443"/>
                </a:lnTo>
                <a:close/>
                <a:moveTo>
                  <a:pt x="1531915" y="802443"/>
                </a:moveTo>
                <a:lnTo>
                  <a:pt x="1531915" y="875384"/>
                </a:lnTo>
                <a:lnTo>
                  <a:pt x="1604856" y="875384"/>
                </a:lnTo>
                <a:lnTo>
                  <a:pt x="1604856" y="802443"/>
                </a:lnTo>
                <a:lnTo>
                  <a:pt x="1531915" y="802443"/>
                </a:lnTo>
                <a:close/>
                <a:moveTo>
                  <a:pt x="1604856" y="802443"/>
                </a:moveTo>
                <a:lnTo>
                  <a:pt x="1604856" y="875384"/>
                </a:lnTo>
                <a:lnTo>
                  <a:pt x="1677827" y="875384"/>
                </a:lnTo>
                <a:lnTo>
                  <a:pt x="1677827" y="802443"/>
                </a:lnTo>
                <a:lnTo>
                  <a:pt x="1604856" y="802443"/>
                </a:lnTo>
                <a:close/>
                <a:moveTo>
                  <a:pt x="1677827" y="802443"/>
                </a:moveTo>
                <a:lnTo>
                  <a:pt x="1677827" y="875384"/>
                </a:lnTo>
                <a:lnTo>
                  <a:pt x="1750768" y="875384"/>
                </a:lnTo>
                <a:lnTo>
                  <a:pt x="1750768" y="802443"/>
                </a:lnTo>
                <a:lnTo>
                  <a:pt x="1677827" y="802443"/>
                </a:lnTo>
                <a:close/>
                <a:moveTo>
                  <a:pt x="1969622" y="802443"/>
                </a:moveTo>
                <a:lnTo>
                  <a:pt x="1969622" y="875384"/>
                </a:lnTo>
                <a:lnTo>
                  <a:pt x="2042563" y="875384"/>
                </a:lnTo>
                <a:lnTo>
                  <a:pt x="2042563" y="802443"/>
                </a:lnTo>
                <a:lnTo>
                  <a:pt x="1969622" y="802443"/>
                </a:lnTo>
                <a:close/>
                <a:moveTo>
                  <a:pt x="2042563" y="802443"/>
                </a:moveTo>
                <a:lnTo>
                  <a:pt x="2042563" y="875384"/>
                </a:lnTo>
                <a:lnTo>
                  <a:pt x="2115504" y="875384"/>
                </a:lnTo>
                <a:lnTo>
                  <a:pt x="2115504" y="802443"/>
                </a:lnTo>
                <a:lnTo>
                  <a:pt x="2042563" y="802443"/>
                </a:lnTo>
                <a:close/>
                <a:moveTo>
                  <a:pt x="2261417" y="802443"/>
                </a:moveTo>
                <a:lnTo>
                  <a:pt x="2261417" y="875384"/>
                </a:lnTo>
                <a:lnTo>
                  <a:pt x="2334358" y="875384"/>
                </a:lnTo>
                <a:lnTo>
                  <a:pt x="2334358" y="802443"/>
                </a:lnTo>
                <a:lnTo>
                  <a:pt x="2261417" y="802443"/>
                </a:lnTo>
                <a:close/>
                <a:moveTo>
                  <a:pt x="72941" y="875384"/>
                </a:moveTo>
                <a:lnTo>
                  <a:pt x="72941" y="948325"/>
                </a:lnTo>
                <a:lnTo>
                  <a:pt x="145882" y="948325"/>
                </a:lnTo>
                <a:lnTo>
                  <a:pt x="145882" y="875384"/>
                </a:lnTo>
                <a:lnTo>
                  <a:pt x="72941" y="875384"/>
                </a:lnTo>
                <a:close/>
                <a:moveTo>
                  <a:pt x="145882" y="875384"/>
                </a:moveTo>
                <a:lnTo>
                  <a:pt x="145882" y="948325"/>
                </a:lnTo>
                <a:lnTo>
                  <a:pt x="218854" y="948325"/>
                </a:lnTo>
                <a:lnTo>
                  <a:pt x="218854" y="875384"/>
                </a:lnTo>
                <a:lnTo>
                  <a:pt x="145882" y="875384"/>
                </a:lnTo>
                <a:close/>
                <a:moveTo>
                  <a:pt x="218854" y="875384"/>
                </a:moveTo>
                <a:lnTo>
                  <a:pt x="218854" y="948325"/>
                </a:lnTo>
                <a:lnTo>
                  <a:pt x="291795" y="948325"/>
                </a:lnTo>
                <a:lnTo>
                  <a:pt x="291795" y="875384"/>
                </a:lnTo>
                <a:lnTo>
                  <a:pt x="218854" y="875384"/>
                </a:lnTo>
                <a:close/>
                <a:moveTo>
                  <a:pt x="291795" y="875384"/>
                </a:moveTo>
                <a:lnTo>
                  <a:pt x="291795" y="948325"/>
                </a:lnTo>
                <a:lnTo>
                  <a:pt x="364736" y="948325"/>
                </a:lnTo>
                <a:lnTo>
                  <a:pt x="364736" y="875384"/>
                </a:lnTo>
                <a:lnTo>
                  <a:pt x="291795" y="875384"/>
                </a:lnTo>
                <a:close/>
                <a:moveTo>
                  <a:pt x="364736" y="875384"/>
                </a:moveTo>
                <a:lnTo>
                  <a:pt x="364736" y="948325"/>
                </a:lnTo>
                <a:lnTo>
                  <a:pt x="437677" y="948325"/>
                </a:lnTo>
                <a:lnTo>
                  <a:pt x="437677" y="875384"/>
                </a:lnTo>
                <a:lnTo>
                  <a:pt x="364736" y="875384"/>
                </a:lnTo>
                <a:close/>
                <a:moveTo>
                  <a:pt x="437677" y="875384"/>
                </a:moveTo>
                <a:lnTo>
                  <a:pt x="437677" y="948325"/>
                </a:lnTo>
                <a:lnTo>
                  <a:pt x="510648" y="948325"/>
                </a:lnTo>
                <a:lnTo>
                  <a:pt x="510648" y="875384"/>
                </a:lnTo>
                <a:lnTo>
                  <a:pt x="437677" y="875384"/>
                </a:lnTo>
                <a:close/>
                <a:moveTo>
                  <a:pt x="510648" y="875384"/>
                </a:moveTo>
                <a:lnTo>
                  <a:pt x="510648" y="948325"/>
                </a:lnTo>
                <a:lnTo>
                  <a:pt x="583589" y="948325"/>
                </a:lnTo>
                <a:lnTo>
                  <a:pt x="583589" y="875384"/>
                </a:lnTo>
                <a:lnTo>
                  <a:pt x="510648" y="875384"/>
                </a:lnTo>
                <a:close/>
                <a:moveTo>
                  <a:pt x="583589" y="875384"/>
                </a:moveTo>
                <a:lnTo>
                  <a:pt x="583589" y="948325"/>
                </a:lnTo>
                <a:lnTo>
                  <a:pt x="656531" y="948325"/>
                </a:lnTo>
                <a:lnTo>
                  <a:pt x="656531" y="875384"/>
                </a:lnTo>
                <a:lnTo>
                  <a:pt x="583589" y="875384"/>
                </a:lnTo>
                <a:close/>
                <a:moveTo>
                  <a:pt x="802443" y="875384"/>
                </a:moveTo>
                <a:lnTo>
                  <a:pt x="802443" y="948325"/>
                </a:lnTo>
                <a:lnTo>
                  <a:pt x="875384" y="948325"/>
                </a:lnTo>
                <a:lnTo>
                  <a:pt x="875384" y="875384"/>
                </a:lnTo>
                <a:lnTo>
                  <a:pt x="802443" y="875384"/>
                </a:lnTo>
                <a:close/>
                <a:moveTo>
                  <a:pt x="1094238" y="875384"/>
                </a:moveTo>
                <a:lnTo>
                  <a:pt x="1094238" y="948325"/>
                </a:lnTo>
                <a:lnTo>
                  <a:pt x="1167179" y="948325"/>
                </a:lnTo>
                <a:lnTo>
                  <a:pt x="1167179" y="875384"/>
                </a:lnTo>
                <a:lnTo>
                  <a:pt x="1094238" y="875384"/>
                </a:lnTo>
                <a:close/>
                <a:moveTo>
                  <a:pt x="1167179" y="875384"/>
                </a:moveTo>
                <a:lnTo>
                  <a:pt x="1167179" y="948325"/>
                </a:lnTo>
                <a:lnTo>
                  <a:pt x="1240120" y="948325"/>
                </a:lnTo>
                <a:lnTo>
                  <a:pt x="1240120" y="875384"/>
                </a:lnTo>
                <a:lnTo>
                  <a:pt x="1167179" y="875384"/>
                </a:lnTo>
                <a:close/>
                <a:moveTo>
                  <a:pt x="1240120" y="875384"/>
                </a:moveTo>
                <a:lnTo>
                  <a:pt x="1240120" y="948325"/>
                </a:lnTo>
                <a:lnTo>
                  <a:pt x="1313061" y="948325"/>
                </a:lnTo>
                <a:lnTo>
                  <a:pt x="1313061" y="875384"/>
                </a:lnTo>
                <a:lnTo>
                  <a:pt x="1240120" y="875384"/>
                </a:lnTo>
                <a:close/>
                <a:moveTo>
                  <a:pt x="1313061" y="875384"/>
                </a:moveTo>
                <a:lnTo>
                  <a:pt x="1313061" y="948325"/>
                </a:lnTo>
                <a:lnTo>
                  <a:pt x="1386033" y="948325"/>
                </a:lnTo>
                <a:lnTo>
                  <a:pt x="1386033" y="875384"/>
                </a:lnTo>
                <a:lnTo>
                  <a:pt x="1313061" y="875384"/>
                </a:lnTo>
                <a:close/>
                <a:moveTo>
                  <a:pt x="1677827" y="875384"/>
                </a:moveTo>
                <a:lnTo>
                  <a:pt x="1677827" y="948325"/>
                </a:lnTo>
                <a:lnTo>
                  <a:pt x="1750768" y="948325"/>
                </a:lnTo>
                <a:lnTo>
                  <a:pt x="1750768" y="875384"/>
                </a:lnTo>
                <a:lnTo>
                  <a:pt x="1677827" y="875384"/>
                </a:lnTo>
                <a:close/>
                <a:moveTo>
                  <a:pt x="1823710" y="875384"/>
                </a:moveTo>
                <a:lnTo>
                  <a:pt x="1823710" y="948325"/>
                </a:lnTo>
                <a:lnTo>
                  <a:pt x="1896651" y="948325"/>
                </a:lnTo>
                <a:lnTo>
                  <a:pt x="1896651" y="875384"/>
                </a:lnTo>
                <a:lnTo>
                  <a:pt x="1823710" y="875384"/>
                </a:lnTo>
                <a:close/>
                <a:moveTo>
                  <a:pt x="2188446" y="875384"/>
                </a:moveTo>
                <a:lnTo>
                  <a:pt x="2188446" y="948325"/>
                </a:lnTo>
                <a:lnTo>
                  <a:pt x="2261417" y="948325"/>
                </a:lnTo>
                <a:lnTo>
                  <a:pt x="2261417" y="875384"/>
                </a:lnTo>
                <a:lnTo>
                  <a:pt x="2188446" y="875384"/>
                </a:lnTo>
                <a:close/>
                <a:moveTo>
                  <a:pt x="0" y="948325"/>
                </a:moveTo>
                <a:lnTo>
                  <a:pt x="0" y="1021267"/>
                </a:lnTo>
                <a:lnTo>
                  <a:pt x="72941" y="1021267"/>
                </a:lnTo>
                <a:lnTo>
                  <a:pt x="72941" y="948325"/>
                </a:lnTo>
                <a:lnTo>
                  <a:pt x="0" y="948325"/>
                </a:lnTo>
                <a:close/>
                <a:moveTo>
                  <a:pt x="72941" y="948325"/>
                </a:moveTo>
                <a:lnTo>
                  <a:pt x="72941" y="1021267"/>
                </a:lnTo>
                <a:lnTo>
                  <a:pt x="145882" y="1021267"/>
                </a:lnTo>
                <a:lnTo>
                  <a:pt x="145882" y="948325"/>
                </a:lnTo>
                <a:lnTo>
                  <a:pt x="72941" y="948325"/>
                </a:lnTo>
                <a:close/>
                <a:moveTo>
                  <a:pt x="802443" y="948325"/>
                </a:moveTo>
                <a:lnTo>
                  <a:pt x="802443" y="1021267"/>
                </a:lnTo>
                <a:lnTo>
                  <a:pt x="875384" y="1021267"/>
                </a:lnTo>
                <a:lnTo>
                  <a:pt x="875384" y="948325"/>
                </a:lnTo>
                <a:lnTo>
                  <a:pt x="802443" y="948325"/>
                </a:lnTo>
                <a:close/>
                <a:moveTo>
                  <a:pt x="1021267" y="948325"/>
                </a:moveTo>
                <a:lnTo>
                  <a:pt x="1021267" y="1021267"/>
                </a:lnTo>
                <a:lnTo>
                  <a:pt x="1094238" y="1021267"/>
                </a:lnTo>
                <a:lnTo>
                  <a:pt x="1094238" y="948325"/>
                </a:lnTo>
                <a:lnTo>
                  <a:pt x="1021267" y="948325"/>
                </a:lnTo>
                <a:close/>
                <a:moveTo>
                  <a:pt x="1094238" y="948325"/>
                </a:moveTo>
                <a:lnTo>
                  <a:pt x="1094238" y="1021267"/>
                </a:lnTo>
                <a:lnTo>
                  <a:pt x="1167179" y="1021267"/>
                </a:lnTo>
                <a:lnTo>
                  <a:pt x="1167179" y="948325"/>
                </a:lnTo>
                <a:lnTo>
                  <a:pt x="1094238" y="948325"/>
                </a:lnTo>
                <a:close/>
                <a:moveTo>
                  <a:pt x="1167179" y="948325"/>
                </a:moveTo>
                <a:lnTo>
                  <a:pt x="1167179" y="1021267"/>
                </a:lnTo>
                <a:lnTo>
                  <a:pt x="1240120" y="1021267"/>
                </a:lnTo>
                <a:lnTo>
                  <a:pt x="1240120" y="948325"/>
                </a:lnTo>
                <a:lnTo>
                  <a:pt x="1167179" y="948325"/>
                </a:lnTo>
                <a:close/>
                <a:moveTo>
                  <a:pt x="1240120" y="948325"/>
                </a:moveTo>
                <a:lnTo>
                  <a:pt x="1240120" y="1021267"/>
                </a:lnTo>
                <a:lnTo>
                  <a:pt x="1313061" y="1021267"/>
                </a:lnTo>
                <a:lnTo>
                  <a:pt x="1313061" y="948325"/>
                </a:lnTo>
                <a:lnTo>
                  <a:pt x="1240120" y="948325"/>
                </a:lnTo>
                <a:close/>
                <a:moveTo>
                  <a:pt x="1386033" y="948325"/>
                </a:moveTo>
                <a:lnTo>
                  <a:pt x="1386033" y="1021267"/>
                </a:lnTo>
                <a:lnTo>
                  <a:pt x="1458974" y="1021267"/>
                </a:lnTo>
                <a:lnTo>
                  <a:pt x="1458974" y="948325"/>
                </a:lnTo>
                <a:lnTo>
                  <a:pt x="1386033" y="948325"/>
                </a:lnTo>
                <a:close/>
                <a:moveTo>
                  <a:pt x="1823710" y="948325"/>
                </a:moveTo>
                <a:lnTo>
                  <a:pt x="1823710" y="1021267"/>
                </a:lnTo>
                <a:lnTo>
                  <a:pt x="1896651" y="1021267"/>
                </a:lnTo>
                <a:lnTo>
                  <a:pt x="1896651" y="948325"/>
                </a:lnTo>
                <a:lnTo>
                  <a:pt x="1823710" y="948325"/>
                </a:lnTo>
                <a:close/>
                <a:moveTo>
                  <a:pt x="1896651" y="948325"/>
                </a:moveTo>
                <a:lnTo>
                  <a:pt x="1896651" y="1021267"/>
                </a:lnTo>
                <a:lnTo>
                  <a:pt x="1969622" y="1021267"/>
                </a:lnTo>
                <a:lnTo>
                  <a:pt x="1969622" y="948325"/>
                </a:lnTo>
                <a:lnTo>
                  <a:pt x="1896651" y="948325"/>
                </a:lnTo>
                <a:close/>
                <a:moveTo>
                  <a:pt x="2042563" y="948325"/>
                </a:moveTo>
                <a:lnTo>
                  <a:pt x="2042563" y="1021267"/>
                </a:lnTo>
                <a:lnTo>
                  <a:pt x="2115504" y="1021267"/>
                </a:lnTo>
                <a:lnTo>
                  <a:pt x="2115504" y="948325"/>
                </a:lnTo>
                <a:lnTo>
                  <a:pt x="2042563" y="948325"/>
                </a:lnTo>
                <a:close/>
                <a:moveTo>
                  <a:pt x="2115504" y="948325"/>
                </a:moveTo>
                <a:lnTo>
                  <a:pt x="2115504" y="1021267"/>
                </a:lnTo>
                <a:lnTo>
                  <a:pt x="2188446" y="1021267"/>
                </a:lnTo>
                <a:lnTo>
                  <a:pt x="2188446" y="948325"/>
                </a:lnTo>
                <a:lnTo>
                  <a:pt x="2115504" y="948325"/>
                </a:lnTo>
                <a:close/>
                <a:moveTo>
                  <a:pt x="2188446" y="948325"/>
                </a:moveTo>
                <a:lnTo>
                  <a:pt x="2188446" y="1021267"/>
                </a:lnTo>
                <a:lnTo>
                  <a:pt x="2261417" y="1021267"/>
                </a:lnTo>
                <a:lnTo>
                  <a:pt x="2261417" y="948325"/>
                </a:lnTo>
                <a:lnTo>
                  <a:pt x="2188446" y="948325"/>
                </a:lnTo>
                <a:close/>
                <a:moveTo>
                  <a:pt x="218854" y="1021267"/>
                </a:moveTo>
                <a:lnTo>
                  <a:pt x="218854" y="1094238"/>
                </a:lnTo>
                <a:lnTo>
                  <a:pt x="291795" y="1094238"/>
                </a:lnTo>
                <a:lnTo>
                  <a:pt x="291795" y="1021267"/>
                </a:lnTo>
                <a:lnTo>
                  <a:pt x="218854" y="1021267"/>
                </a:lnTo>
                <a:close/>
                <a:moveTo>
                  <a:pt x="291795" y="1021267"/>
                </a:moveTo>
                <a:lnTo>
                  <a:pt x="291795" y="1094238"/>
                </a:lnTo>
                <a:lnTo>
                  <a:pt x="364736" y="1094238"/>
                </a:lnTo>
                <a:lnTo>
                  <a:pt x="364736" y="1021267"/>
                </a:lnTo>
                <a:lnTo>
                  <a:pt x="291795" y="1021267"/>
                </a:lnTo>
                <a:close/>
                <a:moveTo>
                  <a:pt x="437677" y="1021267"/>
                </a:moveTo>
                <a:lnTo>
                  <a:pt x="437677" y="1094238"/>
                </a:lnTo>
                <a:lnTo>
                  <a:pt x="510648" y="1094238"/>
                </a:lnTo>
                <a:lnTo>
                  <a:pt x="510648" y="1021267"/>
                </a:lnTo>
                <a:lnTo>
                  <a:pt x="437677" y="1021267"/>
                </a:lnTo>
                <a:close/>
                <a:moveTo>
                  <a:pt x="583589" y="1021267"/>
                </a:moveTo>
                <a:lnTo>
                  <a:pt x="583589" y="1094238"/>
                </a:lnTo>
                <a:lnTo>
                  <a:pt x="656531" y="1094238"/>
                </a:lnTo>
                <a:lnTo>
                  <a:pt x="656531" y="1021267"/>
                </a:lnTo>
                <a:lnTo>
                  <a:pt x="583589" y="1021267"/>
                </a:lnTo>
                <a:close/>
                <a:moveTo>
                  <a:pt x="729472" y="1021267"/>
                </a:moveTo>
                <a:lnTo>
                  <a:pt x="729472" y="1094238"/>
                </a:lnTo>
                <a:lnTo>
                  <a:pt x="802443" y="1094238"/>
                </a:lnTo>
                <a:lnTo>
                  <a:pt x="802443" y="1021267"/>
                </a:lnTo>
                <a:lnTo>
                  <a:pt x="729472" y="1021267"/>
                </a:lnTo>
                <a:close/>
                <a:moveTo>
                  <a:pt x="802443" y="1021267"/>
                </a:moveTo>
                <a:lnTo>
                  <a:pt x="802443" y="1094238"/>
                </a:lnTo>
                <a:lnTo>
                  <a:pt x="875384" y="1094238"/>
                </a:lnTo>
                <a:lnTo>
                  <a:pt x="875384" y="1021267"/>
                </a:lnTo>
                <a:lnTo>
                  <a:pt x="802443" y="1021267"/>
                </a:lnTo>
                <a:close/>
                <a:moveTo>
                  <a:pt x="1021267" y="1021267"/>
                </a:moveTo>
                <a:lnTo>
                  <a:pt x="1021267" y="1094238"/>
                </a:lnTo>
                <a:lnTo>
                  <a:pt x="1094238" y="1094238"/>
                </a:lnTo>
                <a:lnTo>
                  <a:pt x="1094238" y="1021267"/>
                </a:lnTo>
                <a:lnTo>
                  <a:pt x="1021267" y="1021267"/>
                </a:lnTo>
                <a:close/>
                <a:moveTo>
                  <a:pt x="1167179" y="1021267"/>
                </a:moveTo>
                <a:lnTo>
                  <a:pt x="1167179" y="1094238"/>
                </a:lnTo>
                <a:lnTo>
                  <a:pt x="1240120" y="1094238"/>
                </a:lnTo>
                <a:lnTo>
                  <a:pt x="1240120" y="1021267"/>
                </a:lnTo>
                <a:lnTo>
                  <a:pt x="1167179" y="1021267"/>
                </a:lnTo>
                <a:close/>
                <a:moveTo>
                  <a:pt x="1313061" y="1021267"/>
                </a:moveTo>
                <a:lnTo>
                  <a:pt x="1313061" y="1094238"/>
                </a:lnTo>
                <a:lnTo>
                  <a:pt x="1386033" y="1094238"/>
                </a:lnTo>
                <a:lnTo>
                  <a:pt x="1386033" y="1021267"/>
                </a:lnTo>
                <a:lnTo>
                  <a:pt x="1313061" y="1021267"/>
                </a:lnTo>
                <a:close/>
                <a:moveTo>
                  <a:pt x="1386033" y="1021267"/>
                </a:moveTo>
                <a:lnTo>
                  <a:pt x="1386033" y="1094238"/>
                </a:lnTo>
                <a:lnTo>
                  <a:pt x="1458974" y="1094238"/>
                </a:lnTo>
                <a:lnTo>
                  <a:pt x="1458974" y="1021267"/>
                </a:lnTo>
                <a:lnTo>
                  <a:pt x="1386033" y="1021267"/>
                </a:lnTo>
                <a:close/>
                <a:moveTo>
                  <a:pt x="1531915" y="1021267"/>
                </a:moveTo>
                <a:lnTo>
                  <a:pt x="1531915" y="1094238"/>
                </a:lnTo>
                <a:lnTo>
                  <a:pt x="1604856" y="1094238"/>
                </a:lnTo>
                <a:lnTo>
                  <a:pt x="1604856" y="1021267"/>
                </a:lnTo>
                <a:lnTo>
                  <a:pt x="1531915" y="1021267"/>
                </a:lnTo>
                <a:close/>
                <a:moveTo>
                  <a:pt x="1604856" y="1021267"/>
                </a:moveTo>
                <a:lnTo>
                  <a:pt x="1604856" y="1094238"/>
                </a:lnTo>
                <a:lnTo>
                  <a:pt x="1677827" y="1094238"/>
                </a:lnTo>
                <a:lnTo>
                  <a:pt x="1677827" y="1021267"/>
                </a:lnTo>
                <a:lnTo>
                  <a:pt x="1604856" y="1021267"/>
                </a:lnTo>
                <a:close/>
                <a:moveTo>
                  <a:pt x="1750768" y="1021267"/>
                </a:moveTo>
                <a:lnTo>
                  <a:pt x="1750768" y="1094238"/>
                </a:lnTo>
                <a:lnTo>
                  <a:pt x="1823710" y="1094238"/>
                </a:lnTo>
                <a:lnTo>
                  <a:pt x="1823710" y="1021267"/>
                </a:lnTo>
                <a:lnTo>
                  <a:pt x="1750768" y="1021267"/>
                </a:lnTo>
                <a:close/>
                <a:moveTo>
                  <a:pt x="1969622" y="1021267"/>
                </a:moveTo>
                <a:lnTo>
                  <a:pt x="1969622" y="1094238"/>
                </a:lnTo>
                <a:lnTo>
                  <a:pt x="2042563" y="1094238"/>
                </a:lnTo>
                <a:lnTo>
                  <a:pt x="2042563" y="1021267"/>
                </a:lnTo>
                <a:lnTo>
                  <a:pt x="1969622" y="1021267"/>
                </a:lnTo>
                <a:close/>
                <a:moveTo>
                  <a:pt x="2115504" y="1021267"/>
                </a:moveTo>
                <a:lnTo>
                  <a:pt x="2115504" y="1094238"/>
                </a:lnTo>
                <a:lnTo>
                  <a:pt x="2188446" y="1094238"/>
                </a:lnTo>
                <a:lnTo>
                  <a:pt x="2188446" y="1021267"/>
                </a:lnTo>
                <a:lnTo>
                  <a:pt x="2115504" y="1021267"/>
                </a:lnTo>
                <a:close/>
                <a:moveTo>
                  <a:pt x="2261417" y="1021267"/>
                </a:moveTo>
                <a:lnTo>
                  <a:pt x="2261417" y="1094238"/>
                </a:lnTo>
                <a:lnTo>
                  <a:pt x="2334358" y="1094238"/>
                </a:lnTo>
                <a:lnTo>
                  <a:pt x="2334358" y="1021267"/>
                </a:lnTo>
                <a:lnTo>
                  <a:pt x="2261417" y="1021267"/>
                </a:lnTo>
                <a:close/>
                <a:moveTo>
                  <a:pt x="2334358" y="1021267"/>
                </a:moveTo>
                <a:lnTo>
                  <a:pt x="2334358" y="1094238"/>
                </a:lnTo>
                <a:lnTo>
                  <a:pt x="2407299" y="1094238"/>
                </a:lnTo>
                <a:lnTo>
                  <a:pt x="2407299" y="1021267"/>
                </a:lnTo>
                <a:lnTo>
                  <a:pt x="2334358" y="1021267"/>
                </a:lnTo>
                <a:close/>
                <a:moveTo>
                  <a:pt x="0" y="1094238"/>
                </a:moveTo>
                <a:lnTo>
                  <a:pt x="0" y="1167179"/>
                </a:lnTo>
                <a:lnTo>
                  <a:pt x="72941" y="1167179"/>
                </a:lnTo>
                <a:lnTo>
                  <a:pt x="72941" y="1094238"/>
                </a:lnTo>
                <a:lnTo>
                  <a:pt x="0" y="1094238"/>
                </a:lnTo>
                <a:close/>
                <a:moveTo>
                  <a:pt x="218854" y="1094238"/>
                </a:moveTo>
                <a:lnTo>
                  <a:pt x="218854" y="1167179"/>
                </a:lnTo>
                <a:lnTo>
                  <a:pt x="291795" y="1167179"/>
                </a:lnTo>
                <a:lnTo>
                  <a:pt x="291795" y="1094238"/>
                </a:lnTo>
                <a:lnTo>
                  <a:pt x="218854" y="1094238"/>
                </a:lnTo>
                <a:close/>
                <a:moveTo>
                  <a:pt x="656531" y="1094238"/>
                </a:moveTo>
                <a:lnTo>
                  <a:pt x="656531" y="1167179"/>
                </a:lnTo>
                <a:lnTo>
                  <a:pt x="729472" y="1167179"/>
                </a:lnTo>
                <a:lnTo>
                  <a:pt x="729472" y="1094238"/>
                </a:lnTo>
                <a:lnTo>
                  <a:pt x="656531" y="1094238"/>
                </a:lnTo>
                <a:close/>
                <a:moveTo>
                  <a:pt x="875384" y="1094238"/>
                </a:moveTo>
                <a:lnTo>
                  <a:pt x="875384" y="1167179"/>
                </a:lnTo>
                <a:lnTo>
                  <a:pt x="948325" y="1167179"/>
                </a:lnTo>
                <a:lnTo>
                  <a:pt x="948325" y="1094238"/>
                </a:lnTo>
                <a:lnTo>
                  <a:pt x="875384" y="1094238"/>
                </a:lnTo>
                <a:close/>
                <a:moveTo>
                  <a:pt x="1021267" y="1094238"/>
                </a:moveTo>
                <a:lnTo>
                  <a:pt x="1021267" y="1167179"/>
                </a:lnTo>
                <a:lnTo>
                  <a:pt x="1094238" y="1167179"/>
                </a:lnTo>
                <a:lnTo>
                  <a:pt x="1094238" y="1094238"/>
                </a:lnTo>
                <a:lnTo>
                  <a:pt x="1021267" y="1094238"/>
                </a:lnTo>
                <a:close/>
                <a:moveTo>
                  <a:pt x="1167179" y="1094238"/>
                </a:moveTo>
                <a:lnTo>
                  <a:pt x="1167179" y="1167179"/>
                </a:lnTo>
                <a:lnTo>
                  <a:pt x="1240120" y="1167179"/>
                </a:lnTo>
                <a:lnTo>
                  <a:pt x="1240120" y="1094238"/>
                </a:lnTo>
                <a:lnTo>
                  <a:pt x="1167179" y="1094238"/>
                </a:lnTo>
                <a:close/>
                <a:moveTo>
                  <a:pt x="1313061" y="1094238"/>
                </a:moveTo>
                <a:lnTo>
                  <a:pt x="1313061" y="1167179"/>
                </a:lnTo>
                <a:lnTo>
                  <a:pt x="1386033" y="1167179"/>
                </a:lnTo>
                <a:lnTo>
                  <a:pt x="1386033" y="1094238"/>
                </a:lnTo>
                <a:lnTo>
                  <a:pt x="1313061" y="1094238"/>
                </a:lnTo>
                <a:close/>
                <a:moveTo>
                  <a:pt x="1386033" y="1094238"/>
                </a:moveTo>
                <a:lnTo>
                  <a:pt x="1386033" y="1167179"/>
                </a:lnTo>
                <a:lnTo>
                  <a:pt x="1458974" y="1167179"/>
                </a:lnTo>
                <a:lnTo>
                  <a:pt x="1458974" y="1094238"/>
                </a:lnTo>
                <a:lnTo>
                  <a:pt x="1386033" y="1094238"/>
                </a:lnTo>
                <a:close/>
                <a:moveTo>
                  <a:pt x="1531915" y="1094238"/>
                </a:moveTo>
                <a:lnTo>
                  <a:pt x="1531915" y="1167179"/>
                </a:lnTo>
                <a:lnTo>
                  <a:pt x="1604856" y="1167179"/>
                </a:lnTo>
                <a:lnTo>
                  <a:pt x="1604856" y="1094238"/>
                </a:lnTo>
                <a:lnTo>
                  <a:pt x="1531915" y="1094238"/>
                </a:lnTo>
                <a:close/>
                <a:moveTo>
                  <a:pt x="1750768" y="1094238"/>
                </a:moveTo>
                <a:lnTo>
                  <a:pt x="1750768" y="1167179"/>
                </a:lnTo>
                <a:lnTo>
                  <a:pt x="1823710" y="1167179"/>
                </a:lnTo>
                <a:lnTo>
                  <a:pt x="1823710" y="1094238"/>
                </a:lnTo>
                <a:lnTo>
                  <a:pt x="1750768" y="1094238"/>
                </a:lnTo>
                <a:close/>
                <a:moveTo>
                  <a:pt x="1969622" y="1094238"/>
                </a:moveTo>
                <a:lnTo>
                  <a:pt x="1969622" y="1167179"/>
                </a:lnTo>
                <a:lnTo>
                  <a:pt x="2042563" y="1167179"/>
                </a:lnTo>
                <a:lnTo>
                  <a:pt x="2042563" y="1094238"/>
                </a:lnTo>
                <a:lnTo>
                  <a:pt x="1969622" y="1094238"/>
                </a:lnTo>
                <a:close/>
                <a:moveTo>
                  <a:pt x="2042563" y="1094238"/>
                </a:moveTo>
                <a:lnTo>
                  <a:pt x="2042563" y="1167179"/>
                </a:lnTo>
                <a:lnTo>
                  <a:pt x="2115504" y="1167179"/>
                </a:lnTo>
                <a:lnTo>
                  <a:pt x="2115504" y="1094238"/>
                </a:lnTo>
                <a:lnTo>
                  <a:pt x="2042563" y="1094238"/>
                </a:lnTo>
                <a:close/>
                <a:moveTo>
                  <a:pt x="2261417" y="1094238"/>
                </a:moveTo>
                <a:lnTo>
                  <a:pt x="2261417" y="1167179"/>
                </a:lnTo>
                <a:lnTo>
                  <a:pt x="2334358" y="1167179"/>
                </a:lnTo>
                <a:lnTo>
                  <a:pt x="2334358" y="1094238"/>
                </a:lnTo>
                <a:lnTo>
                  <a:pt x="2261417" y="1094238"/>
                </a:lnTo>
                <a:close/>
                <a:moveTo>
                  <a:pt x="2334358" y="1094238"/>
                </a:moveTo>
                <a:lnTo>
                  <a:pt x="2334358" y="1167179"/>
                </a:lnTo>
                <a:lnTo>
                  <a:pt x="2407299" y="1167179"/>
                </a:lnTo>
                <a:lnTo>
                  <a:pt x="2407299" y="1094238"/>
                </a:lnTo>
                <a:lnTo>
                  <a:pt x="2334358" y="1094238"/>
                </a:lnTo>
                <a:close/>
                <a:moveTo>
                  <a:pt x="0" y="1167179"/>
                </a:moveTo>
                <a:lnTo>
                  <a:pt x="0" y="1240120"/>
                </a:lnTo>
                <a:lnTo>
                  <a:pt x="72941" y="1240120"/>
                </a:lnTo>
                <a:lnTo>
                  <a:pt x="72941" y="1167179"/>
                </a:lnTo>
                <a:lnTo>
                  <a:pt x="0" y="1167179"/>
                </a:lnTo>
                <a:close/>
                <a:moveTo>
                  <a:pt x="72941" y="1167179"/>
                </a:moveTo>
                <a:lnTo>
                  <a:pt x="72941" y="1240120"/>
                </a:lnTo>
                <a:lnTo>
                  <a:pt x="145882" y="1240120"/>
                </a:lnTo>
                <a:lnTo>
                  <a:pt x="145882" y="1167179"/>
                </a:lnTo>
                <a:lnTo>
                  <a:pt x="72941" y="1167179"/>
                </a:lnTo>
                <a:close/>
                <a:moveTo>
                  <a:pt x="145882" y="1167179"/>
                </a:moveTo>
                <a:lnTo>
                  <a:pt x="145882" y="1240120"/>
                </a:lnTo>
                <a:lnTo>
                  <a:pt x="218854" y="1240120"/>
                </a:lnTo>
                <a:lnTo>
                  <a:pt x="218854" y="1167179"/>
                </a:lnTo>
                <a:lnTo>
                  <a:pt x="145882" y="1167179"/>
                </a:lnTo>
                <a:close/>
                <a:moveTo>
                  <a:pt x="218854" y="1167179"/>
                </a:moveTo>
                <a:lnTo>
                  <a:pt x="218854" y="1240120"/>
                </a:lnTo>
                <a:lnTo>
                  <a:pt x="291795" y="1240120"/>
                </a:lnTo>
                <a:lnTo>
                  <a:pt x="291795" y="1167179"/>
                </a:lnTo>
                <a:lnTo>
                  <a:pt x="218854" y="1167179"/>
                </a:lnTo>
                <a:close/>
                <a:moveTo>
                  <a:pt x="437677" y="1167179"/>
                </a:moveTo>
                <a:lnTo>
                  <a:pt x="437677" y="1240120"/>
                </a:lnTo>
                <a:lnTo>
                  <a:pt x="510648" y="1240120"/>
                </a:lnTo>
                <a:lnTo>
                  <a:pt x="510648" y="1167179"/>
                </a:lnTo>
                <a:lnTo>
                  <a:pt x="437677" y="1167179"/>
                </a:lnTo>
                <a:close/>
                <a:moveTo>
                  <a:pt x="583589" y="1167179"/>
                </a:moveTo>
                <a:lnTo>
                  <a:pt x="583589" y="1240120"/>
                </a:lnTo>
                <a:lnTo>
                  <a:pt x="656531" y="1240120"/>
                </a:lnTo>
                <a:lnTo>
                  <a:pt x="656531" y="1167179"/>
                </a:lnTo>
                <a:lnTo>
                  <a:pt x="583589" y="1167179"/>
                </a:lnTo>
                <a:close/>
                <a:moveTo>
                  <a:pt x="656531" y="1167179"/>
                </a:moveTo>
                <a:lnTo>
                  <a:pt x="656531" y="1240120"/>
                </a:lnTo>
                <a:lnTo>
                  <a:pt x="729472" y="1240120"/>
                </a:lnTo>
                <a:lnTo>
                  <a:pt x="729472" y="1167179"/>
                </a:lnTo>
                <a:lnTo>
                  <a:pt x="656531" y="1167179"/>
                </a:lnTo>
                <a:close/>
                <a:moveTo>
                  <a:pt x="948325" y="1167179"/>
                </a:moveTo>
                <a:lnTo>
                  <a:pt x="948325" y="1240120"/>
                </a:lnTo>
                <a:lnTo>
                  <a:pt x="1021267" y="1240120"/>
                </a:lnTo>
                <a:lnTo>
                  <a:pt x="1021267" y="1167179"/>
                </a:lnTo>
                <a:lnTo>
                  <a:pt x="948325" y="1167179"/>
                </a:lnTo>
                <a:close/>
                <a:moveTo>
                  <a:pt x="1021267" y="1167179"/>
                </a:moveTo>
                <a:lnTo>
                  <a:pt x="1021267" y="1240120"/>
                </a:lnTo>
                <a:lnTo>
                  <a:pt x="1094238" y="1240120"/>
                </a:lnTo>
                <a:lnTo>
                  <a:pt x="1094238" y="1167179"/>
                </a:lnTo>
                <a:lnTo>
                  <a:pt x="1021267" y="1167179"/>
                </a:lnTo>
                <a:close/>
                <a:moveTo>
                  <a:pt x="1094238" y="1167179"/>
                </a:moveTo>
                <a:lnTo>
                  <a:pt x="1094238" y="1240120"/>
                </a:lnTo>
                <a:lnTo>
                  <a:pt x="1167179" y="1240120"/>
                </a:lnTo>
                <a:lnTo>
                  <a:pt x="1167179" y="1167179"/>
                </a:lnTo>
                <a:lnTo>
                  <a:pt x="1094238" y="1167179"/>
                </a:lnTo>
                <a:close/>
                <a:moveTo>
                  <a:pt x="1313061" y="1167179"/>
                </a:moveTo>
                <a:lnTo>
                  <a:pt x="1313061" y="1240120"/>
                </a:lnTo>
                <a:lnTo>
                  <a:pt x="1386033" y="1240120"/>
                </a:lnTo>
                <a:lnTo>
                  <a:pt x="1386033" y="1167179"/>
                </a:lnTo>
                <a:lnTo>
                  <a:pt x="1313061" y="1167179"/>
                </a:lnTo>
                <a:close/>
                <a:moveTo>
                  <a:pt x="1604856" y="1167179"/>
                </a:moveTo>
                <a:lnTo>
                  <a:pt x="1604856" y="1240120"/>
                </a:lnTo>
                <a:lnTo>
                  <a:pt x="1677827" y="1240120"/>
                </a:lnTo>
                <a:lnTo>
                  <a:pt x="1677827" y="1167179"/>
                </a:lnTo>
                <a:lnTo>
                  <a:pt x="1604856" y="1167179"/>
                </a:lnTo>
                <a:close/>
                <a:moveTo>
                  <a:pt x="1677827" y="1167179"/>
                </a:moveTo>
                <a:lnTo>
                  <a:pt x="1677827" y="1240120"/>
                </a:lnTo>
                <a:lnTo>
                  <a:pt x="1750768" y="1240120"/>
                </a:lnTo>
                <a:lnTo>
                  <a:pt x="1750768" y="1167179"/>
                </a:lnTo>
                <a:lnTo>
                  <a:pt x="1677827" y="1167179"/>
                </a:lnTo>
                <a:close/>
                <a:moveTo>
                  <a:pt x="1750768" y="1167179"/>
                </a:moveTo>
                <a:lnTo>
                  <a:pt x="1750768" y="1240120"/>
                </a:lnTo>
                <a:lnTo>
                  <a:pt x="1823710" y="1240120"/>
                </a:lnTo>
                <a:lnTo>
                  <a:pt x="1823710" y="1167179"/>
                </a:lnTo>
                <a:lnTo>
                  <a:pt x="1750768" y="1167179"/>
                </a:lnTo>
                <a:close/>
                <a:moveTo>
                  <a:pt x="1823710" y="1167179"/>
                </a:moveTo>
                <a:lnTo>
                  <a:pt x="1823710" y="1240120"/>
                </a:lnTo>
                <a:lnTo>
                  <a:pt x="1896651" y="1240120"/>
                </a:lnTo>
                <a:lnTo>
                  <a:pt x="1896651" y="1167179"/>
                </a:lnTo>
                <a:lnTo>
                  <a:pt x="1823710" y="1167179"/>
                </a:lnTo>
                <a:close/>
                <a:moveTo>
                  <a:pt x="2261417" y="1167179"/>
                </a:moveTo>
                <a:lnTo>
                  <a:pt x="2261417" y="1240120"/>
                </a:lnTo>
                <a:lnTo>
                  <a:pt x="2334358" y="1240120"/>
                </a:lnTo>
                <a:lnTo>
                  <a:pt x="2334358" y="1167179"/>
                </a:lnTo>
                <a:lnTo>
                  <a:pt x="2261417" y="1167179"/>
                </a:lnTo>
                <a:close/>
                <a:moveTo>
                  <a:pt x="2334358" y="1167179"/>
                </a:moveTo>
                <a:lnTo>
                  <a:pt x="2334358" y="1240120"/>
                </a:lnTo>
                <a:lnTo>
                  <a:pt x="2407299" y="1240120"/>
                </a:lnTo>
                <a:lnTo>
                  <a:pt x="2407299" y="1167179"/>
                </a:lnTo>
                <a:lnTo>
                  <a:pt x="2334358" y="1167179"/>
                </a:lnTo>
                <a:close/>
                <a:moveTo>
                  <a:pt x="0" y="1240120"/>
                </a:moveTo>
                <a:lnTo>
                  <a:pt x="0" y="1313061"/>
                </a:lnTo>
                <a:lnTo>
                  <a:pt x="72941" y="1313061"/>
                </a:lnTo>
                <a:lnTo>
                  <a:pt x="72941" y="1240120"/>
                </a:lnTo>
                <a:lnTo>
                  <a:pt x="0" y="1240120"/>
                </a:lnTo>
                <a:close/>
                <a:moveTo>
                  <a:pt x="145882" y="1240120"/>
                </a:moveTo>
                <a:lnTo>
                  <a:pt x="145882" y="1313061"/>
                </a:lnTo>
                <a:lnTo>
                  <a:pt x="218854" y="1313061"/>
                </a:lnTo>
                <a:lnTo>
                  <a:pt x="218854" y="1240120"/>
                </a:lnTo>
                <a:lnTo>
                  <a:pt x="145882" y="1240120"/>
                </a:lnTo>
                <a:close/>
                <a:moveTo>
                  <a:pt x="364736" y="1240120"/>
                </a:moveTo>
                <a:lnTo>
                  <a:pt x="364736" y="1313061"/>
                </a:lnTo>
                <a:lnTo>
                  <a:pt x="437677" y="1313061"/>
                </a:lnTo>
                <a:lnTo>
                  <a:pt x="437677" y="1240120"/>
                </a:lnTo>
                <a:lnTo>
                  <a:pt x="364736" y="1240120"/>
                </a:lnTo>
                <a:close/>
                <a:moveTo>
                  <a:pt x="510648" y="1240120"/>
                </a:moveTo>
                <a:lnTo>
                  <a:pt x="510648" y="1313061"/>
                </a:lnTo>
                <a:lnTo>
                  <a:pt x="583589" y="1313061"/>
                </a:lnTo>
                <a:lnTo>
                  <a:pt x="583589" y="1240120"/>
                </a:lnTo>
                <a:lnTo>
                  <a:pt x="510648" y="1240120"/>
                </a:lnTo>
                <a:close/>
                <a:moveTo>
                  <a:pt x="583589" y="1240120"/>
                </a:moveTo>
                <a:lnTo>
                  <a:pt x="583589" y="1313061"/>
                </a:lnTo>
                <a:lnTo>
                  <a:pt x="656531" y="1313061"/>
                </a:lnTo>
                <a:lnTo>
                  <a:pt x="656531" y="1240120"/>
                </a:lnTo>
                <a:lnTo>
                  <a:pt x="583589" y="1240120"/>
                </a:lnTo>
                <a:close/>
                <a:moveTo>
                  <a:pt x="729472" y="1240120"/>
                </a:moveTo>
                <a:lnTo>
                  <a:pt x="729472" y="1313061"/>
                </a:lnTo>
                <a:lnTo>
                  <a:pt x="802443" y="1313061"/>
                </a:lnTo>
                <a:lnTo>
                  <a:pt x="802443" y="1240120"/>
                </a:lnTo>
                <a:lnTo>
                  <a:pt x="729472" y="1240120"/>
                </a:lnTo>
                <a:close/>
                <a:moveTo>
                  <a:pt x="1240120" y="1240120"/>
                </a:moveTo>
                <a:lnTo>
                  <a:pt x="1240120" y="1313061"/>
                </a:lnTo>
                <a:lnTo>
                  <a:pt x="1313061" y="1313061"/>
                </a:lnTo>
                <a:lnTo>
                  <a:pt x="1313061" y="1240120"/>
                </a:lnTo>
                <a:lnTo>
                  <a:pt x="1240120" y="1240120"/>
                </a:lnTo>
                <a:close/>
                <a:moveTo>
                  <a:pt x="1313061" y="1240120"/>
                </a:moveTo>
                <a:lnTo>
                  <a:pt x="1313061" y="1313061"/>
                </a:lnTo>
                <a:lnTo>
                  <a:pt x="1386033" y="1313061"/>
                </a:lnTo>
                <a:lnTo>
                  <a:pt x="1386033" y="1240120"/>
                </a:lnTo>
                <a:lnTo>
                  <a:pt x="1313061" y="1240120"/>
                </a:lnTo>
                <a:close/>
                <a:moveTo>
                  <a:pt x="1531915" y="1240120"/>
                </a:moveTo>
                <a:lnTo>
                  <a:pt x="1531915" y="1313061"/>
                </a:lnTo>
                <a:lnTo>
                  <a:pt x="1604856" y="1313061"/>
                </a:lnTo>
                <a:lnTo>
                  <a:pt x="1604856" y="1240120"/>
                </a:lnTo>
                <a:lnTo>
                  <a:pt x="1531915" y="1240120"/>
                </a:lnTo>
                <a:close/>
                <a:moveTo>
                  <a:pt x="1823710" y="1240120"/>
                </a:moveTo>
                <a:lnTo>
                  <a:pt x="1823710" y="1313061"/>
                </a:lnTo>
                <a:lnTo>
                  <a:pt x="1896651" y="1313061"/>
                </a:lnTo>
                <a:lnTo>
                  <a:pt x="1896651" y="1240120"/>
                </a:lnTo>
                <a:lnTo>
                  <a:pt x="1823710" y="1240120"/>
                </a:lnTo>
                <a:close/>
                <a:moveTo>
                  <a:pt x="2042563" y="1240120"/>
                </a:moveTo>
                <a:lnTo>
                  <a:pt x="2042563" y="1313061"/>
                </a:lnTo>
                <a:lnTo>
                  <a:pt x="2115504" y="1313061"/>
                </a:lnTo>
                <a:lnTo>
                  <a:pt x="2115504" y="1240120"/>
                </a:lnTo>
                <a:lnTo>
                  <a:pt x="2042563" y="1240120"/>
                </a:lnTo>
                <a:close/>
                <a:moveTo>
                  <a:pt x="2261417" y="1240120"/>
                </a:moveTo>
                <a:lnTo>
                  <a:pt x="2261417" y="1313061"/>
                </a:lnTo>
                <a:lnTo>
                  <a:pt x="2334358" y="1313061"/>
                </a:lnTo>
                <a:lnTo>
                  <a:pt x="2334358" y="1240120"/>
                </a:lnTo>
                <a:lnTo>
                  <a:pt x="2261417" y="1240120"/>
                </a:lnTo>
                <a:close/>
                <a:moveTo>
                  <a:pt x="0" y="1313061"/>
                </a:moveTo>
                <a:lnTo>
                  <a:pt x="0" y="1386033"/>
                </a:lnTo>
                <a:lnTo>
                  <a:pt x="72941" y="1386033"/>
                </a:lnTo>
                <a:lnTo>
                  <a:pt x="72941" y="1313061"/>
                </a:lnTo>
                <a:lnTo>
                  <a:pt x="0" y="1313061"/>
                </a:lnTo>
                <a:close/>
                <a:moveTo>
                  <a:pt x="72941" y="1313061"/>
                </a:moveTo>
                <a:lnTo>
                  <a:pt x="72941" y="1386033"/>
                </a:lnTo>
                <a:lnTo>
                  <a:pt x="145882" y="1386033"/>
                </a:lnTo>
                <a:lnTo>
                  <a:pt x="145882" y="1313061"/>
                </a:lnTo>
                <a:lnTo>
                  <a:pt x="72941" y="1313061"/>
                </a:lnTo>
                <a:close/>
                <a:moveTo>
                  <a:pt x="364736" y="1313061"/>
                </a:moveTo>
                <a:lnTo>
                  <a:pt x="364736" y="1386033"/>
                </a:lnTo>
                <a:lnTo>
                  <a:pt x="437677" y="1386033"/>
                </a:lnTo>
                <a:lnTo>
                  <a:pt x="437677" y="1313061"/>
                </a:lnTo>
                <a:lnTo>
                  <a:pt x="364736" y="1313061"/>
                </a:lnTo>
                <a:close/>
                <a:moveTo>
                  <a:pt x="437677" y="1313061"/>
                </a:moveTo>
                <a:lnTo>
                  <a:pt x="437677" y="1386033"/>
                </a:lnTo>
                <a:lnTo>
                  <a:pt x="510648" y="1386033"/>
                </a:lnTo>
                <a:lnTo>
                  <a:pt x="510648" y="1313061"/>
                </a:lnTo>
                <a:lnTo>
                  <a:pt x="437677" y="1313061"/>
                </a:lnTo>
                <a:close/>
                <a:moveTo>
                  <a:pt x="510648" y="1313061"/>
                </a:moveTo>
                <a:lnTo>
                  <a:pt x="510648" y="1386033"/>
                </a:lnTo>
                <a:lnTo>
                  <a:pt x="583589" y="1386033"/>
                </a:lnTo>
                <a:lnTo>
                  <a:pt x="583589" y="1313061"/>
                </a:lnTo>
                <a:lnTo>
                  <a:pt x="510648" y="1313061"/>
                </a:lnTo>
                <a:close/>
                <a:moveTo>
                  <a:pt x="583589" y="1313061"/>
                </a:moveTo>
                <a:lnTo>
                  <a:pt x="583589" y="1386033"/>
                </a:lnTo>
                <a:lnTo>
                  <a:pt x="656531" y="1386033"/>
                </a:lnTo>
                <a:lnTo>
                  <a:pt x="656531" y="1313061"/>
                </a:lnTo>
                <a:lnTo>
                  <a:pt x="583589" y="1313061"/>
                </a:lnTo>
                <a:close/>
                <a:moveTo>
                  <a:pt x="656531" y="1313061"/>
                </a:moveTo>
                <a:lnTo>
                  <a:pt x="656531" y="1386033"/>
                </a:lnTo>
                <a:lnTo>
                  <a:pt x="729472" y="1386033"/>
                </a:lnTo>
                <a:lnTo>
                  <a:pt x="729472" y="1313061"/>
                </a:lnTo>
                <a:lnTo>
                  <a:pt x="656531" y="1313061"/>
                </a:lnTo>
                <a:close/>
                <a:moveTo>
                  <a:pt x="802443" y="1313061"/>
                </a:moveTo>
                <a:lnTo>
                  <a:pt x="802443" y="1386033"/>
                </a:lnTo>
                <a:lnTo>
                  <a:pt x="875384" y="1386033"/>
                </a:lnTo>
                <a:lnTo>
                  <a:pt x="875384" y="1313061"/>
                </a:lnTo>
                <a:lnTo>
                  <a:pt x="802443" y="1313061"/>
                </a:lnTo>
                <a:close/>
                <a:moveTo>
                  <a:pt x="875384" y="1313061"/>
                </a:moveTo>
                <a:lnTo>
                  <a:pt x="875384" y="1386033"/>
                </a:lnTo>
                <a:lnTo>
                  <a:pt x="948325" y="1386033"/>
                </a:lnTo>
                <a:lnTo>
                  <a:pt x="948325" y="1313061"/>
                </a:lnTo>
                <a:lnTo>
                  <a:pt x="875384" y="1313061"/>
                </a:lnTo>
                <a:close/>
                <a:moveTo>
                  <a:pt x="948325" y="1313061"/>
                </a:moveTo>
                <a:lnTo>
                  <a:pt x="948325" y="1386033"/>
                </a:lnTo>
                <a:lnTo>
                  <a:pt x="1021267" y="1386033"/>
                </a:lnTo>
                <a:lnTo>
                  <a:pt x="1021267" y="1313061"/>
                </a:lnTo>
                <a:lnTo>
                  <a:pt x="948325" y="1313061"/>
                </a:lnTo>
                <a:close/>
                <a:moveTo>
                  <a:pt x="1021267" y="1313061"/>
                </a:moveTo>
                <a:lnTo>
                  <a:pt x="1021267" y="1386033"/>
                </a:lnTo>
                <a:lnTo>
                  <a:pt x="1094238" y="1386033"/>
                </a:lnTo>
                <a:lnTo>
                  <a:pt x="1094238" y="1313061"/>
                </a:lnTo>
                <a:lnTo>
                  <a:pt x="1021267" y="1313061"/>
                </a:lnTo>
                <a:close/>
                <a:moveTo>
                  <a:pt x="1458974" y="1313061"/>
                </a:moveTo>
                <a:lnTo>
                  <a:pt x="1458974" y="1386033"/>
                </a:lnTo>
                <a:lnTo>
                  <a:pt x="1531915" y="1386033"/>
                </a:lnTo>
                <a:lnTo>
                  <a:pt x="1531915" y="1313061"/>
                </a:lnTo>
                <a:lnTo>
                  <a:pt x="1458974" y="1313061"/>
                </a:lnTo>
                <a:close/>
                <a:moveTo>
                  <a:pt x="1531915" y="1313061"/>
                </a:moveTo>
                <a:lnTo>
                  <a:pt x="1531915" y="1386033"/>
                </a:lnTo>
                <a:lnTo>
                  <a:pt x="1604856" y="1386033"/>
                </a:lnTo>
                <a:lnTo>
                  <a:pt x="1604856" y="1313061"/>
                </a:lnTo>
                <a:lnTo>
                  <a:pt x="1531915" y="1313061"/>
                </a:lnTo>
                <a:close/>
                <a:moveTo>
                  <a:pt x="1604856" y="1313061"/>
                </a:moveTo>
                <a:lnTo>
                  <a:pt x="1604856" y="1386033"/>
                </a:lnTo>
                <a:lnTo>
                  <a:pt x="1677827" y="1386033"/>
                </a:lnTo>
                <a:lnTo>
                  <a:pt x="1677827" y="1313061"/>
                </a:lnTo>
                <a:lnTo>
                  <a:pt x="1604856" y="1313061"/>
                </a:lnTo>
                <a:close/>
                <a:moveTo>
                  <a:pt x="1677827" y="1313061"/>
                </a:moveTo>
                <a:lnTo>
                  <a:pt x="1677827" y="1386033"/>
                </a:lnTo>
                <a:lnTo>
                  <a:pt x="1750768" y="1386033"/>
                </a:lnTo>
                <a:lnTo>
                  <a:pt x="1750768" y="1313061"/>
                </a:lnTo>
                <a:lnTo>
                  <a:pt x="1677827" y="1313061"/>
                </a:lnTo>
                <a:close/>
                <a:moveTo>
                  <a:pt x="2115504" y="1313061"/>
                </a:moveTo>
                <a:lnTo>
                  <a:pt x="2115504" y="1386033"/>
                </a:lnTo>
                <a:lnTo>
                  <a:pt x="2188446" y="1386033"/>
                </a:lnTo>
                <a:lnTo>
                  <a:pt x="2188446" y="1313061"/>
                </a:lnTo>
                <a:lnTo>
                  <a:pt x="2115504" y="1313061"/>
                </a:lnTo>
                <a:close/>
                <a:moveTo>
                  <a:pt x="2188446" y="1313061"/>
                </a:moveTo>
                <a:lnTo>
                  <a:pt x="2188446" y="1386033"/>
                </a:lnTo>
                <a:lnTo>
                  <a:pt x="2261417" y="1386033"/>
                </a:lnTo>
                <a:lnTo>
                  <a:pt x="2261417" y="1313061"/>
                </a:lnTo>
                <a:lnTo>
                  <a:pt x="2188446" y="1313061"/>
                </a:lnTo>
                <a:close/>
                <a:moveTo>
                  <a:pt x="2334358" y="1313061"/>
                </a:moveTo>
                <a:lnTo>
                  <a:pt x="2334358" y="1386033"/>
                </a:lnTo>
                <a:lnTo>
                  <a:pt x="2407299" y="1386033"/>
                </a:lnTo>
                <a:lnTo>
                  <a:pt x="2407299" y="1313061"/>
                </a:lnTo>
                <a:lnTo>
                  <a:pt x="2334358" y="1313061"/>
                </a:lnTo>
                <a:close/>
                <a:moveTo>
                  <a:pt x="0" y="1386033"/>
                </a:moveTo>
                <a:lnTo>
                  <a:pt x="0" y="1458974"/>
                </a:lnTo>
                <a:lnTo>
                  <a:pt x="72941" y="1458974"/>
                </a:lnTo>
                <a:lnTo>
                  <a:pt x="72941" y="1386033"/>
                </a:lnTo>
                <a:lnTo>
                  <a:pt x="0" y="1386033"/>
                </a:lnTo>
                <a:close/>
                <a:moveTo>
                  <a:pt x="364736" y="1386033"/>
                </a:moveTo>
                <a:lnTo>
                  <a:pt x="364736" y="1458974"/>
                </a:lnTo>
                <a:lnTo>
                  <a:pt x="437677" y="1458974"/>
                </a:lnTo>
                <a:lnTo>
                  <a:pt x="437677" y="1386033"/>
                </a:lnTo>
                <a:lnTo>
                  <a:pt x="364736" y="1386033"/>
                </a:lnTo>
                <a:close/>
                <a:moveTo>
                  <a:pt x="583589" y="1386033"/>
                </a:moveTo>
                <a:lnTo>
                  <a:pt x="583589" y="1458974"/>
                </a:lnTo>
                <a:lnTo>
                  <a:pt x="656531" y="1458974"/>
                </a:lnTo>
                <a:lnTo>
                  <a:pt x="656531" y="1386033"/>
                </a:lnTo>
                <a:lnTo>
                  <a:pt x="583589" y="1386033"/>
                </a:lnTo>
                <a:close/>
                <a:moveTo>
                  <a:pt x="656531" y="1386033"/>
                </a:moveTo>
                <a:lnTo>
                  <a:pt x="656531" y="1458974"/>
                </a:lnTo>
                <a:lnTo>
                  <a:pt x="729472" y="1458974"/>
                </a:lnTo>
                <a:lnTo>
                  <a:pt x="729472" y="1386033"/>
                </a:lnTo>
                <a:lnTo>
                  <a:pt x="656531" y="1386033"/>
                </a:lnTo>
                <a:close/>
                <a:moveTo>
                  <a:pt x="875384" y="1386033"/>
                </a:moveTo>
                <a:lnTo>
                  <a:pt x="875384" y="1458974"/>
                </a:lnTo>
                <a:lnTo>
                  <a:pt x="948325" y="1458974"/>
                </a:lnTo>
                <a:lnTo>
                  <a:pt x="948325" y="1386033"/>
                </a:lnTo>
                <a:lnTo>
                  <a:pt x="875384" y="1386033"/>
                </a:lnTo>
                <a:close/>
                <a:moveTo>
                  <a:pt x="1094238" y="1386033"/>
                </a:moveTo>
                <a:lnTo>
                  <a:pt x="1094238" y="1458974"/>
                </a:lnTo>
                <a:lnTo>
                  <a:pt x="1167179" y="1458974"/>
                </a:lnTo>
                <a:lnTo>
                  <a:pt x="1167179" y="1386033"/>
                </a:lnTo>
                <a:lnTo>
                  <a:pt x="1094238" y="1386033"/>
                </a:lnTo>
                <a:close/>
                <a:moveTo>
                  <a:pt x="1167179" y="1386033"/>
                </a:moveTo>
                <a:lnTo>
                  <a:pt x="1167179" y="1458974"/>
                </a:lnTo>
                <a:lnTo>
                  <a:pt x="1240120" y="1458974"/>
                </a:lnTo>
                <a:lnTo>
                  <a:pt x="1240120" y="1386033"/>
                </a:lnTo>
                <a:lnTo>
                  <a:pt x="1167179" y="1386033"/>
                </a:lnTo>
                <a:close/>
                <a:moveTo>
                  <a:pt x="1458974" y="1386033"/>
                </a:moveTo>
                <a:lnTo>
                  <a:pt x="1458974" y="1458974"/>
                </a:lnTo>
                <a:lnTo>
                  <a:pt x="1531915" y="1458974"/>
                </a:lnTo>
                <a:lnTo>
                  <a:pt x="1531915" y="1386033"/>
                </a:lnTo>
                <a:lnTo>
                  <a:pt x="1458974" y="1386033"/>
                </a:lnTo>
                <a:close/>
                <a:moveTo>
                  <a:pt x="1823710" y="1386033"/>
                </a:moveTo>
                <a:lnTo>
                  <a:pt x="1823710" y="1458974"/>
                </a:lnTo>
                <a:lnTo>
                  <a:pt x="1896651" y="1458974"/>
                </a:lnTo>
                <a:lnTo>
                  <a:pt x="1896651" y="1386033"/>
                </a:lnTo>
                <a:lnTo>
                  <a:pt x="1823710" y="1386033"/>
                </a:lnTo>
                <a:close/>
                <a:moveTo>
                  <a:pt x="1896651" y="1386033"/>
                </a:moveTo>
                <a:lnTo>
                  <a:pt x="1896651" y="1458974"/>
                </a:lnTo>
                <a:lnTo>
                  <a:pt x="1969622" y="1458974"/>
                </a:lnTo>
                <a:lnTo>
                  <a:pt x="1969622" y="1386033"/>
                </a:lnTo>
                <a:lnTo>
                  <a:pt x="1896651" y="1386033"/>
                </a:lnTo>
                <a:close/>
                <a:moveTo>
                  <a:pt x="1969622" y="1386033"/>
                </a:moveTo>
                <a:lnTo>
                  <a:pt x="1969622" y="1458974"/>
                </a:lnTo>
                <a:lnTo>
                  <a:pt x="2042563" y="1458974"/>
                </a:lnTo>
                <a:lnTo>
                  <a:pt x="2042563" y="1386033"/>
                </a:lnTo>
                <a:lnTo>
                  <a:pt x="1969622" y="1386033"/>
                </a:lnTo>
                <a:close/>
                <a:moveTo>
                  <a:pt x="2261417" y="1386033"/>
                </a:moveTo>
                <a:lnTo>
                  <a:pt x="2261417" y="1458974"/>
                </a:lnTo>
                <a:lnTo>
                  <a:pt x="2334358" y="1458974"/>
                </a:lnTo>
                <a:lnTo>
                  <a:pt x="2334358" y="1386033"/>
                </a:lnTo>
                <a:lnTo>
                  <a:pt x="2261417" y="1386033"/>
                </a:lnTo>
                <a:close/>
                <a:moveTo>
                  <a:pt x="0" y="1458974"/>
                </a:moveTo>
                <a:lnTo>
                  <a:pt x="0" y="1531915"/>
                </a:lnTo>
                <a:lnTo>
                  <a:pt x="72941" y="1531915"/>
                </a:lnTo>
                <a:lnTo>
                  <a:pt x="72941" y="1458974"/>
                </a:lnTo>
                <a:lnTo>
                  <a:pt x="0" y="1458974"/>
                </a:lnTo>
                <a:close/>
                <a:moveTo>
                  <a:pt x="218854" y="1458974"/>
                </a:moveTo>
                <a:lnTo>
                  <a:pt x="218854" y="1531915"/>
                </a:lnTo>
                <a:lnTo>
                  <a:pt x="291795" y="1531915"/>
                </a:lnTo>
                <a:lnTo>
                  <a:pt x="291795" y="1458974"/>
                </a:lnTo>
                <a:lnTo>
                  <a:pt x="218854" y="1458974"/>
                </a:lnTo>
                <a:close/>
                <a:moveTo>
                  <a:pt x="291795" y="1458974"/>
                </a:moveTo>
                <a:lnTo>
                  <a:pt x="291795" y="1531915"/>
                </a:lnTo>
                <a:lnTo>
                  <a:pt x="364736" y="1531915"/>
                </a:lnTo>
                <a:lnTo>
                  <a:pt x="364736" y="1458974"/>
                </a:lnTo>
                <a:lnTo>
                  <a:pt x="291795" y="1458974"/>
                </a:lnTo>
                <a:close/>
                <a:moveTo>
                  <a:pt x="364736" y="1458974"/>
                </a:moveTo>
                <a:lnTo>
                  <a:pt x="364736" y="1531915"/>
                </a:lnTo>
                <a:lnTo>
                  <a:pt x="437677" y="1531915"/>
                </a:lnTo>
                <a:lnTo>
                  <a:pt x="437677" y="1458974"/>
                </a:lnTo>
                <a:lnTo>
                  <a:pt x="364736" y="1458974"/>
                </a:lnTo>
                <a:close/>
                <a:moveTo>
                  <a:pt x="437677" y="1458974"/>
                </a:moveTo>
                <a:lnTo>
                  <a:pt x="437677" y="1531915"/>
                </a:lnTo>
                <a:lnTo>
                  <a:pt x="510648" y="1531915"/>
                </a:lnTo>
                <a:lnTo>
                  <a:pt x="510648" y="1458974"/>
                </a:lnTo>
                <a:lnTo>
                  <a:pt x="437677" y="1458974"/>
                </a:lnTo>
                <a:close/>
                <a:moveTo>
                  <a:pt x="510648" y="1458974"/>
                </a:moveTo>
                <a:lnTo>
                  <a:pt x="510648" y="1531915"/>
                </a:lnTo>
                <a:lnTo>
                  <a:pt x="583589" y="1531915"/>
                </a:lnTo>
                <a:lnTo>
                  <a:pt x="583589" y="1458974"/>
                </a:lnTo>
                <a:lnTo>
                  <a:pt x="510648" y="1458974"/>
                </a:lnTo>
                <a:close/>
                <a:moveTo>
                  <a:pt x="656531" y="1458974"/>
                </a:moveTo>
                <a:lnTo>
                  <a:pt x="656531" y="1531915"/>
                </a:lnTo>
                <a:lnTo>
                  <a:pt x="729472" y="1531915"/>
                </a:lnTo>
                <a:lnTo>
                  <a:pt x="729472" y="1458974"/>
                </a:lnTo>
                <a:lnTo>
                  <a:pt x="656531" y="1458974"/>
                </a:lnTo>
                <a:close/>
                <a:moveTo>
                  <a:pt x="729472" y="1458974"/>
                </a:moveTo>
                <a:lnTo>
                  <a:pt x="729472" y="1531915"/>
                </a:lnTo>
                <a:lnTo>
                  <a:pt x="802443" y="1531915"/>
                </a:lnTo>
                <a:lnTo>
                  <a:pt x="802443" y="1458974"/>
                </a:lnTo>
                <a:lnTo>
                  <a:pt x="729472" y="1458974"/>
                </a:lnTo>
                <a:close/>
                <a:moveTo>
                  <a:pt x="802443" y="1458974"/>
                </a:moveTo>
                <a:lnTo>
                  <a:pt x="802443" y="1531915"/>
                </a:lnTo>
                <a:lnTo>
                  <a:pt x="875384" y="1531915"/>
                </a:lnTo>
                <a:lnTo>
                  <a:pt x="875384" y="1458974"/>
                </a:lnTo>
                <a:lnTo>
                  <a:pt x="802443" y="1458974"/>
                </a:lnTo>
                <a:close/>
                <a:moveTo>
                  <a:pt x="1094238" y="1458974"/>
                </a:moveTo>
                <a:lnTo>
                  <a:pt x="1094238" y="1531915"/>
                </a:lnTo>
                <a:lnTo>
                  <a:pt x="1167179" y="1531915"/>
                </a:lnTo>
                <a:lnTo>
                  <a:pt x="1167179" y="1458974"/>
                </a:lnTo>
                <a:lnTo>
                  <a:pt x="1094238" y="1458974"/>
                </a:lnTo>
                <a:close/>
                <a:moveTo>
                  <a:pt x="1167179" y="1458974"/>
                </a:moveTo>
                <a:lnTo>
                  <a:pt x="1167179" y="1531915"/>
                </a:lnTo>
                <a:lnTo>
                  <a:pt x="1240120" y="1531915"/>
                </a:lnTo>
                <a:lnTo>
                  <a:pt x="1240120" y="1458974"/>
                </a:lnTo>
                <a:lnTo>
                  <a:pt x="1167179" y="1458974"/>
                </a:lnTo>
                <a:close/>
                <a:moveTo>
                  <a:pt x="1313061" y="1458974"/>
                </a:moveTo>
                <a:lnTo>
                  <a:pt x="1313061" y="1531915"/>
                </a:lnTo>
                <a:lnTo>
                  <a:pt x="1386033" y="1531915"/>
                </a:lnTo>
                <a:lnTo>
                  <a:pt x="1386033" y="1458974"/>
                </a:lnTo>
                <a:lnTo>
                  <a:pt x="1313061" y="1458974"/>
                </a:lnTo>
                <a:close/>
                <a:moveTo>
                  <a:pt x="2115504" y="1458974"/>
                </a:moveTo>
                <a:lnTo>
                  <a:pt x="2115504" y="1531915"/>
                </a:lnTo>
                <a:lnTo>
                  <a:pt x="2188446" y="1531915"/>
                </a:lnTo>
                <a:lnTo>
                  <a:pt x="2188446" y="1458974"/>
                </a:lnTo>
                <a:lnTo>
                  <a:pt x="2115504" y="1458974"/>
                </a:lnTo>
                <a:close/>
                <a:moveTo>
                  <a:pt x="2188446" y="1458974"/>
                </a:moveTo>
                <a:lnTo>
                  <a:pt x="2188446" y="1531915"/>
                </a:lnTo>
                <a:lnTo>
                  <a:pt x="2261417" y="1531915"/>
                </a:lnTo>
                <a:lnTo>
                  <a:pt x="2261417" y="1458974"/>
                </a:lnTo>
                <a:lnTo>
                  <a:pt x="2188446" y="1458974"/>
                </a:lnTo>
                <a:close/>
                <a:moveTo>
                  <a:pt x="0" y="1531915"/>
                </a:moveTo>
                <a:lnTo>
                  <a:pt x="0" y="1604856"/>
                </a:lnTo>
                <a:lnTo>
                  <a:pt x="72941" y="1604856"/>
                </a:lnTo>
                <a:lnTo>
                  <a:pt x="72941" y="1531915"/>
                </a:lnTo>
                <a:lnTo>
                  <a:pt x="0" y="1531915"/>
                </a:lnTo>
                <a:close/>
                <a:moveTo>
                  <a:pt x="72941" y="1531915"/>
                </a:moveTo>
                <a:lnTo>
                  <a:pt x="72941" y="1604856"/>
                </a:lnTo>
                <a:lnTo>
                  <a:pt x="145882" y="1604856"/>
                </a:lnTo>
                <a:lnTo>
                  <a:pt x="145882" y="1531915"/>
                </a:lnTo>
                <a:lnTo>
                  <a:pt x="72941" y="1531915"/>
                </a:lnTo>
                <a:close/>
                <a:moveTo>
                  <a:pt x="291795" y="1531915"/>
                </a:moveTo>
                <a:lnTo>
                  <a:pt x="291795" y="1604856"/>
                </a:lnTo>
                <a:lnTo>
                  <a:pt x="364736" y="1604856"/>
                </a:lnTo>
                <a:lnTo>
                  <a:pt x="364736" y="1531915"/>
                </a:lnTo>
                <a:lnTo>
                  <a:pt x="291795" y="1531915"/>
                </a:lnTo>
                <a:close/>
                <a:moveTo>
                  <a:pt x="364736" y="1531915"/>
                </a:moveTo>
                <a:lnTo>
                  <a:pt x="364736" y="1604856"/>
                </a:lnTo>
                <a:lnTo>
                  <a:pt x="437677" y="1604856"/>
                </a:lnTo>
                <a:lnTo>
                  <a:pt x="437677" y="1531915"/>
                </a:lnTo>
                <a:lnTo>
                  <a:pt x="364736" y="1531915"/>
                </a:lnTo>
                <a:close/>
                <a:moveTo>
                  <a:pt x="583589" y="1531915"/>
                </a:moveTo>
                <a:lnTo>
                  <a:pt x="583589" y="1604856"/>
                </a:lnTo>
                <a:lnTo>
                  <a:pt x="656531" y="1604856"/>
                </a:lnTo>
                <a:lnTo>
                  <a:pt x="656531" y="1531915"/>
                </a:lnTo>
                <a:lnTo>
                  <a:pt x="583589" y="1531915"/>
                </a:lnTo>
                <a:close/>
                <a:moveTo>
                  <a:pt x="1094238" y="1531915"/>
                </a:moveTo>
                <a:lnTo>
                  <a:pt x="1094238" y="1604856"/>
                </a:lnTo>
                <a:lnTo>
                  <a:pt x="1167179" y="1604856"/>
                </a:lnTo>
                <a:lnTo>
                  <a:pt x="1167179" y="1531915"/>
                </a:lnTo>
                <a:lnTo>
                  <a:pt x="1094238" y="1531915"/>
                </a:lnTo>
                <a:close/>
                <a:moveTo>
                  <a:pt x="1167179" y="1531915"/>
                </a:moveTo>
                <a:lnTo>
                  <a:pt x="1167179" y="1604856"/>
                </a:lnTo>
                <a:lnTo>
                  <a:pt x="1240120" y="1604856"/>
                </a:lnTo>
                <a:lnTo>
                  <a:pt x="1240120" y="1531915"/>
                </a:lnTo>
                <a:lnTo>
                  <a:pt x="1167179" y="1531915"/>
                </a:lnTo>
                <a:close/>
                <a:moveTo>
                  <a:pt x="1313061" y="1531915"/>
                </a:moveTo>
                <a:lnTo>
                  <a:pt x="1313061" y="1604856"/>
                </a:lnTo>
                <a:lnTo>
                  <a:pt x="1386033" y="1604856"/>
                </a:lnTo>
                <a:lnTo>
                  <a:pt x="1386033" y="1531915"/>
                </a:lnTo>
                <a:lnTo>
                  <a:pt x="1313061" y="1531915"/>
                </a:lnTo>
                <a:close/>
                <a:moveTo>
                  <a:pt x="1458974" y="1531915"/>
                </a:moveTo>
                <a:lnTo>
                  <a:pt x="1458974" y="1604856"/>
                </a:lnTo>
                <a:lnTo>
                  <a:pt x="1531915" y="1604856"/>
                </a:lnTo>
                <a:lnTo>
                  <a:pt x="1531915" y="1531915"/>
                </a:lnTo>
                <a:lnTo>
                  <a:pt x="1458974" y="1531915"/>
                </a:lnTo>
                <a:close/>
                <a:moveTo>
                  <a:pt x="1531915" y="1531915"/>
                </a:moveTo>
                <a:lnTo>
                  <a:pt x="1531915" y="1604856"/>
                </a:lnTo>
                <a:lnTo>
                  <a:pt x="1604856" y="1604856"/>
                </a:lnTo>
                <a:lnTo>
                  <a:pt x="1604856" y="1531915"/>
                </a:lnTo>
                <a:lnTo>
                  <a:pt x="1531915" y="1531915"/>
                </a:lnTo>
                <a:close/>
                <a:moveTo>
                  <a:pt x="1969622" y="1531915"/>
                </a:moveTo>
                <a:lnTo>
                  <a:pt x="1969622" y="1604856"/>
                </a:lnTo>
                <a:lnTo>
                  <a:pt x="2042563" y="1604856"/>
                </a:lnTo>
                <a:lnTo>
                  <a:pt x="2042563" y="1531915"/>
                </a:lnTo>
                <a:lnTo>
                  <a:pt x="1969622" y="1531915"/>
                </a:lnTo>
                <a:close/>
                <a:moveTo>
                  <a:pt x="2042563" y="1531915"/>
                </a:moveTo>
                <a:lnTo>
                  <a:pt x="2042563" y="1604856"/>
                </a:lnTo>
                <a:lnTo>
                  <a:pt x="2115504" y="1604856"/>
                </a:lnTo>
                <a:lnTo>
                  <a:pt x="2115504" y="1531915"/>
                </a:lnTo>
                <a:lnTo>
                  <a:pt x="2042563" y="1531915"/>
                </a:lnTo>
                <a:close/>
                <a:moveTo>
                  <a:pt x="2188446" y="1531915"/>
                </a:moveTo>
                <a:lnTo>
                  <a:pt x="2188446" y="1604856"/>
                </a:lnTo>
                <a:lnTo>
                  <a:pt x="2261417" y="1604856"/>
                </a:lnTo>
                <a:lnTo>
                  <a:pt x="2261417" y="1531915"/>
                </a:lnTo>
                <a:lnTo>
                  <a:pt x="2188446" y="1531915"/>
                </a:lnTo>
                <a:close/>
                <a:moveTo>
                  <a:pt x="2334358" y="1531915"/>
                </a:moveTo>
                <a:lnTo>
                  <a:pt x="2334358" y="1604856"/>
                </a:lnTo>
                <a:lnTo>
                  <a:pt x="2407299" y="1604856"/>
                </a:lnTo>
                <a:lnTo>
                  <a:pt x="2407299" y="1531915"/>
                </a:lnTo>
                <a:lnTo>
                  <a:pt x="2334358" y="1531915"/>
                </a:lnTo>
                <a:close/>
                <a:moveTo>
                  <a:pt x="72941" y="1604856"/>
                </a:moveTo>
                <a:lnTo>
                  <a:pt x="72941" y="1677827"/>
                </a:lnTo>
                <a:lnTo>
                  <a:pt x="145882" y="1677827"/>
                </a:lnTo>
                <a:lnTo>
                  <a:pt x="145882" y="1604856"/>
                </a:lnTo>
                <a:lnTo>
                  <a:pt x="72941" y="1604856"/>
                </a:lnTo>
                <a:close/>
                <a:moveTo>
                  <a:pt x="145882" y="1604856"/>
                </a:moveTo>
                <a:lnTo>
                  <a:pt x="145882" y="1677827"/>
                </a:lnTo>
                <a:lnTo>
                  <a:pt x="218854" y="1677827"/>
                </a:lnTo>
                <a:lnTo>
                  <a:pt x="218854" y="1604856"/>
                </a:lnTo>
                <a:lnTo>
                  <a:pt x="145882" y="1604856"/>
                </a:lnTo>
                <a:close/>
                <a:moveTo>
                  <a:pt x="218854" y="1604856"/>
                </a:moveTo>
                <a:lnTo>
                  <a:pt x="218854" y="1677827"/>
                </a:lnTo>
                <a:lnTo>
                  <a:pt x="291795" y="1677827"/>
                </a:lnTo>
                <a:lnTo>
                  <a:pt x="291795" y="1604856"/>
                </a:lnTo>
                <a:lnTo>
                  <a:pt x="218854" y="1604856"/>
                </a:lnTo>
                <a:close/>
                <a:moveTo>
                  <a:pt x="437677" y="1604856"/>
                </a:moveTo>
                <a:lnTo>
                  <a:pt x="437677" y="1677827"/>
                </a:lnTo>
                <a:lnTo>
                  <a:pt x="510648" y="1677827"/>
                </a:lnTo>
                <a:lnTo>
                  <a:pt x="510648" y="1604856"/>
                </a:lnTo>
                <a:lnTo>
                  <a:pt x="437677" y="1604856"/>
                </a:lnTo>
                <a:close/>
                <a:moveTo>
                  <a:pt x="510648" y="1604856"/>
                </a:moveTo>
                <a:lnTo>
                  <a:pt x="510648" y="1677827"/>
                </a:lnTo>
                <a:lnTo>
                  <a:pt x="583589" y="1677827"/>
                </a:lnTo>
                <a:lnTo>
                  <a:pt x="583589" y="1604856"/>
                </a:lnTo>
                <a:lnTo>
                  <a:pt x="510648" y="1604856"/>
                </a:lnTo>
                <a:close/>
                <a:moveTo>
                  <a:pt x="656531" y="1604856"/>
                </a:moveTo>
                <a:lnTo>
                  <a:pt x="656531" y="1677827"/>
                </a:lnTo>
                <a:lnTo>
                  <a:pt x="729472" y="1677827"/>
                </a:lnTo>
                <a:lnTo>
                  <a:pt x="729472" y="1604856"/>
                </a:lnTo>
                <a:lnTo>
                  <a:pt x="656531" y="1604856"/>
                </a:lnTo>
                <a:close/>
                <a:moveTo>
                  <a:pt x="875384" y="1604856"/>
                </a:moveTo>
                <a:lnTo>
                  <a:pt x="875384" y="1677827"/>
                </a:lnTo>
                <a:lnTo>
                  <a:pt x="948325" y="1677827"/>
                </a:lnTo>
                <a:lnTo>
                  <a:pt x="948325" y="1604856"/>
                </a:lnTo>
                <a:lnTo>
                  <a:pt x="875384" y="1604856"/>
                </a:lnTo>
                <a:close/>
                <a:moveTo>
                  <a:pt x="1094238" y="1604856"/>
                </a:moveTo>
                <a:lnTo>
                  <a:pt x="1094238" y="1677827"/>
                </a:lnTo>
                <a:lnTo>
                  <a:pt x="1167179" y="1677827"/>
                </a:lnTo>
                <a:lnTo>
                  <a:pt x="1167179" y="1604856"/>
                </a:lnTo>
                <a:lnTo>
                  <a:pt x="1094238" y="1604856"/>
                </a:lnTo>
                <a:close/>
                <a:moveTo>
                  <a:pt x="1167179" y="1604856"/>
                </a:moveTo>
                <a:lnTo>
                  <a:pt x="1167179" y="1677827"/>
                </a:lnTo>
                <a:lnTo>
                  <a:pt x="1240120" y="1677827"/>
                </a:lnTo>
                <a:lnTo>
                  <a:pt x="1240120" y="1604856"/>
                </a:lnTo>
                <a:lnTo>
                  <a:pt x="1167179" y="1604856"/>
                </a:lnTo>
                <a:close/>
                <a:moveTo>
                  <a:pt x="1313061" y="1604856"/>
                </a:moveTo>
                <a:lnTo>
                  <a:pt x="1313061" y="1677827"/>
                </a:lnTo>
                <a:lnTo>
                  <a:pt x="1386033" y="1677827"/>
                </a:lnTo>
                <a:lnTo>
                  <a:pt x="1386033" y="1604856"/>
                </a:lnTo>
                <a:lnTo>
                  <a:pt x="1313061" y="1604856"/>
                </a:lnTo>
                <a:close/>
                <a:moveTo>
                  <a:pt x="1604856" y="1604856"/>
                </a:moveTo>
                <a:lnTo>
                  <a:pt x="1604856" y="1677827"/>
                </a:lnTo>
                <a:lnTo>
                  <a:pt x="1677827" y="1677827"/>
                </a:lnTo>
                <a:lnTo>
                  <a:pt x="1677827" y="1604856"/>
                </a:lnTo>
                <a:lnTo>
                  <a:pt x="1604856" y="1604856"/>
                </a:lnTo>
                <a:close/>
                <a:moveTo>
                  <a:pt x="1677827" y="1604856"/>
                </a:moveTo>
                <a:lnTo>
                  <a:pt x="1677827" y="1677827"/>
                </a:lnTo>
                <a:lnTo>
                  <a:pt x="1750768" y="1677827"/>
                </a:lnTo>
                <a:lnTo>
                  <a:pt x="1750768" y="1604856"/>
                </a:lnTo>
                <a:lnTo>
                  <a:pt x="1677827" y="1604856"/>
                </a:lnTo>
                <a:close/>
                <a:moveTo>
                  <a:pt x="1750768" y="1604856"/>
                </a:moveTo>
                <a:lnTo>
                  <a:pt x="1750768" y="1677827"/>
                </a:lnTo>
                <a:lnTo>
                  <a:pt x="1823710" y="1677827"/>
                </a:lnTo>
                <a:lnTo>
                  <a:pt x="1823710" y="1604856"/>
                </a:lnTo>
                <a:lnTo>
                  <a:pt x="1750768" y="1604856"/>
                </a:lnTo>
                <a:close/>
                <a:moveTo>
                  <a:pt x="1823710" y="1604856"/>
                </a:moveTo>
                <a:lnTo>
                  <a:pt x="1823710" y="1677827"/>
                </a:lnTo>
                <a:lnTo>
                  <a:pt x="1896651" y="1677827"/>
                </a:lnTo>
                <a:lnTo>
                  <a:pt x="1896651" y="1604856"/>
                </a:lnTo>
                <a:lnTo>
                  <a:pt x="1823710" y="1604856"/>
                </a:lnTo>
                <a:close/>
                <a:moveTo>
                  <a:pt x="1969622" y="1604856"/>
                </a:moveTo>
                <a:lnTo>
                  <a:pt x="1969622" y="1677827"/>
                </a:lnTo>
                <a:lnTo>
                  <a:pt x="2042563" y="1677827"/>
                </a:lnTo>
                <a:lnTo>
                  <a:pt x="2042563" y="1604856"/>
                </a:lnTo>
                <a:lnTo>
                  <a:pt x="1969622" y="1604856"/>
                </a:lnTo>
                <a:close/>
                <a:moveTo>
                  <a:pt x="2042563" y="1604856"/>
                </a:moveTo>
                <a:lnTo>
                  <a:pt x="2042563" y="1677827"/>
                </a:lnTo>
                <a:lnTo>
                  <a:pt x="2115504" y="1677827"/>
                </a:lnTo>
                <a:lnTo>
                  <a:pt x="2115504" y="1604856"/>
                </a:lnTo>
                <a:lnTo>
                  <a:pt x="2042563" y="1604856"/>
                </a:lnTo>
                <a:close/>
                <a:moveTo>
                  <a:pt x="2115504" y="1604856"/>
                </a:moveTo>
                <a:lnTo>
                  <a:pt x="2115504" y="1677827"/>
                </a:lnTo>
                <a:lnTo>
                  <a:pt x="2188446" y="1677827"/>
                </a:lnTo>
                <a:lnTo>
                  <a:pt x="2188446" y="1604856"/>
                </a:lnTo>
                <a:lnTo>
                  <a:pt x="2115504" y="1604856"/>
                </a:lnTo>
                <a:close/>
                <a:moveTo>
                  <a:pt x="2188446" y="1604856"/>
                </a:moveTo>
                <a:lnTo>
                  <a:pt x="2188446" y="1677827"/>
                </a:lnTo>
                <a:lnTo>
                  <a:pt x="2261417" y="1677827"/>
                </a:lnTo>
                <a:lnTo>
                  <a:pt x="2261417" y="1604856"/>
                </a:lnTo>
                <a:lnTo>
                  <a:pt x="2188446" y="1604856"/>
                </a:lnTo>
                <a:close/>
                <a:moveTo>
                  <a:pt x="2261417" y="1604856"/>
                </a:moveTo>
                <a:lnTo>
                  <a:pt x="2261417" y="1677827"/>
                </a:lnTo>
                <a:lnTo>
                  <a:pt x="2334358" y="1677827"/>
                </a:lnTo>
                <a:lnTo>
                  <a:pt x="2334358" y="1604856"/>
                </a:lnTo>
                <a:lnTo>
                  <a:pt x="2261417" y="1604856"/>
                </a:lnTo>
                <a:close/>
                <a:moveTo>
                  <a:pt x="0" y="1677827"/>
                </a:moveTo>
                <a:lnTo>
                  <a:pt x="0" y="1750768"/>
                </a:lnTo>
                <a:lnTo>
                  <a:pt x="72941" y="1750768"/>
                </a:lnTo>
                <a:lnTo>
                  <a:pt x="72941" y="1677827"/>
                </a:lnTo>
                <a:lnTo>
                  <a:pt x="0" y="1677827"/>
                </a:lnTo>
                <a:close/>
                <a:moveTo>
                  <a:pt x="72941" y="1677827"/>
                </a:moveTo>
                <a:lnTo>
                  <a:pt x="72941" y="1750768"/>
                </a:lnTo>
                <a:lnTo>
                  <a:pt x="145882" y="1750768"/>
                </a:lnTo>
                <a:lnTo>
                  <a:pt x="145882" y="1677827"/>
                </a:lnTo>
                <a:lnTo>
                  <a:pt x="72941" y="1677827"/>
                </a:lnTo>
                <a:close/>
                <a:moveTo>
                  <a:pt x="218854" y="1677827"/>
                </a:moveTo>
                <a:lnTo>
                  <a:pt x="218854" y="1750768"/>
                </a:lnTo>
                <a:lnTo>
                  <a:pt x="291795" y="1750768"/>
                </a:lnTo>
                <a:lnTo>
                  <a:pt x="291795" y="1677827"/>
                </a:lnTo>
                <a:lnTo>
                  <a:pt x="218854" y="1677827"/>
                </a:lnTo>
                <a:close/>
                <a:moveTo>
                  <a:pt x="583589" y="1677827"/>
                </a:moveTo>
                <a:lnTo>
                  <a:pt x="583589" y="1750768"/>
                </a:lnTo>
                <a:lnTo>
                  <a:pt x="656531" y="1750768"/>
                </a:lnTo>
                <a:lnTo>
                  <a:pt x="656531" y="1677827"/>
                </a:lnTo>
                <a:lnTo>
                  <a:pt x="583589" y="1677827"/>
                </a:lnTo>
                <a:close/>
                <a:moveTo>
                  <a:pt x="656531" y="1677827"/>
                </a:moveTo>
                <a:lnTo>
                  <a:pt x="656531" y="1750768"/>
                </a:lnTo>
                <a:lnTo>
                  <a:pt x="729472" y="1750768"/>
                </a:lnTo>
                <a:lnTo>
                  <a:pt x="729472" y="1677827"/>
                </a:lnTo>
                <a:lnTo>
                  <a:pt x="656531" y="1677827"/>
                </a:lnTo>
                <a:close/>
                <a:moveTo>
                  <a:pt x="729472" y="1677827"/>
                </a:moveTo>
                <a:lnTo>
                  <a:pt x="729472" y="1750768"/>
                </a:lnTo>
                <a:lnTo>
                  <a:pt x="802443" y="1750768"/>
                </a:lnTo>
                <a:lnTo>
                  <a:pt x="802443" y="1677827"/>
                </a:lnTo>
                <a:lnTo>
                  <a:pt x="729472" y="1677827"/>
                </a:lnTo>
                <a:close/>
                <a:moveTo>
                  <a:pt x="802443" y="1677827"/>
                </a:moveTo>
                <a:lnTo>
                  <a:pt x="802443" y="1750768"/>
                </a:lnTo>
                <a:lnTo>
                  <a:pt x="875384" y="1750768"/>
                </a:lnTo>
                <a:lnTo>
                  <a:pt x="875384" y="1677827"/>
                </a:lnTo>
                <a:lnTo>
                  <a:pt x="802443" y="1677827"/>
                </a:lnTo>
                <a:close/>
                <a:moveTo>
                  <a:pt x="875384" y="1677827"/>
                </a:moveTo>
                <a:lnTo>
                  <a:pt x="875384" y="1750768"/>
                </a:lnTo>
                <a:lnTo>
                  <a:pt x="948325" y="1750768"/>
                </a:lnTo>
                <a:lnTo>
                  <a:pt x="948325" y="1677827"/>
                </a:lnTo>
                <a:lnTo>
                  <a:pt x="875384" y="1677827"/>
                </a:lnTo>
                <a:close/>
                <a:moveTo>
                  <a:pt x="1094238" y="1677827"/>
                </a:moveTo>
                <a:lnTo>
                  <a:pt x="1094238" y="1750768"/>
                </a:lnTo>
                <a:lnTo>
                  <a:pt x="1167179" y="1750768"/>
                </a:lnTo>
                <a:lnTo>
                  <a:pt x="1167179" y="1677827"/>
                </a:lnTo>
                <a:lnTo>
                  <a:pt x="1094238" y="1677827"/>
                </a:lnTo>
                <a:close/>
                <a:moveTo>
                  <a:pt x="1167179" y="1677827"/>
                </a:moveTo>
                <a:lnTo>
                  <a:pt x="1167179" y="1750768"/>
                </a:lnTo>
                <a:lnTo>
                  <a:pt x="1240120" y="1750768"/>
                </a:lnTo>
                <a:lnTo>
                  <a:pt x="1240120" y="1677827"/>
                </a:lnTo>
                <a:lnTo>
                  <a:pt x="1167179" y="1677827"/>
                </a:lnTo>
                <a:close/>
                <a:moveTo>
                  <a:pt x="1240120" y="1677827"/>
                </a:moveTo>
                <a:lnTo>
                  <a:pt x="1240120" y="1750768"/>
                </a:lnTo>
                <a:lnTo>
                  <a:pt x="1313061" y="1750768"/>
                </a:lnTo>
                <a:lnTo>
                  <a:pt x="1313061" y="1677827"/>
                </a:lnTo>
                <a:lnTo>
                  <a:pt x="1240120" y="1677827"/>
                </a:lnTo>
                <a:close/>
                <a:moveTo>
                  <a:pt x="1531915" y="1677827"/>
                </a:moveTo>
                <a:lnTo>
                  <a:pt x="1531915" y="1750768"/>
                </a:lnTo>
                <a:lnTo>
                  <a:pt x="1604856" y="1750768"/>
                </a:lnTo>
                <a:lnTo>
                  <a:pt x="1604856" y="1677827"/>
                </a:lnTo>
                <a:lnTo>
                  <a:pt x="1531915" y="1677827"/>
                </a:lnTo>
                <a:close/>
                <a:moveTo>
                  <a:pt x="1604856" y="1677827"/>
                </a:moveTo>
                <a:lnTo>
                  <a:pt x="1604856" y="1750768"/>
                </a:lnTo>
                <a:lnTo>
                  <a:pt x="1677827" y="1750768"/>
                </a:lnTo>
                <a:lnTo>
                  <a:pt x="1677827" y="1677827"/>
                </a:lnTo>
                <a:lnTo>
                  <a:pt x="1604856" y="1677827"/>
                </a:lnTo>
                <a:close/>
                <a:moveTo>
                  <a:pt x="1750768" y="1677827"/>
                </a:moveTo>
                <a:lnTo>
                  <a:pt x="1750768" y="1750768"/>
                </a:lnTo>
                <a:lnTo>
                  <a:pt x="1823710" y="1750768"/>
                </a:lnTo>
                <a:lnTo>
                  <a:pt x="1823710" y="1677827"/>
                </a:lnTo>
                <a:lnTo>
                  <a:pt x="1750768" y="1677827"/>
                </a:lnTo>
                <a:close/>
                <a:moveTo>
                  <a:pt x="1896651" y="1677827"/>
                </a:moveTo>
                <a:lnTo>
                  <a:pt x="1896651" y="1750768"/>
                </a:lnTo>
                <a:lnTo>
                  <a:pt x="1969622" y="1750768"/>
                </a:lnTo>
                <a:lnTo>
                  <a:pt x="1969622" y="1677827"/>
                </a:lnTo>
                <a:lnTo>
                  <a:pt x="1896651" y="1677827"/>
                </a:lnTo>
                <a:close/>
                <a:moveTo>
                  <a:pt x="1969622" y="1677827"/>
                </a:moveTo>
                <a:lnTo>
                  <a:pt x="1969622" y="1750768"/>
                </a:lnTo>
                <a:lnTo>
                  <a:pt x="2042563" y="1750768"/>
                </a:lnTo>
                <a:lnTo>
                  <a:pt x="2042563" y="1677827"/>
                </a:lnTo>
                <a:lnTo>
                  <a:pt x="1969622" y="1677827"/>
                </a:lnTo>
                <a:close/>
                <a:moveTo>
                  <a:pt x="2042563" y="1677827"/>
                </a:moveTo>
                <a:lnTo>
                  <a:pt x="2042563" y="1750768"/>
                </a:lnTo>
                <a:lnTo>
                  <a:pt x="2115504" y="1750768"/>
                </a:lnTo>
                <a:lnTo>
                  <a:pt x="2115504" y="1677827"/>
                </a:lnTo>
                <a:lnTo>
                  <a:pt x="2042563" y="1677827"/>
                </a:lnTo>
                <a:close/>
                <a:moveTo>
                  <a:pt x="2115504" y="1677827"/>
                </a:moveTo>
                <a:lnTo>
                  <a:pt x="2115504" y="1750768"/>
                </a:lnTo>
                <a:lnTo>
                  <a:pt x="2188446" y="1750768"/>
                </a:lnTo>
                <a:lnTo>
                  <a:pt x="2188446" y="1677827"/>
                </a:lnTo>
                <a:lnTo>
                  <a:pt x="2115504" y="1677827"/>
                </a:lnTo>
                <a:close/>
                <a:moveTo>
                  <a:pt x="2188446" y="1677827"/>
                </a:moveTo>
                <a:lnTo>
                  <a:pt x="2188446" y="1750768"/>
                </a:lnTo>
                <a:lnTo>
                  <a:pt x="2261417" y="1750768"/>
                </a:lnTo>
                <a:lnTo>
                  <a:pt x="2261417" y="1677827"/>
                </a:lnTo>
                <a:lnTo>
                  <a:pt x="2188446" y="1677827"/>
                </a:lnTo>
                <a:close/>
                <a:moveTo>
                  <a:pt x="2261417" y="1677827"/>
                </a:moveTo>
                <a:lnTo>
                  <a:pt x="2261417" y="1750768"/>
                </a:lnTo>
                <a:lnTo>
                  <a:pt x="2334358" y="1750768"/>
                </a:lnTo>
                <a:lnTo>
                  <a:pt x="2334358" y="1677827"/>
                </a:lnTo>
                <a:lnTo>
                  <a:pt x="2261417" y="1677827"/>
                </a:lnTo>
                <a:close/>
                <a:moveTo>
                  <a:pt x="2334358" y="1677827"/>
                </a:moveTo>
                <a:lnTo>
                  <a:pt x="2334358" y="1750768"/>
                </a:lnTo>
                <a:lnTo>
                  <a:pt x="2407299" y="1750768"/>
                </a:lnTo>
                <a:lnTo>
                  <a:pt x="2407299" y="1677827"/>
                </a:lnTo>
                <a:lnTo>
                  <a:pt x="2334358" y="1677827"/>
                </a:lnTo>
                <a:close/>
                <a:moveTo>
                  <a:pt x="72941" y="1750768"/>
                </a:moveTo>
                <a:lnTo>
                  <a:pt x="72941" y="1823710"/>
                </a:lnTo>
                <a:lnTo>
                  <a:pt x="145882" y="1823710"/>
                </a:lnTo>
                <a:lnTo>
                  <a:pt x="145882" y="1750768"/>
                </a:lnTo>
                <a:lnTo>
                  <a:pt x="72941" y="1750768"/>
                </a:lnTo>
                <a:close/>
                <a:moveTo>
                  <a:pt x="291795" y="1750768"/>
                </a:moveTo>
                <a:lnTo>
                  <a:pt x="291795" y="1823710"/>
                </a:lnTo>
                <a:lnTo>
                  <a:pt x="364736" y="1823710"/>
                </a:lnTo>
                <a:lnTo>
                  <a:pt x="364736" y="1750768"/>
                </a:lnTo>
                <a:lnTo>
                  <a:pt x="291795" y="1750768"/>
                </a:lnTo>
                <a:close/>
                <a:moveTo>
                  <a:pt x="364736" y="1750768"/>
                </a:moveTo>
                <a:lnTo>
                  <a:pt x="364736" y="1823710"/>
                </a:lnTo>
                <a:lnTo>
                  <a:pt x="437677" y="1823710"/>
                </a:lnTo>
                <a:lnTo>
                  <a:pt x="437677" y="1750768"/>
                </a:lnTo>
                <a:lnTo>
                  <a:pt x="364736" y="1750768"/>
                </a:lnTo>
                <a:close/>
                <a:moveTo>
                  <a:pt x="437677" y="1750768"/>
                </a:moveTo>
                <a:lnTo>
                  <a:pt x="437677" y="1823710"/>
                </a:lnTo>
                <a:lnTo>
                  <a:pt x="510648" y="1823710"/>
                </a:lnTo>
                <a:lnTo>
                  <a:pt x="510648" y="1750768"/>
                </a:lnTo>
                <a:lnTo>
                  <a:pt x="437677" y="1750768"/>
                </a:lnTo>
                <a:close/>
                <a:moveTo>
                  <a:pt x="510648" y="1750768"/>
                </a:moveTo>
                <a:lnTo>
                  <a:pt x="510648" y="1823710"/>
                </a:lnTo>
                <a:lnTo>
                  <a:pt x="583589" y="1823710"/>
                </a:lnTo>
                <a:lnTo>
                  <a:pt x="583589" y="1750768"/>
                </a:lnTo>
                <a:lnTo>
                  <a:pt x="510648" y="1750768"/>
                </a:lnTo>
                <a:close/>
                <a:moveTo>
                  <a:pt x="583589" y="1750768"/>
                </a:moveTo>
                <a:lnTo>
                  <a:pt x="583589" y="1823710"/>
                </a:lnTo>
                <a:lnTo>
                  <a:pt x="656531" y="1823710"/>
                </a:lnTo>
                <a:lnTo>
                  <a:pt x="656531" y="1750768"/>
                </a:lnTo>
                <a:lnTo>
                  <a:pt x="583589" y="1750768"/>
                </a:lnTo>
                <a:close/>
                <a:moveTo>
                  <a:pt x="802443" y="1750768"/>
                </a:moveTo>
                <a:lnTo>
                  <a:pt x="802443" y="1823710"/>
                </a:lnTo>
                <a:lnTo>
                  <a:pt x="875384" y="1823710"/>
                </a:lnTo>
                <a:lnTo>
                  <a:pt x="875384" y="1750768"/>
                </a:lnTo>
                <a:lnTo>
                  <a:pt x="802443" y="1750768"/>
                </a:lnTo>
                <a:close/>
                <a:moveTo>
                  <a:pt x="875384" y="1750768"/>
                </a:moveTo>
                <a:lnTo>
                  <a:pt x="875384" y="1823710"/>
                </a:lnTo>
                <a:lnTo>
                  <a:pt x="948325" y="1823710"/>
                </a:lnTo>
                <a:lnTo>
                  <a:pt x="948325" y="1750768"/>
                </a:lnTo>
                <a:lnTo>
                  <a:pt x="875384" y="1750768"/>
                </a:lnTo>
                <a:close/>
                <a:moveTo>
                  <a:pt x="1021267" y="1750768"/>
                </a:moveTo>
                <a:lnTo>
                  <a:pt x="1021267" y="1823710"/>
                </a:lnTo>
                <a:lnTo>
                  <a:pt x="1094238" y="1823710"/>
                </a:lnTo>
                <a:lnTo>
                  <a:pt x="1094238" y="1750768"/>
                </a:lnTo>
                <a:lnTo>
                  <a:pt x="1021267" y="1750768"/>
                </a:lnTo>
                <a:close/>
                <a:moveTo>
                  <a:pt x="1094238" y="1750768"/>
                </a:moveTo>
                <a:lnTo>
                  <a:pt x="1094238" y="1823710"/>
                </a:lnTo>
                <a:lnTo>
                  <a:pt x="1167179" y="1823710"/>
                </a:lnTo>
                <a:lnTo>
                  <a:pt x="1167179" y="1750768"/>
                </a:lnTo>
                <a:lnTo>
                  <a:pt x="1094238" y="1750768"/>
                </a:lnTo>
                <a:close/>
                <a:moveTo>
                  <a:pt x="1386033" y="1750768"/>
                </a:moveTo>
                <a:lnTo>
                  <a:pt x="1386033" y="1823710"/>
                </a:lnTo>
                <a:lnTo>
                  <a:pt x="1458974" y="1823710"/>
                </a:lnTo>
                <a:lnTo>
                  <a:pt x="1458974" y="1750768"/>
                </a:lnTo>
                <a:lnTo>
                  <a:pt x="1386033" y="1750768"/>
                </a:lnTo>
                <a:close/>
                <a:moveTo>
                  <a:pt x="1458974" y="1750768"/>
                </a:moveTo>
                <a:lnTo>
                  <a:pt x="1458974" y="1823710"/>
                </a:lnTo>
                <a:lnTo>
                  <a:pt x="1531915" y="1823710"/>
                </a:lnTo>
                <a:lnTo>
                  <a:pt x="1531915" y="1750768"/>
                </a:lnTo>
                <a:lnTo>
                  <a:pt x="1458974" y="1750768"/>
                </a:lnTo>
                <a:close/>
                <a:moveTo>
                  <a:pt x="1677827" y="1750768"/>
                </a:moveTo>
                <a:lnTo>
                  <a:pt x="1677827" y="1823710"/>
                </a:lnTo>
                <a:lnTo>
                  <a:pt x="1750768" y="1823710"/>
                </a:lnTo>
                <a:lnTo>
                  <a:pt x="1750768" y="1750768"/>
                </a:lnTo>
                <a:lnTo>
                  <a:pt x="1677827" y="1750768"/>
                </a:lnTo>
                <a:close/>
                <a:moveTo>
                  <a:pt x="1750768" y="1750768"/>
                </a:moveTo>
                <a:lnTo>
                  <a:pt x="1750768" y="1823710"/>
                </a:lnTo>
                <a:lnTo>
                  <a:pt x="1823710" y="1823710"/>
                </a:lnTo>
                <a:lnTo>
                  <a:pt x="1823710" y="1750768"/>
                </a:lnTo>
                <a:lnTo>
                  <a:pt x="1750768" y="1750768"/>
                </a:lnTo>
                <a:close/>
                <a:moveTo>
                  <a:pt x="1823710" y="1750768"/>
                </a:moveTo>
                <a:lnTo>
                  <a:pt x="1823710" y="1823710"/>
                </a:lnTo>
                <a:lnTo>
                  <a:pt x="1896651" y="1823710"/>
                </a:lnTo>
                <a:lnTo>
                  <a:pt x="1896651" y="1750768"/>
                </a:lnTo>
                <a:lnTo>
                  <a:pt x="1823710" y="1750768"/>
                </a:lnTo>
                <a:close/>
                <a:moveTo>
                  <a:pt x="1896651" y="1750768"/>
                </a:moveTo>
                <a:lnTo>
                  <a:pt x="1896651" y="1823710"/>
                </a:lnTo>
                <a:lnTo>
                  <a:pt x="1969622" y="1823710"/>
                </a:lnTo>
                <a:lnTo>
                  <a:pt x="1969622" y="1750768"/>
                </a:lnTo>
                <a:lnTo>
                  <a:pt x="1896651" y="1750768"/>
                </a:lnTo>
                <a:close/>
                <a:moveTo>
                  <a:pt x="1969622" y="1750768"/>
                </a:moveTo>
                <a:lnTo>
                  <a:pt x="1969622" y="1823710"/>
                </a:lnTo>
                <a:lnTo>
                  <a:pt x="2042563" y="1823710"/>
                </a:lnTo>
                <a:lnTo>
                  <a:pt x="2042563" y="1750768"/>
                </a:lnTo>
                <a:lnTo>
                  <a:pt x="1969622" y="1750768"/>
                </a:lnTo>
                <a:close/>
                <a:moveTo>
                  <a:pt x="2042563" y="1750768"/>
                </a:moveTo>
                <a:lnTo>
                  <a:pt x="2042563" y="1823710"/>
                </a:lnTo>
                <a:lnTo>
                  <a:pt x="2115504" y="1823710"/>
                </a:lnTo>
                <a:lnTo>
                  <a:pt x="2115504" y="1750768"/>
                </a:lnTo>
                <a:lnTo>
                  <a:pt x="2042563" y="1750768"/>
                </a:lnTo>
                <a:close/>
                <a:moveTo>
                  <a:pt x="2115504" y="1750768"/>
                </a:moveTo>
                <a:lnTo>
                  <a:pt x="2115504" y="1823710"/>
                </a:lnTo>
                <a:lnTo>
                  <a:pt x="2188446" y="1823710"/>
                </a:lnTo>
                <a:lnTo>
                  <a:pt x="2188446" y="1750768"/>
                </a:lnTo>
                <a:lnTo>
                  <a:pt x="2115504" y="1750768"/>
                </a:lnTo>
                <a:close/>
                <a:moveTo>
                  <a:pt x="2188446" y="1750768"/>
                </a:moveTo>
                <a:lnTo>
                  <a:pt x="2188446" y="1823710"/>
                </a:lnTo>
                <a:lnTo>
                  <a:pt x="2261417" y="1823710"/>
                </a:lnTo>
                <a:lnTo>
                  <a:pt x="2261417" y="1750768"/>
                </a:lnTo>
                <a:lnTo>
                  <a:pt x="2188446" y="1750768"/>
                </a:lnTo>
                <a:close/>
                <a:moveTo>
                  <a:pt x="2261417" y="1750768"/>
                </a:moveTo>
                <a:lnTo>
                  <a:pt x="2261417" y="1823710"/>
                </a:lnTo>
                <a:lnTo>
                  <a:pt x="2334358" y="1823710"/>
                </a:lnTo>
                <a:lnTo>
                  <a:pt x="2334358" y="1750768"/>
                </a:lnTo>
                <a:lnTo>
                  <a:pt x="2261417" y="1750768"/>
                </a:lnTo>
                <a:close/>
                <a:moveTo>
                  <a:pt x="875384" y="1823710"/>
                </a:moveTo>
                <a:lnTo>
                  <a:pt x="875384" y="1896651"/>
                </a:lnTo>
                <a:lnTo>
                  <a:pt x="948325" y="1896651"/>
                </a:lnTo>
                <a:lnTo>
                  <a:pt x="948325" y="1823710"/>
                </a:lnTo>
                <a:lnTo>
                  <a:pt x="875384" y="1823710"/>
                </a:lnTo>
                <a:close/>
                <a:moveTo>
                  <a:pt x="948325" y="1823710"/>
                </a:moveTo>
                <a:lnTo>
                  <a:pt x="948325" y="1896651"/>
                </a:lnTo>
                <a:lnTo>
                  <a:pt x="1021267" y="1896651"/>
                </a:lnTo>
                <a:lnTo>
                  <a:pt x="1021267" y="1823710"/>
                </a:lnTo>
                <a:lnTo>
                  <a:pt x="948325" y="1823710"/>
                </a:lnTo>
                <a:close/>
                <a:moveTo>
                  <a:pt x="1094238" y="1823710"/>
                </a:moveTo>
                <a:lnTo>
                  <a:pt x="1094238" y="1896651"/>
                </a:lnTo>
                <a:lnTo>
                  <a:pt x="1167179" y="1896651"/>
                </a:lnTo>
                <a:lnTo>
                  <a:pt x="1167179" y="1823710"/>
                </a:lnTo>
                <a:lnTo>
                  <a:pt x="1094238" y="1823710"/>
                </a:lnTo>
                <a:close/>
                <a:moveTo>
                  <a:pt x="1167179" y="1823710"/>
                </a:moveTo>
                <a:lnTo>
                  <a:pt x="1167179" y="1896651"/>
                </a:lnTo>
                <a:lnTo>
                  <a:pt x="1240120" y="1896651"/>
                </a:lnTo>
                <a:lnTo>
                  <a:pt x="1240120" y="1823710"/>
                </a:lnTo>
                <a:lnTo>
                  <a:pt x="1167179" y="1823710"/>
                </a:lnTo>
                <a:close/>
                <a:moveTo>
                  <a:pt x="1386033" y="1823710"/>
                </a:moveTo>
                <a:lnTo>
                  <a:pt x="1386033" y="1896651"/>
                </a:lnTo>
                <a:lnTo>
                  <a:pt x="1458974" y="1896651"/>
                </a:lnTo>
                <a:lnTo>
                  <a:pt x="1458974" y="1823710"/>
                </a:lnTo>
                <a:lnTo>
                  <a:pt x="1386033" y="1823710"/>
                </a:lnTo>
                <a:close/>
                <a:moveTo>
                  <a:pt x="1604856" y="1823710"/>
                </a:moveTo>
                <a:lnTo>
                  <a:pt x="1604856" y="1896651"/>
                </a:lnTo>
                <a:lnTo>
                  <a:pt x="1677827" y="1896651"/>
                </a:lnTo>
                <a:lnTo>
                  <a:pt x="1677827" y="1823710"/>
                </a:lnTo>
                <a:lnTo>
                  <a:pt x="1604856" y="1823710"/>
                </a:lnTo>
                <a:close/>
                <a:moveTo>
                  <a:pt x="1750768" y="1823710"/>
                </a:moveTo>
                <a:lnTo>
                  <a:pt x="1750768" y="1896651"/>
                </a:lnTo>
                <a:lnTo>
                  <a:pt x="1823710" y="1896651"/>
                </a:lnTo>
                <a:lnTo>
                  <a:pt x="1823710" y="1823710"/>
                </a:lnTo>
                <a:lnTo>
                  <a:pt x="1750768" y="1823710"/>
                </a:lnTo>
                <a:close/>
                <a:moveTo>
                  <a:pt x="2042563" y="1823710"/>
                </a:moveTo>
                <a:lnTo>
                  <a:pt x="2042563" y="1896651"/>
                </a:lnTo>
                <a:lnTo>
                  <a:pt x="2115504" y="1896651"/>
                </a:lnTo>
                <a:lnTo>
                  <a:pt x="2115504" y="1823710"/>
                </a:lnTo>
                <a:lnTo>
                  <a:pt x="2042563" y="1823710"/>
                </a:lnTo>
                <a:close/>
                <a:moveTo>
                  <a:pt x="2188446" y="1823710"/>
                </a:moveTo>
                <a:lnTo>
                  <a:pt x="2188446" y="1896651"/>
                </a:lnTo>
                <a:lnTo>
                  <a:pt x="2261417" y="1896651"/>
                </a:lnTo>
                <a:lnTo>
                  <a:pt x="2261417" y="1823710"/>
                </a:lnTo>
                <a:lnTo>
                  <a:pt x="2188446" y="1823710"/>
                </a:lnTo>
                <a:close/>
                <a:moveTo>
                  <a:pt x="2261417" y="1823710"/>
                </a:moveTo>
                <a:lnTo>
                  <a:pt x="2261417" y="1896651"/>
                </a:lnTo>
                <a:lnTo>
                  <a:pt x="2334358" y="1896651"/>
                </a:lnTo>
                <a:lnTo>
                  <a:pt x="2334358" y="1823710"/>
                </a:lnTo>
                <a:lnTo>
                  <a:pt x="2261417" y="1823710"/>
                </a:lnTo>
                <a:close/>
                <a:moveTo>
                  <a:pt x="0" y="1896651"/>
                </a:moveTo>
                <a:lnTo>
                  <a:pt x="0" y="1969622"/>
                </a:lnTo>
                <a:lnTo>
                  <a:pt x="72941" y="1969622"/>
                </a:lnTo>
                <a:lnTo>
                  <a:pt x="72941" y="1896651"/>
                </a:lnTo>
                <a:lnTo>
                  <a:pt x="0" y="1896651"/>
                </a:lnTo>
                <a:close/>
                <a:moveTo>
                  <a:pt x="72941" y="1896651"/>
                </a:moveTo>
                <a:lnTo>
                  <a:pt x="72941" y="1969622"/>
                </a:lnTo>
                <a:lnTo>
                  <a:pt x="145882" y="1969622"/>
                </a:lnTo>
                <a:lnTo>
                  <a:pt x="145882" y="1896651"/>
                </a:lnTo>
                <a:lnTo>
                  <a:pt x="72941" y="1896651"/>
                </a:lnTo>
                <a:close/>
                <a:moveTo>
                  <a:pt x="145882" y="1896651"/>
                </a:moveTo>
                <a:lnTo>
                  <a:pt x="145882" y="1969622"/>
                </a:lnTo>
                <a:lnTo>
                  <a:pt x="218854" y="1969622"/>
                </a:lnTo>
                <a:lnTo>
                  <a:pt x="218854" y="1896651"/>
                </a:lnTo>
                <a:lnTo>
                  <a:pt x="145882" y="1896651"/>
                </a:lnTo>
                <a:close/>
                <a:moveTo>
                  <a:pt x="218854" y="1896651"/>
                </a:moveTo>
                <a:lnTo>
                  <a:pt x="218854" y="1969622"/>
                </a:lnTo>
                <a:lnTo>
                  <a:pt x="291795" y="1969622"/>
                </a:lnTo>
                <a:lnTo>
                  <a:pt x="291795" y="1896651"/>
                </a:lnTo>
                <a:lnTo>
                  <a:pt x="218854" y="1896651"/>
                </a:lnTo>
                <a:close/>
                <a:moveTo>
                  <a:pt x="291795" y="1896651"/>
                </a:moveTo>
                <a:lnTo>
                  <a:pt x="291795" y="1969622"/>
                </a:lnTo>
                <a:lnTo>
                  <a:pt x="364736" y="1969622"/>
                </a:lnTo>
                <a:lnTo>
                  <a:pt x="364736" y="1896651"/>
                </a:lnTo>
                <a:lnTo>
                  <a:pt x="291795" y="1896651"/>
                </a:lnTo>
                <a:close/>
                <a:moveTo>
                  <a:pt x="364736" y="1896651"/>
                </a:moveTo>
                <a:lnTo>
                  <a:pt x="364736" y="1969622"/>
                </a:lnTo>
                <a:lnTo>
                  <a:pt x="437677" y="1969622"/>
                </a:lnTo>
                <a:lnTo>
                  <a:pt x="437677" y="1896651"/>
                </a:lnTo>
                <a:lnTo>
                  <a:pt x="364736" y="1896651"/>
                </a:lnTo>
                <a:close/>
                <a:moveTo>
                  <a:pt x="437677" y="1896651"/>
                </a:moveTo>
                <a:lnTo>
                  <a:pt x="437677" y="1969622"/>
                </a:lnTo>
                <a:lnTo>
                  <a:pt x="510648" y="1969622"/>
                </a:lnTo>
                <a:lnTo>
                  <a:pt x="510648" y="1896651"/>
                </a:lnTo>
                <a:lnTo>
                  <a:pt x="437677" y="1896651"/>
                </a:lnTo>
                <a:close/>
                <a:moveTo>
                  <a:pt x="583589" y="1896651"/>
                </a:moveTo>
                <a:lnTo>
                  <a:pt x="583589" y="1969622"/>
                </a:lnTo>
                <a:lnTo>
                  <a:pt x="656531" y="1969622"/>
                </a:lnTo>
                <a:lnTo>
                  <a:pt x="656531" y="1896651"/>
                </a:lnTo>
                <a:lnTo>
                  <a:pt x="583589" y="1896651"/>
                </a:lnTo>
                <a:close/>
                <a:moveTo>
                  <a:pt x="656531" y="1896651"/>
                </a:moveTo>
                <a:lnTo>
                  <a:pt x="656531" y="1969622"/>
                </a:lnTo>
                <a:lnTo>
                  <a:pt x="729472" y="1969622"/>
                </a:lnTo>
                <a:lnTo>
                  <a:pt x="729472" y="1896651"/>
                </a:lnTo>
                <a:lnTo>
                  <a:pt x="656531" y="1896651"/>
                </a:lnTo>
                <a:close/>
                <a:moveTo>
                  <a:pt x="729472" y="1896651"/>
                </a:moveTo>
                <a:lnTo>
                  <a:pt x="729472" y="1969622"/>
                </a:lnTo>
                <a:lnTo>
                  <a:pt x="802443" y="1969622"/>
                </a:lnTo>
                <a:lnTo>
                  <a:pt x="802443" y="1896651"/>
                </a:lnTo>
                <a:lnTo>
                  <a:pt x="729472" y="1896651"/>
                </a:lnTo>
                <a:close/>
                <a:moveTo>
                  <a:pt x="802443" y="1896651"/>
                </a:moveTo>
                <a:lnTo>
                  <a:pt x="802443" y="1969622"/>
                </a:lnTo>
                <a:lnTo>
                  <a:pt x="875384" y="1969622"/>
                </a:lnTo>
                <a:lnTo>
                  <a:pt x="875384" y="1896651"/>
                </a:lnTo>
                <a:lnTo>
                  <a:pt x="802443" y="1896651"/>
                </a:lnTo>
                <a:close/>
                <a:moveTo>
                  <a:pt x="1021267" y="1896651"/>
                </a:moveTo>
                <a:lnTo>
                  <a:pt x="1021267" y="1969622"/>
                </a:lnTo>
                <a:lnTo>
                  <a:pt x="1094238" y="1969622"/>
                </a:lnTo>
                <a:lnTo>
                  <a:pt x="1094238" y="1896651"/>
                </a:lnTo>
                <a:lnTo>
                  <a:pt x="1021267" y="1896651"/>
                </a:lnTo>
                <a:close/>
                <a:moveTo>
                  <a:pt x="1094238" y="1896651"/>
                </a:moveTo>
                <a:lnTo>
                  <a:pt x="1094238" y="1969622"/>
                </a:lnTo>
                <a:lnTo>
                  <a:pt x="1167179" y="1969622"/>
                </a:lnTo>
                <a:lnTo>
                  <a:pt x="1167179" y="1896651"/>
                </a:lnTo>
                <a:lnTo>
                  <a:pt x="1094238" y="1896651"/>
                </a:lnTo>
                <a:close/>
                <a:moveTo>
                  <a:pt x="1167179" y="1896651"/>
                </a:moveTo>
                <a:lnTo>
                  <a:pt x="1167179" y="1969622"/>
                </a:lnTo>
                <a:lnTo>
                  <a:pt x="1240120" y="1969622"/>
                </a:lnTo>
                <a:lnTo>
                  <a:pt x="1240120" y="1896651"/>
                </a:lnTo>
                <a:lnTo>
                  <a:pt x="1167179" y="1896651"/>
                </a:lnTo>
                <a:close/>
                <a:moveTo>
                  <a:pt x="1240120" y="1896651"/>
                </a:moveTo>
                <a:lnTo>
                  <a:pt x="1240120" y="1969622"/>
                </a:lnTo>
                <a:lnTo>
                  <a:pt x="1313061" y="1969622"/>
                </a:lnTo>
                <a:lnTo>
                  <a:pt x="1313061" y="1896651"/>
                </a:lnTo>
                <a:lnTo>
                  <a:pt x="1240120" y="1896651"/>
                </a:lnTo>
                <a:close/>
                <a:moveTo>
                  <a:pt x="1531915" y="1896651"/>
                </a:moveTo>
                <a:lnTo>
                  <a:pt x="1531915" y="1969622"/>
                </a:lnTo>
                <a:lnTo>
                  <a:pt x="1604856" y="1969622"/>
                </a:lnTo>
                <a:lnTo>
                  <a:pt x="1604856" y="1896651"/>
                </a:lnTo>
                <a:lnTo>
                  <a:pt x="1531915" y="1896651"/>
                </a:lnTo>
                <a:close/>
                <a:moveTo>
                  <a:pt x="1604856" y="1896651"/>
                </a:moveTo>
                <a:lnTo>
                  <a:pt x="1604856" y="1969622"/>
                </a:lnTo>
                <a:lnTo>
                  <a:pt x="1677827" y="1969622"/>
                </a:lnTo>
                <a:lnTo>
                  <a:pt x="1677827" y="1896651"/>
                </a:lnTo>
                <a:lnTo>
                  <a:pt x="1604856" y="1896651"/>
                </a:lnTo>
                <a:close/>
                <a:moveTo>
                  <a:pt x="1677827" y="1896651"/>
                </a:moveTo>
                <a:lnTo>
                  <a:pt x="1677827" y="1969622"/>
                </a:lnTo>
                <a:lnTo>
                  <a:pt x="1750768" y="1969622"/>
                </a:lnTo>
                <a:lnTo>
                  <a:pt x="1750768" y="1896651"/>
                </a:lnTo>
                <a:lnTo>
                  <a:pt x="1677827" y="1896651"/>
                </a:lnTo>
                <a:close/>
                <a:moveTo>
                  <a:pt x="1750768" y="1896651"/>
                </a:moveTo>
                <a:lnTo>
                  <a:pt x="1750768" y="1969622"/>
                </a:lnTo>
                <a:lnTo>
                  <a:pt x="1823710" y="1969622"/>
                </a:lnTo>
                <a:lnTo>
                  <a:pt x="1823710" y="1896651"/>
                </a:lnTo>
                <a:lnTo>
                  <a:pt x="1750768" y="1896651"/>
                </a:lnTo>
                <a:close/>
                <a:moveTo>
                  <a:pt x="1896651" y="1896651"/>
                </a:moveTo>
                <a:lnTo>
                  <a:pt x="1896651" y="1969622"/>
                </a:lnTo>
                <a:lnTo>
                  <a:pt x="1969622" y="1969622"/>
                </a:lnTo>
                <a:lnTo>
                  <a:pt x="1969622" y="1896651"/>
                </a:lnTo>
                <a:lnTo>
                  <a:pt x="1896651" y="1896651"/>
                </a:lnTo>
                <a:close/>
                <a:moveTo>
                  <a:pt x="2042563" y="1896651"/>
                </a:moveTo>
                <a:lnTo>
                  <a:pt x="2042563" y="1969622"/>
                </a:lnTo>
                <a:lnTo>
                  <a:pt x="2115504" y="1969622"/>
                </a:lnTo>
                <a:lnTo>
                  <a:pt x="2115504" y="1896651"/>
                </a:lnTo>
                <a:lnTo>
                  <a:pt x="2042563" y="1896651"/>
                </a:lnTo>
                <a:close/>
                <a:moveTo>
                  <a:pt x="2188446" y="1896651"/>
                </a:moveTo>
                <a:lnTo>
                  <a:pt x="2188446" y="1969622"/>
                </a:lnTo>
                <a:lnTo>
                  <a:pt x="2261417" y="1969622"/>
                </a:lnTo>
                <a:lnTo>
                  <a:pt x="2261417" y="1896651"/>
                </a:lnTo>
                <a:lnTo>
                  <a:pt x="2188446" y="1896651"/>
                </a:lnTo>
                <a:close/>
                <a:moveTo>
                  <a:pt x="2261417" y="1896651"/>
                </a:moveTo>
                <a:lnTo>
                  <a:pt x="2261417" y="1969622"/>
                </a:lnTo>
                <a:lnTo>
                  <a:pt x="2334358" y="1969622"/>
                </a:lnTo>
                <a:lnTo>
                  <a:pt x="2334358" y="1896651"/>
                </a:lnTo>
                <a:lnTo>
                  <a:pt x="2261417" y="1896651"/>
                </a:lnTo>
                <a:close/>
                <a:moveTo>
                  <a:pt x="0" y="1969622"/>
                </a:moveTo>
                <a:lnTo>
                  <a:pt x="0" y="2042563"/>
                </a:lnTo>
                <a:lnTo>
                  <a:pt x="72941" y="2042563"/>
                </a:lnTo>
                <a:lnTo>
                  <a:pt x="72941" y="1969622"/>
                </a:lnTo>
                <a:lnTo>
                  <a:pt x="0" y="1969622"/>
                </a:lnTo>
                <a:close/>
                <a:moveTo>
                  <a:pt x="437677" y="1969622"/>
                </a:moveTo>
                <a:lnTo>
                  <a:pt x="437677" y="2042563"/>
                </a:lnTo>
                <a:lnTo>
                  <a:pt x="510648" y="2042563"/>
                </a:lnTo>
                <a:lnTo>
                  <a:pt x="510648" y="1969622"/>
                </a:lnTo>
                <a:lnTo>
                  <a:pt x="437677" y="1969622"/>
                </a:lnTo>
                <a:close/>
                <a:moveTo>
                  <a:pt x="656531" y="1969622"/>
                </a:moveTo>
                <a:lnTo>
                  <a:pt x="656531" y="2042563"/>
                </a:lnTo>
                <a:lnTo>
                  <a:pt x="729472" y="2042563"/>
                </a:lnTo>
                <a:lnTo>
                  <a:pt x="729472" y="1969622"/>
                </a:lnTo>
                <a:lnTo>
                  <a:pt x="656531" y="1969622"/>
                </a:lnTo>
                <a:close/>
                <a:moveTo>
                  <a:pt x="729472" y="1969622"/>
                </a:moveTo>
                <a:lnTo>
                  <a:pt x="729472" y="2042563"/>
                </a:lnTo>
                <a:lnTo>
                  <a:pt x="802443" y="2042563"/>
                </a:lnTo>
                <a:lnTo>
                  <a:pt x="802443" y="1969622"/>
                </a:lnTo>
                <a:lnTo>
                  <a:pt x="729472" y="1969622"/>
                </a:lnTo>
                <a:close/>
                <a:moveTo>
                  <a:pt x="802443" y="1969622"/>
                </a:moveTo>
                <a:lnTo>
                  <a:pt x="802443" y="2042563"/>
                </a:lnTo>
                <a:lnTo>
                  <a:pt x="875384" y="2042563"/>
                </a:lnTo>
                <a:lnTo>
                  <a:pt x="875384" y="1969622"/>
                </a:lnTo>
                <a:lnTo>
                  <a:pt x="802443" y="1969622"/>
                </a:lnTo>
                <a:close/>
                <a:moveTo>
                  <a:pt x="948325" y="1969622"/>
                </a:moveTo>
                <a:lnTo>
                  <a:pt x="948325" y="2042563"/>
                </a:lnTo>
                <a:lnTo>
                  <a:pt x="1021267" y="2042563"/>
                </a:lnTo>
                <a:lnTo>
                  <a:pt x="1021267" y="1969622"/>
                </a:lnTo>
                <a:lnTo>
                  <a:pt x="948325" y="1969622"/>
                </a:lnTo>
                <a:close/>
                <a:moveTo>
                  <a:pt x="1021267" y="1969622"/>
                </a:moveTo>
                <a:lnTo>
                  <a:pt x="1021267" y="2042563"/>
                </a:lnTo>
                <a:lnTo>
                  <a:pt x="1094238" y="2042563"/>
                </a:lnTo>
                <a:lnTo>
                  <a:pt x="1094238" y="1969622"/>
                </a:lnTo>
                <a:lnTo>
                  <a:pt x="1021267" y="1969622"/>
                </a:lnTo>
                <a:close/>
                <a:moveTo>
                  <a:pt x="1313061" y="1969622"/>
                </a:moveTo>
                <a:lnTo>
                  <a:pt x="1313061" y="2042563"/>
                </a:lnTo>
                <a:lnTo>
                  <a:pt x="1386033" y="2042563"/>
                </a:lnTo>
                <a:lnTo>
                  <a:pt x="1386033" y="1969622"/>
                </a:lnTo>
                <a:lnTo>
                  <a:pt x="1313061" y="1969622"/>
                </a:lnTo>
                <a:close/>
                <a:moveTo>
                  <a:pt x="1458974" y="1969622"/>
                </a:moveTo>
                <a:lnTo>
                  <a:pt x="1458974" y="2042563"/>
                </a:lnTo>
                <a:lnTo>
                  <a:pt x="1531915" y="2042563"/>
                </a:lnTo>
                <a:lnTo>
                  <a:pt x="1531915" y="1969622"/>
                </a:lnTo>
                <a:lnTo>
                  <a:pt x="1458974" y="1969622"/>
                </a:lnTo>
                <a:close/>
                <a:moveTo>
                  <a:pt x="1750768" y="1969622"/>
                </a:moveTo>
                <a:lnTo>
                  <a:pt x="1750768" y="2042563"/>
                </a:lnTo>
                <a:lnTo>
                  <a:pt x="1823710" y="2042563"/>
                </a:lnTo>
                <a:lnTo>
                  <a:pt x="1823710" y="1969622"/>
                </a:lnTo>
                <a:lnTo>
                  <a:pt x="1750768" y="1969622"/>
                </a:lnTo>
                <a:close/>
                <a:moveTo>
                  <a:pt x="2042563" y="1969622"/>
                </a:moveTo>
                <a:lnTo>
                  <a:pt x="2042563" y="2042563"/>
                </a:lnTo>
                <a:lnTo>
                  <a:pt x="2115504" y="2042563"/>
                </a:lnTo>
                <a:lnTo>
                  <a:pt x="2115504" y="1969622"/>
                </a:lnTo>
                <a:lnTo>
                  <a:pt x="2042563" y="1969622"/>
                </a:lnTo>
                <a:close/>
                <a:moveTo>
                  <a:pt x="2115504" y="1969622"/>
                </a:moveTo>
                <a:lnTo>
                  <a:pt x="2115504" y="2042563"/>
                </a:lnTo>
                <a:lnTo>
                  <a:pt x="2188446" y="2042563"/>
                </a:lnTo>
                <a:lnTo>
                  <a:pt x="2188446" y="1969622"/>
                </a:lnTo>
                <a:lnTo>
                  <a:pt x="2115504" y="1969622"/>
                </a:lnTo>
                <a:close/>
                <a:moveTo>
                  <a:pt x="2188446" y="1969622"/>
                </a:moveTo>
                <a:lnTo>
                  <a:pt x="2188446" y="2042563"/>
                </a:lnTo>
                <a:lnTo>
                  <a:pt x="2261417" y="2042563"/>
                </a:lnTo>
                <a:lnTo>
                  <a:pt x="2261417" y="1969622"/>
                </a:lnTo>
                <a:lnTo>
                  <a:pt x="2188446" y="1969622"/>
                </a:lnTo>
                <a:close/>
                <a:moveTo>
                  <a:pt x="2261417" y="1969622"/>
                </a:moveTo>
                <a:lnTo>
                  <a:pt x="2261417" y="2042563"/>
                </a:lnTo>
                <a:lnTo>
                  <a:pt x="2334358" y="2042563"/>
                </a:lnTo>
                <a:lnTo>
                  <a:pt x="2334358" y="1969622"/>
                </a:lnTo>
                <a:lnTo>
                  <a:pt x="2261417" y="1969622"/>
                </a:lnTo>
                <a:close/>
                <a:moveTo>
                  <a:pt x="0" y="2042563"/>
                </a:moveTo>
                <a:lnTo>
                  <a:pt x="0" y="2115504"/>
                </a:lnTo>
                <a:lnTo>
                  <a:pt x="72941" y="2115504"/>
                </a:lnTo>
                <a:lnTo>
                  <a:pt x="72941" y="2042563"/>
                </a:lnTo>
                <a:lnTo>
                  <a:pt x="0" y="2042563"/>
                </a:lnTo>
                <a:close/>
                <a:moveTo>
                  <a:pt x="145882" y="2042563"/>
                </a:moveTo>
                <a:lnTo>
                  <a:pt x="145882" y="2115504"/>
                </a:lnTo>
                <a:lnTo>
                  <a:pt x="218854" y="2115504"/>
                </a:lnTo>
                <a:lnTo>
                  <a:pt x="218854" y="2042563"/>
                </a:lnTo>
                <a:lnTo>
                  <a:pt x="145882" y="2042563"/>
                </a:lnTo>
                <a:close/>
                <a:moveTo>
                  <a:pt x="218854" y="2042563"/>
                </a:moveTo>
                <a:lnTo>
                  <a:pt x="218854" y="2115504"/>
                </a:lnTo>
                <a:lnTo>
                  <a:pt x="291795" y="2115504"/>
                </a:lnTo>
                <a:lnTo>
                  <a:pt x="291795" y="2042563"/>
                </a:lnTo>
                <a:lnTo>
                  <a:pt x="218854" y="2042563"/>
                </a:lnTo>
                <a:close/>
                <a:moveTo>
                  <a:pt x="291795" y="2042563"/>
                </a:moveTo>
                <a:lnTo>
                  <a:pt x="291795" y="2115504"/>
                </a:lnTo>
                <a:lnTo>
                  <a:pt x="364736" y="2115504"/>
                </a:lnTo>
                <a:lnTo>
                  <a:pt x="364736" y="2042563"/>
                </a:lnTo>
                <a:lnTo>
                  <a:pt x="291795" y="2042563"/>
                </a:lnTo>
                <a:close/>
                <a:moveTo>
                  <a:pt x="437677" y="2042563"/>
                </a:moveTo>
                <a:lnTo>
                  <a:pt x="437677" y="2115504"/>
                </a:lnTo>
                <a:lnTo>
                  <a:pt x="510648" y="2115504"/>
                </a:lnTo>
                <a:lnTo>
                  <a:pt x="510648" y="2042563"/>
                </a:lnTo>
                <a:lnTo>
                  <a:pt x="437677" y="2042563"/>
                </a:lnTo>
                <a:close/>
                <a:moveTo>
                  <a:pt x="729472" y="2042563"/>
                </a:moveTo>
                <a:lnTo>
                  <a:pt x="729472" y="2115504"/>
                </a:lnTo>
                <a:lnTo>
                  <a:pt x="802443" y="2115504"/>
                </a:lnTo>
                <a:lnTo>
                  <a:pt x="802443" y="2042563"/>
                </a:lnTo>
                <a:lnTo>
                  <a:pt x="729472" y="2042563"/>
                </a:lnTo>
                <a:close/>
                <a:moveTo>
                  <a:pt x="875384" y="2042563"/>
                </a:moveTo>
                <a:lnTo>
                  <a:pt x="875384" y="2115504"/>
                </a:lnTo>
                <a:lnTo>
                  <a:pt x="948325" y="2115504"/>
                </a:lnTo>
                <a:lnTo>
                  <a:pt x="948325" y="2042563"/>
                </a:lnTo>
                <a:lnTo>
                  <a:pt x="875384" y="2042563"/>
                </a:lnTo>
                <a:close/>
                <a:moveTo>
                  <a:pt x="1021267" y="2042563"/>
                </a:moveTo>
                <a:lnTo>
                  <a:pt x="1021267" y="2115504"/>
                </a:lnTo>
                <a:lnTo>
                  <a:pt x="1094238" y="2115504"/>
                </a:lnTo>
                <a:lnTo>
                  <a:pt x="1094238" y="2042563"/>
                </a:lnTo>
                <a:lnTo>
                  <a:pt x="1021267" y="2042563"/>
                </a:lnTo>
                <a:close/>
                <a:moveTo>
                  <a:pt x="1167179" y="2042563"/>
                </a:moveTo>
                <a:lnTo>
                  <a:pt x="1167179" y="2115504"/>
                </a:lnTo>
                <a:lnTo>
                  <a:pt x="1240120" y="2115504"/>
                </a:lnTo>
                <a:lnTo>
                  <a:pt x="1240120" y="2042563"/>
                </a:lnTo>
                <a:lnTo>
                  <a:pt x="1167179" y="2042563"/>
                </a:lnTo>
                <a:close/>
                <a:moveTo>
                  <a:pt x="1240120" y="2042563"/>
                </a:moveTo>
                <a:lnTo>
                  <a:pt x="1240120" y="2115504"/>
                </a:lnTo>
                <a:lnTo>
                  <a:pt x="1313061" y="2115504"/>
                </a:lnTo>
                <a:lnTo>
                  <a:pt x="1313061" y="2042563"/>
                </a:lnTo>
                <a:lnTo>
                  <a:pt x="1240120" y="2042563"/>
                </a:lnTo>
                <a:close/>
                <a:moveTo>
                  <a:pt x="1313061" y="2042563"/>
                </a:moveTo>
                <a:lnTo>
                  <a:pt x="1313061" y="2115504"/>
                </a:lnTo>
                <a:lnTo>
                  <a:pt x="1386033" y="2115504"/>
                </a:lnTo>
                <a:lnTo>
                  <a:pt x="1386033" y="2042563"/>
                </a:lnTo>
                <a:lnTo>
                  <a:pt x="1313061" y="2042563"/>
                </a:lnTo>
                <a:close/>
                <a:moveTo>
                  <a:pt x="1386033" y="2042563"/>
                </a:moveTo>
                <a:lnTo>
                  <a:pt x="1386033" y="2115504"/>
                </a:lnTo>
                <a:lnTo>
                  <a:pt x="1458974" y="2115504"/>
                </a:lnTo>
                <a:lnTo>
                  <a:pt x="1458974" y="2042563"/>
                </a:lnTo>
                <a:lnTo>
                  <a:pt x="1386033" y="2042563"/>
                </a:lnTo>
                <a:close/>
                <a:moveTo>
                  <a:pt x="1604856" y="2042563"/>
                </a:moveTo>
                <a:lnTo>
                  <a:pt x="1604856" y="2115504"/>
                </a:lnTo>
                <a:lnTo>
                  <a:pt x="1677827" y="2115504"/>
                </a:lnTo>
                <a:lnTo>
                  <a:pt x="1677827" y="2042563"/>
                </a:lnTo>
                <a:lnTo>
                  <a:pt x="1604856" y="2042563"/>
                </a:lnTo>
                <a:close/>
                <a:moveTo>
                  <a:pt x="1677827" y="2042563"/>
                </a:moveTo>
                <a:lnTo>
                  <a:pt x="1677827" y="2115504"/>
                </a:lnTo>
                <a:lnTo>
                  <a:pt x="1750768" y="2115504"/>
                </a:lnTo>
                <a:lnTo>
                  <a:pt x="1750768" y="2042563"/>
                </a:lnTo>
                <a:lnTo>
                  <a:pt x="1677827" y="2042563"/>
                </a:lnTo>
                <a:close/>
                <a:moveTo>
                  <a:pt x="1750768" y="2042563"/>
                </a:moveTo>
                <a:lnTo>
                  <a:pt x="1750768" y="2115504"/>
                </a:lnTo>
                <a:lnTo>
                  <a:pt x="1823710" y="2115504"/>
                </a:lnTo>
                <a:lnTo>
                  <a:pt x="1823710" y="2042563"/>
                </a:lnTo>
                <a:lnTo>
                  <a:pt x="1750768" y="2042563"/>
                </a:lnTo>
                <a:close/>
                <a:moveTo>
                  <a:pt x="1823710" y="2042563"/>
                </a:moveTo>
                <a:lnTo>
                  <a:pt x="1823710" y="2115504"/>
                </a:lnTo>
                <a:lnTo>
                  <a:pt x="1896651" y="2115504"/>
                </a:lnTo>
                <a:lnTo>
                  <a:pt x="1896651" y="2042563"/>
                </a:lnTo>
                <a:lnTo>
                  <a:pt x="1823710" y="2042563"/>
                </a:lnTo>
                <a:close/>
                <a:moveTo>
                  <a:pt x="1896651" y="2042563"/>
                </a:moveTo>
                <a:lnTo>
                  <a:pt x="1896651" y="2115504"/>
                </a:lnTo>
                <a:lnTo>
                  <a:pt x="1969622" y="2115504"/>
                </a:lnTo>
                <a:lnTo>
                  <a:pt x="1969622" y="2042563"/>
                </a:lnTo>
                <a:lnTo>
                  <a:pt x="1896651" y="2042563"/>
                </a:lnTo>
                <a:close/>
                <a:moveTo>
                  <a:pt x="1969622" y="2042563"/>
                </a:moveTo>
                <a:lnTo>
                  <a:pt x="1969622" y="2115504"/>
                </a:lnTo>
                <a:lnTo>
                  <a:pt x="2042563" y="2115504"/>
                </a:lnTo>
                <a:lnTo>
                  <a:pt x="2042563" y="2042563"/>
                </a:lnTo>
                <a:lnTo>
                  <a:pt x="1969622" y="2042563"/>
                </a:lnTo>
                <a:close/>
                <a:moveTo>
                  <a:pt x="2042563" y="2042563"/>
                </a:moveTo>
                <a:lnTo>
                  <a:pt x="2042563" y="2115504"/>
                </a:lnTo>
                <a:lnTo>
                  <a:pt x="2115504" y="2115504"/>
                </a:lnTo>
                <a:lnTo>
                  <a:pt x="2115504" y="2042563"/>
                </a:lnTo>
                <a:lnTo>
                  <a:pt x="2042563" y="2042563"/>
                </a:lnTo>
                <a:close/>
                <a:moveTo>
                  <a:pt x="2261417" y="2042563"/>
                </a:moveTo>
                <a:lnTo>
                  <a:pt x="2261417" y="2115504"/>
                </a:lnTo>
                <a:lnTo>
                  <a:pt x="2334358" y="2115504"/>
                </a:lnTo>
                <a:lnTo>
                  <a:pt x="2334358" y="2042563"/>
                </a:lnTo>
                <a:lnTo>
                  <a:pt x="2261417" y="2042563"/>
                </a:lnTo>
                <a:close/>
                <a:moveTo>
                  <a:pt x="2334358" y="2042563"/>
                </a:moveTo>
                <a:lnTo>
                  <a:pt x="2334358" y="2115504"/>
                </a:lnTo>
                <a:lnTo>
                  <a:pt x="2407299" y="2115504"/>
                </a:lnTo>
                <a:lnTo>
                  <a:pt x="2407299" y="2042563"/>
                </a:lnTo>
                <a:lnTo>
                  <a:pt x="2334358" y="2042563"/>
                </a:lnTo>
                <a:close/>
                <a:moveTo>
                  <a:pt x="0" y="2115504"/>
                </a:moveTo>
                <a:lnTo>
                  <a:pt x="0" y="2188446"/>
                </a:lnTo>
                <a:lnTo>
                  <a:pt x="72941" y="2188446"/>
                </a:lnTo>
                <a:lnTo>
                  <a:pt x="72941" y="2115504"/>
                </a:lnTo>
                <a:lnTo>
                  <a:pt x="0" y="2115504"/>
                </a:lnTo>
                <a:close/>
                <a:moveTo>
                  <a:pt x="145882" y="2115504"/>
                </a:moveTo>
                <a:lnTo>
                  <a:pt x="145882" y="2188446"/>
                </a:lnTo>
                <a:lnTo>
                  <a:pt x="218854" y="2188446"/>
                </a:lnTo>
                <a:lnTo>
                  <a:pt x="218854" y="2115504"/>
                </a:lnTo>
                <a:lnTo>
                  <a:pt x="145882" y="2115504"/>
                </a:lnTo>
                <a:close/>
                <a:moveTo>
                  <a:pt x="218854" y="2115504"/>
                </a:moveTo>
                <a:lnTo>
                  <a:pt x="218854" y="2188446"/>
                </a:lnTo>
                <a:lnTo>
                  <a:pt x="291795" y="2188446"/>
                </a:lnTo>
                <a:lnTo>
                  <a:pt x="291795" y="2115504"/>
                </a:lnTo>
                <a:lnTo>
                  <a:pt x="218854" y="2115504"/>
                </a:lnTo>
                <a:close/>
                <a:moveTo>
                  <a:pt x="291795" y="2115504"/>
                </a:moveTo>
                <a:lnTo>
                  <a:pt x="291795" y="2188446"/>
                </a:lnTo>
                <a:lnTo>
                  <a:pt x="364736" y="2188446"/>
                </a:lnTo>
                <a:lnTo>
                  <a:pt x="364736" y="2115504"/>
                </a:lnTo>
                <a:lnTo>
                  <a:pt x="291795" y="2115504"/>
                </a:lnTo>
                <a:close/>
                <a:moveTo>
                  <a:pt x="437677" y="2115504"/>
                </a:moveTo>
                <a:lnTo>
                  <a:pt x="437677" y="2188446"/>
                </a:lnTo>
                <a:lnTo>
                  <a:pt x="510648" y="2188446"/>
                </a:lnTo>
                <a:lnTo>
                  <a:pt x="510648" y="2115504"/>
                </a:lnTo>
                <a:lnTo>
                  <a:pt x="437677" y="2115504"/>
                </a:lnTo>
                <a:close/>
                <a:moveTo>
                  <a:pt x="583589" y="2115504"/>
                </a:moveTo>
                <a:lnTo>
                  <a:pt x="583589" y="2188446"/>
                </a:lnTo>
                <a:lnTo>
                  <a:pt x="656531" y="2188446"/>
                </a:lnTo>
                <a:lnTo>
                  <a:pt x="656531" y="2115504"/>
                </a:lnTo>
                <a:lnTo>
                  <a:pt x="583589" y="2115504"/>
                </a:lnTo>
                <a:close/>
                <a:moveTo>
                  <a:pt x="656531" y="2115504"/>
                </a:moveTo>
                <a:lnTo>
                  <a:pt x="656531" y="2188446"/>
                </a:lnTo>
                <a:lnTo>
                  <a:pt x="729472" y="2188446"/>
                </a:lnTo>
                <a:lnTo>
                  <a:pt x="729472" y="2115504"/>
                </a:lnTo>
                <a:lnTo>
                  <a:pt x="656531" y="2115504"/>
                </a:lnTo>
                <a:close/>
                <a:moveTo>
                  <a:pt x="729472" y="2115504"/>
                </a:moveTo>
                <a:lnTo>
                  <a:pt x="729472" y="2188446"/>
                </a:lnTo>
                <a:lnTo>
                  <a:pt x="802443" y="2188446"/>
                </a:lnTo>
                <a:lnTo>
                  <a:pt x="802443" y="2115504"/>
                </a:lnTo>
                <a:lnTo>
                  <a:pt x="729472" y="2115504"/>
                </a:lnTo>
                <a:close/>
                <a:moveTo>
                  <a:pt x="802443" y="2115504"/>
                </a:moveTo>
                <a:lnTo>
                  <a:pt x="802443" y="2188446"/>
                </a:lnTo>
                <a:lnTo>
                  <a:pt x="875384" y="2188446"/>
                </a:lnTo>
                <a:lnTo>
                  <a:pt x="875384" y="2115504"/>
                </a:lnTo>
                <a:lnTo>
                  <a:pt x="802443" y="2115504"/>
                </a:lnTo>
                <a:close/>
                <a:moveTo>
                  <a:pt x="875384" y="2115504"/>
                </a:moveTo>
                <a:lnTo>
                  <a:pt x="875384" y="2188446"/>
                </a:lnTo>
                <a:lnTo>
                  <a:pt x="948325" y="2188446"/>
                </a:lnTo>
                <a:lnTo>
                  <a:pt x="948325" y="2115504"/>
                </a:lnTo>
                <a:lnTo>
                  <a:pt x="875384" y="2115504"/>
                </a:lnTo>
                <a:close/>
                <a:moveTo>
                  <a:pt x="948325" y="2115504"/>
                </a:moveTo>
                <a:lnTo>
                  <a:pt x="948325" y="2188446"/>
                </a:lnTo>
                <a:lnTo>
                  <a:pt x="1021267" y="2188446"/>
                </a:lnTo>
                <a:lnTo>
                  <a:pt x="1021267" y="2115504"/>
                </a:lnTo>
                <a:lnTo>
                  <a:pt x="948325" y="2115504"/>
                </a:lnTo>
                <a:close/>
                <a:moveTo>
                  <a:pt x="1021267" y="2115504"/>
                </a:moveTo>
                <a:lnTo>
                  <a:pt x="1021267" y="2188446"/>
                </a:lnTo>
                <a:lnTo>
                  <a:pt x="1094238" y="2188446"/>
                </a:lnTo>
                <a:lnTo>
                  <a:pt x="1094238" y="2115504"/>
                </a:lnTo>
                <a:lnTo>
                  <a:pt x="1021267" y="2115504"/>
                </a:lnTo>
                <a:close/>
                <a:moveTo>
                  <a:pt x="1094238" y="2115504"/>
                </a:moveTo>
                <a:lnTo>
                  <a:pt x="1094238" y="2188446"/>
                </a:lnTo>
                <a:lnTo>
                  <a:pt x="1167179" y="2188446"/>
                </a:lnTo>
                <a:lnTo>
                  <a:pt x="1167179" y="2115504"/>
                </a:lnTo>
                <a:lnTo>
                  <a:pt x="1094238" y="2115504"/>
                </a:lnTo>
                <a:close/>
                <a:moveTo>
                  <a:pt x="1167179" y="2115504"/>
                </a:moveTo>
                <a:lnTo>
                  <a:pt x="1167179" y="2188446"/>
                </a:lnTo>
                <a:lnTo>
                  <a:pt x="1240120" y="2188446"/>
                </a:lnTo>
                <a:lnTo>
                  <a:pt x="1240120" y="2115504"/>
                </a:lnTo>
                <a:lnTo>
                  <a:pt x="1167179" y="2115504"/>
                </a:lnTo>
                <a:close/>
                <a:moveTo>
                  <a:pt x="1240120" y="2115504"/>
                </a:moveTo>
                <a:lnTo>
                  <a:pt x="1240120" y="2188446"/>
                </a:lnTo>
                <a:lnTo>
                  <a:pt x="1313061" y="2188446"/>
                </a:lnTo>
                <a:lnTo>
                  <a:pt x="1313061" y="2115504"/>
                </a:lnTo>
                <a:lnTo>
                  <a:pt x="1240120" y="2115504"/>
                </a:lnTo>
                <a:close/>
                <a:moveTo>
                  <a:pt x="1458974" y="2115504"/>
                </a:moveTo>
                <a:lnTo>
                  <a:pt x="1458974" y="2188446"/>
                </a:lnTo>
                <a:lnTo>
                  <a:pt x="1531915" y="2188446"/>
                </a:lnTo>
                <a:lnTo>
                  <a:pt x="1531915" y="2115504"/>
                </a:lnTo>
                <a:lnTo>
                  <a:pt x="1458974" y="2115504"/>
                </a:lnTo>
                <a:close/>
                <a:moveTo>
                  <a:pt x="1604856" y="2115504"/>
                </a:moveTo>
                <a:lnTo>
                  <a:pt x="1604856" y="2188446"/>
                </a:lnTo>
                <a:lnTo>
                  <a:pt x="1677827" y="2188446"/>
                </a:lnTo>
                <a:lnTo>
                  <a:pt x="1677827" y="2115504"/>
                </a:lnTo>
                <a:lnTo>
                  <a:pt x="1604856" y="2115504"/>
                </a:lnTo>
                <a:close/>
                <a:moveTo>
                  <a:pt x="1677827" y="2115504"/>
                </a:moveTo>
                <a:lnTo>
                  <a:pt x="1677827" y="2188446"/>
                </a:lnTo>
                <a:lnTo>
                  <a:pt x="1750768" y="2188446"/>
                </a:lnTo>
                <a:lnTo>
                  <a:pt x="1750768" y="2115504"/>
                </a:lnTo>
                <a:lnTo>
                  <a:pt x="1677827" y="2115504"/>
                </a:lnTo>
                <a:close/>
                <a:moveTo>
                  <a:pt x="1823710" y="2115504"/>
                </a:moveTo>
                <a:lnTo>
                  <a:pt x="1823710" y="2188446"/>
                </a:lnTo>
                <a:lnTo>
                  <a:pt x="1896651" y="2188446"/>
                </a:lnTo>
                <a:lnTo>
                  <a:pt x="1896651" y="2115504"/>
                </a:lnTo>
                <a:lnTo>
                  <a:pt x="1823710" y="2115504"/>
                </a:lnTo>
                <a:close/>
                <a:moveTo>
                  <a:pt x="1969622" y="2115504"/>
                </a:moveTo>
                <a:lnTo>
                  <a:pt x="1969622" y="2188446"/>
                </a:lnTo>
                <a:lnTo>
                  <a:pt x="2042563" y="2188446"/>
                </a:lnTo>
                <a:lnTo>
                  <a:pt x="2042563" y="2115504"/>
                </a:lnTo>
                <a:lnTo>
                  <a:pt x="1969622" y="2115504"/>
                </a:lnTo>
                <a:close/>
                <a:moveTo>
                  <a:pt x="2334358" y="2115504"/>
                </a:moveTo>
                <a:lnTo>
                  <a:pt x="2334358" y="2188446"/>
                </a:lnTo>
                <a:lnTo>
                  <a:pt x="2407299" y="2188446"/>
                </a:lnTo>
                <a:lnTo>
                  <a:pt x="2407299" y="2115504"/>
                </a:lnTo>
                <a:lnTo>
                  <a:pt x="2334358" y="2115504"/>
                </a:lnTo>
                <a:close/>
                <a:moveTo>
                  <a:pt x="0" y="2188446"/>
                </a:moveTo>
                <a:lnTo>
                  <a:pt x="0" y="2261417"/>
                </a:lnTo>
                <a:lnTo>
                  <a:pt x="72941" y="2261417"/>
                </a:lnTo>
                <a:lnTo>
                  <a:pt x="72941" y="2188446"/>
                </a:lnTo>
                <a:lnTo>
                  <a:pt x="0" y="2188446"/>
                </a:lnTo>
                <a:close/>
                <a:moveTo>
                  <a:pt x="145882" y="2188446"/>
                </a:moveTo>
                <a:lnTo>
                  <a:pt x="145882" y="2261417"/>
                </a:lnTo>
                <a:lnTo>
                  <a:pt x="218854" y="2261417"/>
                </a:lnTo>
                <a:lnTo>
                  <a:pt x="218854" y="2188446"/>
                </a:lnTo>
                <a:lnTo>
                  <a:pt x="145882" y="2188446"/>
                </a:lnTo>
                <a:close/>
                <a:moveTo>
                  <a:pt x="218854" y="2188446"/>
                </a:moveTo>
                <a:lnTo>
                  <a:pt x="218854" y="2261417"/>
                </a:lnTo>
                <a:lnTo>
                  <a:pt x="291795" y="2261417"/>
                </a:lnTo>
                <a:lnTo>
                  <a:pt x="291795" y="2188446"/>
                </a:lnTo>
                <a:lnTo>
                  <a:pt x="218854" y="2188446"/>
                </a:lnTo>
                <a:close/>
                <a:moveTo>
                  <a:pt x="291795" y="2188446"/>
                </a:moveTo>
                <a:lnTo>
                  <a:pt x="291795" y="2261417"/>
                </a:lnTo>
                <a:lnTo>
                  <a:pt x="364736" y="2261417"/>
                </a:lnTo>
                <a:lnTo>
                  <a:pt x="364736" y="2188446"/>
                </a:lnTo>
                <a:lnTo>
                  <a:pt x="291795" y="2188446"/>
                </a:lnTo>
                <a:close/>
                <a:moveTo>
                  <a:pt x="437677" y="2188446"/>
                </a:moveTo>
                <a:lnTo>
                  <a:pt x="437677" y="2261417"/>
                </a:lnTo>
                <a:lnTo>
                  <a:pt x="510648" y="2261417"/>
                </a:lnTo>
                <a:lnTo>
                  <a:pt x="510648" y="2188446"/>
                </a:lnTo>
                <a:lnTo>
                  <a:pt x="437677" y="2188446"/>
                </a:lnTo>
                <a:close/>
                <a:moveTo>
                  <a:pt x="656531" y="2188446"/>
                </a:moveTo>
                <a:lnTo>
                  <a:pt x="656531" y="2261417"/>
                </a:lnTo>
                <a:lnTo>
                  <a:pt x="729472" y="2261417"/>
                </a:lnTo>
                <a:lnTo>
                  <a:pt x="729472" y="2188446"/>
                </a:lnTo>
                <a:lnTo>
                  <a:pt x="656531" y="2188446"/>
                </a:lnTo>
                <a:close/>
                <a:moveTo>
                  <a:pt x="1021267" y="2188446"/>
                </a:moveTo>
                <a:lnTo>
                  <a:pt x="1021267" y="2261417"/>
                </a:lnTo>
                <a:lnTo>
                  <a:pt x="1094238" y="2261417"/>
                </a:lnTo>
                <a:lnTo>
                  <a:pt x="1094238" y="2188446"/>
                </a:lnTo>
                <a:lnTo>
                  <a:pt x="1021267" y="2188446"/>
                </a:lnTo>
                <a:close/>
                <a:moveTo>
                  <a:pt x="1094238" y="2188446"/>
                </a:moveTo>
                <a:lnTo>
                  <a:pt x="1094238" y="2261417"/>
                </a:lnTo>
                <a:lnTo>
                  <a:pt x="1167179" y="2261417"/>
                </a:lnTo>
                <a:lnTo>
                  <a:pt x="1167179" y="2188446"/>
                </a:lnTo>
                <a:lnTo>
                  <a:pt x="1094238" y="2188446"/>
                </a:lnTo>
                <a:close/>
                <a:moveTo>
                  <a:pt x="1167179" y="2188446"/>
                </a:moveTo>
                <a:lnTo>
                  <a:pt x="1167179" y="2261417"/>
                </a:lnTo>
                <a:lnTo>
                  <a:pt x="1240120" y="2261417"/>
                </a:lnTo>
                <a:lnTo>
                  <a:pt x="1240120" y="2188446"/>
                </a:lnTo>
                <a:lnTo>
                  <a:pt x="1167179" y="2188446"/>
                </a:lnTo>
                <a:close/>
                <a:moveTo>
                  <a:pt x="1313061" y="2188446"/>
                </a:moveTo>
                <a:lnTo>
                  <a:pt x="1313061" y="2261417"/>
                </a:lnTo>
                <a:lnTo>
                  <a:pt x="1386033" y="2261417"/>
                </a:lnTo>
                <a:lnTo>
                  <a:pt x="1386033" y="2188446"/>
                </a:lnTo>
                <a:lnTo>
                  <a:pt x="1313061" y="2188446"/>
                </a:lnTo>
                <a:close/>
                <a:moveTo>
                  <a:pt x="1458974" y="2188446"/>
                </a:moveTo>
                <a:lnTo>
                  <a:pt x="1458974" y="2261417"/>
                </a:lnTo>
                <a:lnTo>
                  <a:pt x="1531915" y="2261417"/>
                </a:lnTo>
                <a:lnTo>
                  <a:pt x="1531915" y="2188446"/>
                </a:lnTo>
                <a:lnTo>
                  <a:pt x="1458974" y="2188446"/>
                </a:lnTo>
                <a:close/>
                <a:moveTo>
                  <a:pt x="1750768" y="2188446"/>
                </a:moveTo>
                <a:lnTo>
                  <a:pt x="1750768" y="2261417"/>
                </a:lnTo>
                <a:lnTo>
                  <a:pt x="1823710" y="2261417"/>
                </a:lnTo>
                <a:lnTo>
                  <a:pt x="1823710" y="2188446"/>
                </a:lnTo>
                <a:lnTo>
                  <a:pt x="1750768" y="2188446"/>
                </a:lnTo>
                <a:close/>
                <a:moveTo>
                  <a:pt x="1969622" y="2188446"/>
                </a:moveTo>
                <a:lnTo>
                  <a:pt x="1969622" y="2261417"/>
                </a:lnTo>
                <a:lnTo>
                  <a:pt x="2042563" y="2261417"/>
                </a:lnTo>
                <a:lnTo>
                  <a:pt x="2042563" y="2188446"/>
                </a:lnTo>
                <a:lnTo>
                  <a:pt x="1969622" y="2188446"/>
                </a:lnTo>
                <a:close/>
                <a:moveTo>
                  <a:pt x="2042563" y="2188446"/>
                </a:moveTo>
                <a:lnTo>
                  <a:pt x="2042563" y="2261417"/>
                </a:lnTo>
                <a:lnTo>
                  <a:pt x="2115504" y="2261417"/>
                </a:lnTo>
                <a:lnTo>
                  <a:pt x="2115504" y="2188446"/>
                </a:lnTo>
                <a:lnTo>
                  <a:pt x="2042563" y="2188446"/>
                </a:lnTo>
                <a:close/>
                <a:moveTo>
                  <a:pt x="2334358" y="2188446"/>
                </a:moveTo>
                <a:lnTo>
                  <a:pt x="2334358" y="2261417"/>
                </a:lnTo>
                <a:lnTo>
                  <a:pt x="2407299" y="2261417"/>
                </a:lnTo>
                <a:lnTo>
                  <a:pt x="2407299" y="2188446"/>
                </a:lnTo>
                <a:lnTo>
                  <a:pt x="2334358" y="2188446"/>
                </a:lnTo>
                <a:close/>
                <a:moveTo>
                  <a:pt x="0" y="2261417"/>
                </a:moveTo>
                <a:lnTo>
                  <a:pt x="0" y="2334358"/>
                </a:lnTo>
                <a:lnTo>
                  <a:pt x="72941" y="2334358"/>
                </a:lnTo>
                <a:lnTo>
                  <a:pt x="72941" y="2261417"/>
                </a:lnTo>
                <a:lnTo>
                  <a:pt x="0" y="2261417"/>
                </a:lnTo>
                <a:close/>
                <a:moveTo>
                  <a:pt x="437677" y="2261417"/>
                </a:moveTo>
                <a:lnTo>
                  <a:pt x="437677" y="2334358"/>
                </a:lnTo>
                <a:lnTo>
                  <a:pt x="510648" y="2334358"/>
                </a:lnTo>
                <a:lnTo>
                  <a:pt x="510648" y="2261417"/>
                </a:lnTo>
                <a:lnTo>
                  <a:pt x="437677" y="2261417"/>
                </a:lnTo>
                <a:close/>
                <a:moveTo>
                  <a:pt x="583589" y="2261417"/>
                </a:moveTo>
                <a:lnTo>
                  <a:pt x="583589" y="2334358"/>
                </a:lnTo>
                <a:lnTo>
                  <a:pt x="656531" y="2334358"/>
                </a:lnTo>
                <a:lnTo>
                  <a:pt x="656531" y="2261417"/>
                </a:lnTo>
                <a:lnTo>
                  <a:pt x="583589" y="2261417"/>
                </a:lnTo>
                <a:close/>
                <a:moveTo>
                  <a:pt x="729472" y="2261417"/>
                </a:moveTo>
                <a:lnTo>
                  <a:pt x="729472" y="2334358"/>
                </a:lnTo>
                <a:lnTo>
                  <a:pt x="802443" y="2334358"/>
                </a:lnTo>
                <a:lnTo>
                  <a:pt x="802443" y="2261417"/>
                </a:lnTo>
                <a:lnTo>
                  <a:pt x="729472" y="2261417"/>
                </a:lnTo>
                <a:close/>
                <a:moveTo>
                  <a:pt x="802443" y="2261417"/>
                </a:moveTo>
                <a:lnTo>
                  <a:pt x="802443" y="2334358"/>
                </a:lnTo>
                <a:lnTo>
                  <a:pt x="875384" y="2334358"/>
                </a:lnTo>
                <a:lnTo>
                  <a:pt x="875384" y="2261417"/>
                </a:lnTo>
                <a:lnTo>
                  <a:pt x="802443" y="2261417"/>
                </a:lnTo>
                <a:close/>
                <a:moveTo>
                  <a:pt x="948325" y="2261417"/>
                </a:moveTo>
                <a:lnTo>
                  <a:pt x="948325" y="2334358"/>
                </a:lnTo>
                <a:lnTo>
                  <a:pt x="1021267" y="2334358"/>
                </a:lnTo>
                <a:lnTo>
                  <a:pt x="1021267" y="2261417"/>
                </a:lnTo>
                <a:lnTo>
                  <a:pt x="948325" y="2261417"/>
                </a:lnTo>
                <a:close/>
                <a:moveTo>
                  <a:pt x="1313061" y="2261417"/>
                </a:moveTo>
                <a:lnTo>
                  <a:pt x="1313061" y="2334358"/>
                </a:lnTo>
                <a:lnTo>
                  <a:pt x="1386033" y="2334358"/>
                </a:lnTo>
                <a:lnTo>
                  <a:pt x="1386033" y="2261417"/>
                </a:lnTo>
                <a:lnTo>
                  <a:pt x="1313061" y="2261417"/>
                </a:lnTo>
                <a:close/>
                <a:moveTo>
                  <a:pt x="1386033" y="2261417"/>
                </a:moveTo>
                <a:lnTo>
                  <a:pt x="1386033" y="2334358"/>
                </a:lnTo>
                <a:lnTo>
                  <a:pt x="1458974" y="2334358"/>
                </a:lnTo>
                <a:lnTo>
                  <a:pt x="1458974" y="2261417"/>
                </a:lnTo>
                <a:lnTo>
                  <a:pt x="1386033" y="2261417"/>
                </a:lnTo>
                <a:close/>
                <a:moveTo>
                  <a:pt x="1604856" y="2261417"/>
                </a:moveTo>
                <a:lnTo>
                  <a:pt x="1604856" y="2334358"/>
                </a:lnTo>
                <a:lnTo>
                  <a:pt x="1677827" y="2334358"/>
                </a:lnTo>
                <a:lnTo>
                  <a:pt x="1677827" y="2261417"/>
                </a:lnTo>
                <a:lnTo>
                  <a:pt x="1604856" y="2261417"/>
                </a:lnTo>
                <a:close/>
                <a:moveTo>
                  <a:pt x="1677827" y="2261417"/>
                </a:moveTo>
                <a:lnTo>
                  <a:pt x="1677827" y="2334358"/>
                </a:lnTo>
                <a:lnTo>
                  <a:pt x="1750768" y="2334358"/>
                </a:lnTo>
                <a:lnTo>
                  <a:pt x="1750768" y="2261417"/>
                </a:lnTo>
                <a:lnTo>
                  <a:pt x="1677827" y="2261417"/>
                </a:lnTo>
                <a:close/>
                <a:moveTo>
                  <a:pt x="1823710" y="2261417"/>
                </a:moveTo>
                <a:lnTo>
                  <a:pt x="1823710" y="2334358"/>
                </a:lnTo>
                <a:lnTo>
                  <a:pt x="1896651" y="2334358"/>
                </a:lnTo>
                <a:lnTo>
                  <a:pt x="1896651" y="2261417"/>
                </a:lnTo>
                <a:lnTo>
                  <a:pt x="1823710" y="2261417"/>
                </a:lnTo>
                <a:close/>
                <a:moveTo>
                  <a:pt x="0" y="2334358"/>
                </a:moveTo>
                <a:lnTo>
                  <a:pt x="0" y="2407299"/>
                </a:lnTo>
                <a:lnTo>
                  <a:pt x="72941" y="2407299"/>
                </a:lnTo>
                <a:lnTo>
                  <a:pt x="72941" y="2334358"/>
                </a:lnTo>
                <a:lnTo>
                  <a:pt x="0" y="2334358"/>
                </a:lnTo>
                <a:close/>
                <a:moveTo>
                  <a:pt x="72941" y="2334358"/>
                </a:moveTo>
                <a:lnTo>
                  <a:pt x="72941" y="2407299"/>
                </a:lnTo>
                <a:lnTo>
                  <a:pt x="145882" y="2407299"/>
                </a:lnTo>
                <a:lnTo>
                  <a:pt x="145882" y="2334358"/>
                </a:lnTo>
                <a:lnTo>
                  <a:pt x="72941" y="2334358"/>
                </a:lnTo>
                <a:close/>
                <a:moveTo>
                  <a:pt x="145882" y="2334358"/>
                </a:moveTo>
                <a:lnTo>
                  <a:pt x="145882" y="2407299"/>
                </a:lnTo>
                <a:lnTo>
                  <a:pt x="218854" y="2407299"/>
                </a:lnTo>
                <a:lnTo>
                  <a:pt x="218854" y="2334358"/>
                </a:lnTo>
                <a:lnTo>
                  <a:pt x="145882" y="2334358"/>
                </a:lnTo>
                <a:close/>
                <a:moveTo>
                  <a:pt x="218854" y="2334358"/>
                </a:moveTo>
                <a:lnTo>
                  <a:pt x="218854" y="2407299"/>
                </a:lnTo>
                <a:lnTo>
                  <a:pt x="291795" y="2407299"/>
                </a:lnTo>
                <a:lnTo>
                  <a:pt x="291795" y="2334358"/>
                </a:lnTo>
                <a:lnTo>
                  <a:pt x="218854" y="2334358"/>
                </a:lnTo>
                <a:close/>
                <a:moveTo>
                  <a:pt x="291795" y="2334358"/>
                </a:moveTo>
                <a:lnTo>
                  <a:pt x="291795" y="2407299"/>
                </a:lnTo>
                <a:lnTo>
                  <a:pt x="364736" y="2407299"/>
                </a:lnTo>
                <a:lnTo>
                  <a:pt x="364736" y="2334358"/>
                </a:lnTo>
                <a:lnTo>
                  <a:pt x="291795" y="2334358"/>
                </a:lnTo>
                <a:close/>
                <a:moveTo>
                  <a:pt x="364736" y="2334358"/>
                </a:moveTo>
                <a:lnTo>
                  <a:pt x="364736" y="2407299"/>
                </a:lnTo>
                <a:lnTo>
                  <a:pt x="437677" y="2407299"/>
                </a:lnTo>
                <a:lnTo>
                  <a:pt x="437677" y="2334358"/>
                </a:lnTo>
                <a:lnTo>
                  <a:pt x="364736" y="2334358"/>
                </a:lnTo>
                <a:close/>
                <a:moveTo>
                  <a:pt x="437677" y="2334358"/>
                </a:moveTo>
                <a:lnTo>
                  <a:pt x="437677" y="2407299"/>
                </a:lnTo>
                <a:lnTo>
                  <a:pt x="510648" y="2407299"/>
                </a:lnTo>
                <a:lnTo>
                  <a:pt x="510648" y="2334358"/>
                </a:lnTo>
                <a:lnTo>
                  <a:pt x="437677" y="2334358"/>
                </a:lnTo>
                <a:close/>
                <a:moveTo>
                  <a:pt x="583589" y="2334358"/>
                </a:moveTo>
                <a:lnTo>
                  <a:pt x="583589" y="2407299"/>
                </a:lnTo>
                <a:lnTo>
                  <a:pt x="656531" y="2407299"/>
                </a:lnTo>
                <a:lnTo>
                  <a:pt x="656531" y="2334358"/>
                </a:lnTo>
                <a:lnTo>
                  <a:pt x="583589" y="2334358"/>
                </a:lnTo>
                <a:close/>
                <a:moveTo>
                  <a:pt x="656531" y="2334358"/>
                </a:moveTo>
                <a:lnTo>
                  <a:pt x="656531" y="2407299"/>
                </a:lnTo>
                <a:lnTo>
                  <a:pt x="729472" y="2407299"/>
                </a:lnTo>
                <a:lnTo>
                  <a:pt x="729472" y="2334358"/>
                </a:lnTo>
                <a:lnTo>
                  <a:pt x="656531" y="2334358"/>
                </a:lnTo>
                <a:close/>
                <a:moveTo>
                  <a:pt x="729472" y="2334358"/>
                </a:moveTo>
                <a:lnTo>
                  <a:pt x="729472" y="2407299"/>
                </a:lnTo>
                <a:lnTo>
                  <a:pt x="802443" y="2407299"/>
                </a:lnTo>
                <a:lnTo>
                  <a:pt x="802443" y="2334358"/>
                </a:lnTo>
                <a:lnTo>
                  <a:pt x="729472" y="2334358"/>
                </a:lnTo>
                <a:close/>
                <a:moveTo>
                  <a:pt x="802443" y="2334358"/>
                </a:moveTo>
                <a:lnTo>
                  <a:pt x="802443" y="2407299"/>
                </a:lnTo>
                <a:lnTo>
                  <a:pt x="875384" y="2407299"/>
                </a:lnTo>
                <a:lnTo>
                  <a:pt x="875384" y="2334358"/>
                </a:lnTo>
                <a:lnTo>
                  <a:pt x="802443" y="2334358"/>
                </a:lnTo>
                <a:close/>
                <a:moveTo>
                  <a:pt x="1240120" y="2334358"/>
                </a:moveTo>
                <a:lnTo>
                  <a:pt x="1240120" y="2407299"/>
                </a:lnTo>
                <a:lnTo>
                  <a:pt x="1313061" y="2407299"/>
                </a:lnTo>
                <a:lnTo>
                  <a:pt x="1313061" y="2334358"/>
                </a:lnTo>
                <a:lnTo>
                  <a:pt x="1240120" y="2334358"/>
                </a:lnTo>
                <a:close/>
                <a:moveTo>
                  <a:pt x="1386033" y="2334358"/>
                </a:moveTo>
                <a:lnTo>
                  <a:pt x="1386033" y="2407299"/>
                </a:lnTo>
                <a:lnTo>
                  <a:pt x="1458974" y="2407299"/>
                </a:lnTo>
                <a:lnTo>
                  <a:pt x="1458974" y="2334358"/>
                </a:lnTo>
                <a:lnTo>
                  <a:pt x="1386033" y="2334358"/>
                </a:lnTo>
                <a:close/>
                <a:moveTo>
                  <a:pt x="1531915" y="2334358"/>
                </a:moveTo>
                <a:lnTo>
                  <a:pt x="1531915" y="2407299"/>
                </a:lnTo>
                <a:lnTo>
                  <a:pt x="1604856" y="2407299"/>
                </a:lnTo>
                <a:lnTo>
                  <a:pt x="1604856" y="2334358"/>
                </a:lnTo>
                <a:lnTo>
                  <a:pt x="1531915" y="2334358"/>
                </a:lnTo>
                <a:close/>
                <a:moveTo>
                  <a:pt x="1604856" y="2334358"/>
                </a:moveTo>
                <a:lnTo>
                  <a:pt x="1604856" y="2407299"/>
                </a:lnTo>
                <a:lnTo>
                  <a:pt x="1677827" y="2407299"/>
                </a:lnTo>
                <a:lnTo>
                  <a:pt x="1677827" y="2334358"/>
                </a:lnTo>
                <a:lnTo>
                  <a:pt x="1604856" y="2334358"/>
                </a:lnTo>
                <a:close/>
                <a:moveTo>
                  <a:pt x="1677827" y="2334358"/>
                </a:moveTo>
                <a:lnTo>
                  <a:pt x="1677827" y="2407299"/>
                </a:lnTo>
                <a:lnTo>
                  <a:pt x="1750768" y="2407299"/>
                </a:lnTo>
                <a:lnTo>
                  <a:pt x="1750768" y="2334358"/>
                </a:lnTo>
                <a:lnTo>
                  <a:pt x="1677827" y="2334358"/>
                </a:lnTo>
                <a:close/>
                <a:moveTo>
                  <a:pt x="2115504" y="2334358"/>
                </a:moveTo>
                <a:lnTo>
                  <a:pt x="2115504" y="2407299"/>
                </a:lnTo>
                <a:lnTo>
                  <a:pt x="2188446" y="2407299"/>
                </a:lnTo>
                <a:lnTo>
                  <a:pt x="2188446" y="2334358"/>
                </a:lnTo>
                <a:lnTo>
                  <a:pt x="2115504" y="2334358"/>
                </a:lnTo>
                <a:close/>
                <a:moveTo>
                  <a:pt x="2261417" y="2334358"/>
                </a:moveTo>
                <a:lnTo>
                  <a:pt x="2261417" y="2407299"/>
                </a:lnTo>
                <a:lnTo>
                  <a:pt x="2334358" y="2407299"/>
                </a:lnTo>
                <a:lnTo>
                  <a:pt x="2334358" y="2334358"/>
                </a:lnTo>
                <a:lnTo>
                  <a:pt x="2261417" y="2334358"/>
                </a:lnTo>
                <a:close/>
              </a:path>
            </a:pathLst>
          </a:custGeom>
          <a:solidFill>
            <a:schemeClr val="bg1"/>
          </a:solidFill>
          <a:ln w="3000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33AF4A-DA66-989F-B0D7-80AD5AC2CECA}"/>
              </a:ext>
            </a:extLst>
          </p:cNvPr>
          <p:cNvSpPr txBox="1"/>
          <p:nvPr/>
        </p:nvSpPr>
        <p:spPr>
          <a:xfrm>
            <a:off x="266402" y="5061030"/>
            <a:ext cx="40360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isdachurchbrussels.be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8DCD5BC-AA4E-0772-A9A4-B4289D670B1E}"/>
              </a:ext>
            </a:extLst>
          </p:cNvPr>
          <p:cNvSpPr txBox="1"/>
          <p:nvPr/>
        </p:nvSpPr>
        <p:spPr>
          <a:xfrm>
            <a:off x="7888941" y="5061030"/>
            <a:ext cx="404134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latin typeface="Nunito ExtraBold" pitchFamily="2" charset="77"/>
              </a:rPr>
              <a:t>Our YouTube Channel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2A47A5C-6A87-0B82-4594-B0A9270034A7}"/>
              </a:ext>
            </a:extLst>
          </p:cNvPr>
          <p:cNvSpPr txBox="1"/>
          <p:nvPr/>
        </p:nvSpPr>
        <p:spPr>
          <a:xfrm>
            <a:off x="424070" y="514794"/>
            <a:ext cx="11343860" cy="106798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4000" b="1" u="none" strike="noStrike" kern="1200" cap="none" spc="0" normalizeH="0" baseline="0" noProof="0" dirty="0">
                <a:effectLst/>
                <a:uLnTx/>
                <a:uFillTx/>
                <a:latin typeface="Nunito ExtraBold" pitchFamily="2" charset="77"/>
                <a:cs typeface="Arial"/>
                <a:sym typeface="Arial"/>
              </a:rPr>
              <a:t>BRUSSELS INTERNATIONAL SDA CHURCH </a:t>
            </a:r>
          </a:p>
        </p:txBody>
      </p:sp>
    </p:spTree>
    <p:extLst>
      <p:ext uri="{BB962C8B-B14F-4D97-AF65-F5344CB8AC3E}">
        <p14:creationId xmlns:p14="http://schemas.microsoft.com/office/powerpoint/2010/main" val="138755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96B24"/>
      </a:accent1>
      <a:accent2>
        <a:srgbClr val="4EA72E"/>
      </a:accent2>
      <a:accent3>
        <a:srgbClr val="156082"/>
      </a:accent3>
      <a:accent4>
        <a:srgbClr val="0F9ED5"/>
      </a:accent4>
      <a:accent5>
        <a:srgbClr val="A02B93"/>
      </a:accent5>
      <a:accent6>
        <a:srgbClr val="E97132"/>
      </a:accent6>
      <a:hlink>
        <a:srgbClr val="538D9D"/>
      </a:hlink>
      <a:folHlink>
        <a:srgbClr val="A5738E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C0A3E416-13B0-4CFE-8B85-8989D8AEFB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237</TotalTime>
  <Words>86</Words>
  <Application>Microsoft Macintosh PowerPoint</Application>
  <PresentationFormat>Widescreen</PresentationFormat>
  <Paragraphs>18</Paragraphs>
  <Slides>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3" baseType="lpstr">
      <vt:lpstr>Nunito ExtraBold</vt:lpstr>
      <vt:lpstr>Calibri</vt:lpstr>
      <vt:lpstr>Aptos Display</vt:lpstr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/>
  <cp:lastModifiedBy>Johannes Radesey</cp:lastModifiedBy>
  <cp:revision>15</cp:revision>
  <dcterms:created xsi:type="dcterms:W3CDTF">2024-05-26T16:18:45Z</dcterms:created>
  <dcterms:modified xsi:type="dcterms:W3CDTF">2025-03-21T21:37:26Z</dcterms:modified>
  <cp:category/>
</cp:coreProperties>
</file>