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57" r:id="rId4"/>
    <p:sldId id="289" r:id="rId5"/>
    <p:sldId id="259" r:id="rId6"/>
    <p:sldId id="290" r:id="rId7"/>
    <p:sldId id="291" r:id="rId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1F"/>
    <a:srgbClr val="092100"/>
    <a:srgbClr val="001B27"/>
    <a:srgbClr val="392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7"/>
    <p:restoredTop sz="85957"/>
  </p:normalViewPr>
  <p:slideViewPr>
    <p:cSldViewPr snapToGrid="0">
      <p:cViewPr varScale="1">
        <p:scale>
          <a:sx n="72" d="100"/>
          <a:sy n="72" d="100"/>
        </p:scale>
        <p:origin x="216" y="696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A0C4A-3ED5-0346-BC57-93578252A034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FEEDD-7AE0-2545-865B-4637248A80C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16696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FEEDD-7AE0-2545-865B-4637248A80C7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07593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FEEDD-7AE0-2545-865B-4637248A80C7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71867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FEEDD-7AE0-2545-865B-4637248A80C7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64043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29F1-8D52-5527-871D-683006A75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E1EC5-7928-D9D5-4DCC-7EEF8C1AC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BD70A-9F78-3030-00E6-594AF3004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1FCF7-4322-4003-C524-E21979A8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37590-39B8-AB12-2928-795E21A4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5284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46E2-D4BA-FE90-C6F6-06B75FF5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A90AF-9542-FD10-8EEF-50680BFE1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16427-5DDD-94F1-24FB-1CAA1E71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00D59-B732-1A44-113B-CE27B4CE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98673-1AB9-D5E9-AE4C-F4245D1F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1776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D0153-963B-802E-E7DE-33A53692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CEE2A-54E2-9E8D-B855-0EBB785F0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F75E0-32E2-7C71-40DA-6555F709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8D68E-F06E-D57C-B577-26676204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CE27C-0A56-5602-7326-D110D8DA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2915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14EF-9C58-DFA5-F97B-0C1F043B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3FC82-82FC-1A03-F3B8-3F7FA05F1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25D64-0F5E-8116-7D7A-1C5C60BA9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C3CBD-EBB5-CAE0-B073-014B21D1B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5CBE1-EE26-0EFD-8158-FEC1A46F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029F8-56C5-2545-9F41-B26999ED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972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50897-6B40-9D2E-A8A1-884DE567A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A9D4F-181F-D0A2-0576-56EB2476B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F8A29-0E91-9691-0BC2-CF18BC32D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3A48F0-6D17-D8E6-946C-DC9940744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A8534B-C02C-8B6F-8B9B-06D6DA1F5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C505D1-391D-B18E-7977-F78FD178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D1591-73CD-F4CD-173D-947E1CE8C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59126B-1524-F40F-4759-704382E2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7220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9C81-443F-F0B5-EC43-CDB3D966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FE24C-0131-69A6-1A43-FC4B55D6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FB795-E7F7-FDD3-9A0B-2D3460CB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2AC75-4064-0E01-BB28-935457C7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8743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4BB89-F2AB-81BA-DE51-C4D841D3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2CF1B-830A-B07D-87B7-A88D66A5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FC6D0-E76A-942E-9183-F6412172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59970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D466-D7B3-657A-D02E-B337FF669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DDB9F-80FE-6646-E3D8-82841B2ED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184D3-58A9-40DE-F0C7-4E8317985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65622-A037-E0B5-6E91-8A43E56F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5C6AA-09B9-8177-40D1-F9D5A83D7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D94FF-841B-7DB4-DA2B-E73DA3D82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7043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217F-6CF1-0624-496B-1ADAFFB6D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07C3C8-721F-C248-23AC-E2CD47B19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18A33-E07C-461C-D492-05F56A68F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328CD-88C2-B854-2855-40F75DDB7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22BED-A54A-2EA3-DA73-07FFC5FA6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99A58-52EC-D5B0-25A1-66F41AE1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9875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CA77-BB6E-A128-BE44-3A03F75F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142A0-4D0F-5681-3A97-08413DD4E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E7859-1407-B514-5C77-D7CE8B98C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BB78F-8196-1141-EC8C-188DD654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E9D20-6296-C8E2-AA9F-EA7CD724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80825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D91162-8FC5-9B92-9F65-55E4523E3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2EB06-7C59-5F52-DA64-197761F75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3EE57-D115-4100-6E77-FFD4F9F4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CB0DB-4F02-CC4C-4CE3-1F630663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F1C58-4973-31BE-BA70-2DB6B923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7609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AD9AB9-2E73-99D2-4C93-E555CCB36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29B09-9082-8489-B2C3-79A266807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45263-8FCA-5B49-0DA5-A75D38F44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6E040-B977-3E44-A5D5-1DB941796BBD}" type="datetimeFigureOut">
              <a:rPr lang="en-BE" smtClean="0"/>
              <a:t>09/06/2024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396F5-98CA-0D0D-F138-3F6D81D5D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B056E-5D13-9517-7C5E-083233CE9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1041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DA Church Name">
            <a:extLst>
              <a:ext uri="{FF2B5EF4-FFF2-40B4-BE49-F238E27FC236}">
                <a16:creationId xmlns:a16="http://schemas.microsoft.com/office/drawing/2014/main" id="{A17945A1-5369-505B-D269-D8CFA287F510}"/>
              </a:ext>
            </a:extLst>
          </p:cNvPr>
          <p:cNvSpPr/>
          <p:nvPr/>
        </p:nvSpPr>
        <p:spPr>
          <a:xfrm>
            <a:off x="2701693" y="2915494"/>
            <a:ext cx="6788614" cy="192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44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Brussels International Seventh Day Adventist Church</a:t>
            </a:r>
          </a:p>
        </p:txBody>
      </p:sp>
      <p:pic>
        <p:nvPicPr>
          <p:cNvPr id="7" name="Logo" descr="A logo with wings and a blue circle&#10;&#10;Description automatically generated">
            <a:extLst>
              <a:ext uri="{FF2B5EF4-FFF2-40B4-BE49-F238E27FC236}">
                <a16:creationId xmlns:a16="http://schemas.microsoft.com/office/drawing/2014/main" id="{E58429A5-7890-71A0-4957-CD22745A5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281" y="1342067"/>
            <a:ext cx="1227438" cy="122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2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">
            <a:extLst>
              <a:ext uri="{FF2B5EF4-FFF2-40B4-BE49-F238E27FC236}">
                <a16:creationId xmlns:a16="http://schemas.microsoft.com/office/drawing/2014/main" id="{35D759B7-8A71-C4BA-6000-179876CB0B7A}"/>
              </a:ext>
            </a:extLst>
          </p:cNvPr>
          <p:cNvSpPr/>
          <p:nvPr/>
        </p:nvSpPr>
        <p:spPr>
          <a:xfrm>
            <a:off x="4168230" y="130649"/>
            <a:ext cx="3855543" cy="5847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BE" sz="32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Media with caption</a:t>
            </a:r>
          </a:p>
        </p:txBody>
      </p:sp>
    </p:spTree>
    <p:extLst>
      <p:ext uri="{BB962C8B-B14F-4D97-AF65-F5344CB8AC3E}">
        <p14:creationId xmlns:p14="http://schemas.microsoft.com/office/powerpoint/2010/main" val="328195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387D622-4B34-BFA5-FF6F-680077160F2E}"/>
              </a:ext>
            </a:extLst>
          </p:cNvPr>
          <p:cNvSpPr/>
          <p:nvPr/>
        </p:nvSpPr>
        <p:spPr>
          <a:xfrm>
            <a:off x="574988" y="0"/>
            <a:ext cx="11042048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BE" sz="60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Simple title</a:t>
            </a:r>
          </a:p>
        </p:txBody>
      </p:sp>
    </p:spTree>
    <p:extLst>
      <p:ext uri="{BB962C8B-B14F-4D97-AF65-F5344CB8AC3E}">
        <p14:creationId xmlns:p14="http://schemas.microsoft.com/office/powerpoint/2010/main" val="333989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ng_title">
            <a:extLst>
              <a:ext uri="{FF2B5EF4-FFF2-40B4-BE49-F238E27FC236}">
                <a16:creationId xmlns:a16="http://schemas.microsoft.com/office/drawing/2014/main" id="{7387D622-4B34-BFA5-FF6F-680077160F2E}"/>
              </a:ext>
            </a:extLst>
          </p:cNvPr>
          <p:cNvSpPr/>
          <p:nvPr/>
        </p:nvSpPr>
        <p:spPr>
          <a:xfrm>
            <a:off x="533424" y="0"/>
            <a:ext cx="11125176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BE" sz="32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#123</a:t>
            </a:r>
          </a:p>
          <a:p>
            <a:pPr algn="ctr"/>
            <a:r>
              <a:rPr lang="en-BE" sz="60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Song title</a:t>
            </a:r>
          </a:p>
        </p:txBody>
      </p:sp>
    </p:spTree>
    <p:extLst>
      <p:ext uri="{BB962C8B-B14F-4D97-AF65-F5344CB8AC3E}">
        <p14:creationId xmlns:p14="http://schemas.microsoft.com/office/powerpoint/2010/main" val="266776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orus">
            <a:extLst>
              <a:ext uri="{FF2B5EF4-FFF2-40B4-BE49-F238E27FC236}">
                <a16:creationId xmlns:a16="http://schemas.microsoft.com/office/drawing/2014/main" id="{76A66127-7020-B7D7-2FE5-26E369C2DC9A}"/>
              </a:ext>
            </a:extLst>
          </p:cNvPr>
          <p:cNvSpPr/>
          <p:nvPr/>
        </p:nvSpPr>
        <p:spPr>
          <a:xfrm>
            <a:off x="554182" y="0"/>
            <a:ext cx="11083636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accent5">
                    <a:lumMod val="20000"/>
                    <a:lumOff val="80000"/>
                  </a:schemeClr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Chorus</a:t>
            </a:r>
          </a:p>
          <a:p>
            <a:pPr algn="ctr"/>
            <a:r>
              <a:rPr lang="en-GB" sz="44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My Jesus, my </a:t>
            </a:r>
            <a:r>
              <a:rPr lang="en-GB" sz="4400" dirty="0" err="1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Savior</a:t>
            </a:r>
            <a:endParaRPr lang="en-GB" sz="4400" dirty="0">
              <a:solidFill>
                <a:schemeClr val="bg1"/>
              </a:solidFill>
              <a:latin typeface="Loos Normal Medium" panose="020B0604020102020303" pitchFamily="34" charset="77"/>
              <a:ea typeface="Change" pitchFamily="2" charset="0"/>
              <a:cs typeface="Modak" pitchFamily="2" charset="77"/>
            </a:endParaRPr>
          </a:p>
          <a:p>
            <a:pPr algn="ctr"/>
            <a:r>
              <a:rPr lang="en-GB" sz="44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Lord there is none like You this line is so long</a:t>
            </a:r>
          </a:p>
          <a:p>
            <a:pPr algn="ctr"/>
            <a:r>
              <a:rPr lang="en-GB" sz="44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All of my days, I want to praise</a:t>
            </a:r>
          </a:p>
          <a:p>
            <a:pPr algn="ctr"/>
            <a:r>
              <a:rPr lang="en-GB" sz="44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The wonders of Your mighty love</a:t>
            </a:r>
          </a:p>
        </p:txBody>
      </p:sp>
    </p:spTree>
    <p:extLst>
      <p:ext uri="{BB962C8B-B14F-4D97-AF65-F5344CB8AC3E}">
        <p14:creationId xmlns:p14="http://schemas.microsoft.com/office/powerpoint/2010/main" val="161397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ipture">
            <a:extLst>
              <a:ext uri="{FF2B5EF4-FFF2-40B4-BE49-F238E27FC236}">
                <a16:creationId xmlns:a16="http://schemas.microsoft.com/office/drawing/2014/main" id="{76A66127-7020-B7D7-2FE5-26E369C2DC9A}"/>
              </a:ext>
            </a:extLst>
          </p:cNvPr>
          <p:cNvSpPr/>
          <p:nvPr/>
        </p:nvSpPr>
        <p:spPr>
          <a:xfrm>
            <a:off x="533400" y="0"/>
            <a:ext cx="11125200" cy="579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23</a:t>
            </a:r>
            <a:r>
              <a:rPr lang="en-GB" sz="44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 For the wages of sin is death, but the</a:t>
            </a:r>
          </a:p>
          <a:p>
            <a:pPr algn="ctr"/>
            <a:r>
              <a:rPr lang="en-GB" sz="44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gift of God is eternal life in Christ Jesus our Lord.</a:t>
            </a:r>
          </a:p>
        </p:txBody>
      </p:sp>
      <p:sp>
        <p:nvSpPr>
          <p:cNvPr id="3" name="reference">
            <a:extLst>
              <a:ext uri="{FF2B5EF4-FFF2-40B4-BE49-F238E27FC236}">
                <a16:creationId xmlns:a16="http://schemas.microsoft.com/office/drawing/2014/main" id="{75976BDE-8534-816D-526B-858A96B91F29}"/>
              </a:ext>
            </a:extLst>
          </p:cNvPr>
          <p:cNvSpPr/>
          <p:nvPr/>
        </p:nvSpPr>
        <p:spPr>
          <a:xfrm>
            <a:off x="0" y="5791610"/>
            <a:ext cx="12192000" cy="976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accent5">
                    <a:lumMod val="20000"/>
                    <a:lumOff val="80000"/>
                  </a:schemeClr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Romans 6:23, NKJV</a:t>
            </a:r>
            <a:endParaRPr lang="en-GB" sz="3200" dirty="0">
              <a:solidFill>
                <a:schemeClr val="bg1"/>
              </a:solidFill>
              <a:latin typeface="Loos Normal Medium" panose="020B0604020102020303" pitchFamily="34" charset="77"/>
              <a:ea typeface="Change" pitchFamily="2" charset="0"/>
              <a:cs typeface="Moda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89594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ebsite QR">
            <a:extLst>
              <a:ext uri="{FF2B5EF4-FFF2-40B4-BE49-F238E27FC236}">
                <a16:creationId xmlns:a16="http://schemas.microsoft.com/office/drawing/2014/main" id="{4DB0125C-F1A8-ACC7-EABF-E86423B0293B}"/>
              </a:ext>
            </a:extLst>
          </p:cNvPr>
          <p:cNvSpPr/>
          <p:nvPr/>
        </p:nvSpPr>
        <p:spPr>
          <a:xfrm>
            <a:off x="7849671" y="2306782"/>
            <a:ext cx="2244436" cy="2244436"/>
          </a:xfrm>
          <a:custGeom>
            <a:avLst/>
            <a:gdLst>
              <a:gd name="connsiteX0" fmla="*/ 0 w 6858000"/>
              <a:gd name="connsiteY0" fmla="*/ 0 h 6858000"/>
              <a:gd name="connsiteX1" fmla="*/ 0 w 6858000"/>
              <a:gd name="connsiteY1" fmla="*/ 236515 h 6858000"/>
              <a:gd name="connsiteX2" fmla="*/ 236515 w 6858000"/>
              <a:gd name="connsiteY2" fmla="*/ 236515 h 6858000"/>
              <a:gd name="connsiteX3" fmla="*/ 236515 w 6858000"/>
              <a:gd name="connsiteY3" fmla="*/ 0 h 6858000"/>
              <a:gd name="connsiteX4" fmla="*/ 0 w 6858000"/>
              <a:gd name="connsiteY4" fmla="*/ 0 h 6858000"/>
              <a:gd name="connsiteX5" fmla="*/ 236515 w 6858000"/>
              <a:gd name="connsiteY5" fmla="*/ 0 h 6858000"/>
              <a:gd name="connsiteX6" fmla="*/ 236515 w 6858000"/>
              <a:gd name="connsiteY6" fmla="*/ 236515 h 6858000"/>
              <a:gd name="connsiteX7" fmla="*/ 472945 w 6858000"/>
              <a:gd name="connsiteY7" fmla="*/ 236515 h 6858000"/>
              <a:gd name="connsiteX8" fmla="*/ 472945 w 6858000"/>
              <a:gd name="connsiteY8" fmla="*/ 0 h 6858000"/>
              <a:gd name="connsiteX9" fmla="*/ 236515 w 6858000"/>
              <a:gd name="connsiteY9" fmla="*/ 0 h 6858000"/>
              <a:gd name="connsiteX10" fmla="*/ 472945 w 6858000"/>
              <a:gd name="connsiteY10" fmla="*/ 0 h 6858000"/>
              <a:gd name="connsiteX11" fmla="*/ 472945 w 6858000"/>
              <a:gd name="connsiteY11" fmla="*/ 236515 h 6858000"/>
              <a:gd name="connsiteX12" fmla="*/ 709460 w 6858000"/>
              <a:gd name="connsiteY12" fmla="*/ 236515 h 6858000"/>
              <a:gd name="connsiteX13" fmla="*/ 709460 w 6858000"/>
              <a:gd name="connsiteY13" fmla="*/ 0 h 6858000"/>
              <a:gd name="connsiteX14" fmla="*/ 472945 w 6858000"/>
              <a:gd name="connsiteY14" fmla="*/ 0 h 6858000"/>
              <a:gd name="connsiteX15" fmla="*/ 709460 w 6858000"/>
              <a:gd name="connsiteY15" fmla="*/ 0 h 6858000"/>
              <a:gd name="connsiteX16" fmla="*/ 709460 w 6858000"/>
              <a:gd name="connsiteY16" fmla="*/ 236515 h 6858000"/>
              <a:gd name="connsiteX17" fmla="*/ 945890 w 6858000"/>
              <a:gd name="connsiteY17" fmla="*/ 236515 h 6858000"/>
              <a:gd name="connsiteX18" fmla="*/ 945890 w 6858000"/>
              <a:gd name="connsiteY18" fmla="*/ 0 h 6858000"/>
              <a:gd name="connsiteX19" fmla="*/ 709460 w 6858000"/>
              <a:gd name="connsiteY19" fmla="*/ 0 h 6858000"/>
              <a:gd name="connsiteX20" fmla="*/ 945890 w 6858000"/>
              <a:gd name="connsiteY20" fmla="*/ 0 h 6858000"/>
              <a:gd name="connsiteX21" fmla="*/ 945890 w 6858000"/>
              <a:gd name="connsiteY21" fmla="*/ 236515 h 6858000"/>
              <a:gd name="connsiteX22" fmla="*/ 1182405 w 6858000"/>
              <a:gd name="connsiteY22" fmla="*/ 236515 h 6858000"/>
              <a:gd name="connsiteX23" fmla="*/ 1182405 w 6858000"/>
              <a:gd name="connsiteY23" fmla="*/ 0 h 6858000"/>
              <a:gd name="connsiteX24" fmla="*/ 945890 w 6858000"/>
              <a:gd name="connsiteY24" fmla="*/ 0 h 6858000"/>
              <a:gd name="connsiteX25" fmla="*/ 1182405 w 6858000"/>
              <a:gd name="connsiteY25" fmla="*/ 0 h 6858000"/>
              <a:gd name="connsiteX26" fmla="*/ 1182405 w 6858000"/>
              <a:gd name="connsiteY26" fmla="*/ 236515 h 6858000"/>
              <a:gd name="connsiteX27" fmla="*/ 1418920 w 6858000"/>
              <a:gd name="connsiteY27" fmla="*/ 236515 h 6858000"/>
              <a:gd name="connsiteX28" fmla="*/ 1418920 w 6858000"/>
              <a:gd name="connsiteY28" fmla="*/ 0 h 6858000"/>
              <a:gd name="connsiteX29" fmla="*/ 1182405 w 6858000"/>
              <a:gd name="connsiteY29" fmla="*/ 0 h 6858000"/>
              <a:gd name="connsiteX30" fmla="*/ 1418920 w 6858000"/>
              <a:gd name="connsiteY30" fmla="*/ 0 h 6858000"/>
              <a:gd name="connsiteX31" fmla="*/ 1418920 w 6858000"/>
              <a:gd name="connsiteY31" fmla="*/ 236515 h 6858000"/>
              <a:gd name="connsiteX32" fmla="*/ 1655350 w 6858000"/>
              <a:gd name="connsiteY32" fmla="*/ 236515 h 6858000"/>
              <a:gd name="connsiteX33" fmla="*/ 1655350 w 6858000"/>
              <a:gd name="connsiteY33" fmla="*/ 0 h 6858000"/>
              <a:gd name="connsiteX34" fmla="*/ 1418920 w 6858000"/>
              <a:gd name="connsiteY34" fmla="*/ 0 h 6858000"/>
              <a:gd name="connsiteX35" fmla="*/ 1891865 w 6858000"/>
              <a:gd name="connsiteY35" fmla="*/ 0 h 6858000"/>
              <a:gd name="connsiteX36" fmla="*/ 1891865 w 6858000"/>
              <a:gd name="connsiteY36" fmla="*/ 236515 h 6858000"/>
              <a:gd name="connsiteX37" fmla="*/ 2128380 w 6858000"/>
              <a:gd name="connsiteY37" fmla="*/ 236515 h 6858000"/>
              <a:gd name="connsiteX38" fmla="*/ 2128380 w 6858000"/>
              <a:gd name="connsiteY38" fmla="*/ 0 h 6858000"/>
              <a:gd name="connsiteX39" fmla="*/ 1891865 w 6858000"/>
              <a:gd name="connsiteY39" fmla="*/ 0 h 6858000"/>
              <a:gd name="connsiteX40" fmla="*/ 2128380 w 6858000"/>
              <a:gd name="connsiteY40" fmla="*/ 0 h 6858000"/>
              <a:gd name="connsiteX41" fmla="*/ 2128380 w 6858000"/>
              <a:gd name="connsiteY41" fmla="*/ 236515 h 6858000"/>
              <a:gd name="connsiteX42" fmla="*/ 2364810 w 6858000"/>
              <a:gd name="connsiteY42" fmla="*/ 236515 h 6858000"/>
              <a:gd name="connsiteX43" fmla="*/ 2364810 w 6858000"/>
              <a:gd name="connsiteY43" fmla="*/ 0 h 6858000"/>
              <a:gd name="connsiteX44" fmla="*/ 2128380 w 6858000"/>
              <a:gd name="connsiteY44" fmla="*/ 0 h 6858000"/>
              <a:gd name="connsiteX45" fmla="*/ 2364810 w 6858000"/>
              <a:gd name="connsiteY45" fmla="*/ 0 h 6858000"/>
              <a:gd name="connsiteX46" fmla="*/ 2364810 w 6858000"/>
              <a:gd name="connsiteY46" fmla="*/ 236515 h 6858000"/>
              <a:gd name="connsiteX47" fmla="*/ 2601325 w 6858000"/>
              <a:gd name="connsiteY47" fmla="*/ 236515 h 6858000"/>
              <a:gd name="connsiteX48" fmla="*/ 2601325 w 6858000"/>
              <a:gd name="connsiteY48" fmla="*/ 0 h 6858000"/>
              <a:gd name="connsiteX49" fmla="*/ 2364810 w 6858000"/>
              <a:gd name="connsiteY49" fmla="*/ 0 h 6858000"/>
              <a:gd name="connsiteX50" fmla="*/ 2837755 w 6858000"/>
              <a:gd name="connsiteY50" fmla="*/ 0 h 6858000"/>
              <a:gd name="connsiteX51" fmla="*/ 2837755 w 6858000"/>
              <a:gd name="connsiteY51" fmla="*/ 236515 h 6858000"/>
              <a:gd name="connsiteX52" fmla="*/ 3074270 w 6858000"/>
              <a:gd name="connsiteY52" fmla="*/ 236515 h 6858000"/>
              <a:gd name="connsiteX53" fmla="*/ 3074270 w 6858000"/>
              <a:gd name="connsiteY53" fmla="*/ 0 h 6858000"/>
              <a:gd name="connsiteX54" fmla="*/ 2837755 w 6858000"/>
              <a:gd name="connsiteY54" fmla="*/ 0 h 6858000"/>
              <a:gd name="connsiteX55" fmla="*/ 3074270 w 6858000"/>
              <a:gd name="connsiteY55" fmla="*/ 0 h 6858000"/>
              <a:gd name="connsiteX56" fmla="*/ 3074270 w 6858000"/>
              <a:gd name="connsiteY56" fmla="*/ 236515 h 6858000"/>
              <a:gd name="connsiteX57" fmla="*/ 3310785 w 6858000"/>
              <a:gd name="connsiteY57" fmla="*/ 236515 h 6858000"/>
              <a:gd name="connsiteX58" fmla="*/ 3310785 w 6858000"/>
              <a:gd name="connsiteY58" fmla="*/ 0 h 6858000"/>
              <a:gd name="connsiteX59" fmla="*/ 3074270 w 6858000"/>
              <a:gd name="connsiteY59" fmla="*/ 0 h 6858000"/>
              <a:gd name="connsiteX60" fmla="*/ 4020245 w 6858000"/>
              <a:gd name="connsiteY60" fmla="*/ 0 h 6858000"/>
              <a:gd name="connsiteX61" fmla="*/ 4020245 w 6858000"/>
              <a:gd name="connsiteY61" fmla="*/ 236515 h 6858000"/>
              <a:gd name="connsiteX62" fmla="*/ 4256675 w 6858000"/>
              <a:gd name="connsiteY62" fmla="*/ 236515 h 6858000"/>
              <a:gd name="connsiteX63" fmla="*/ 4256675 w 6858000"/>
              <a:gd name="connsiteY63" fmla="*/ 0 h 6858000"/>
              <a:gd name="connsiteX64" fmla="*/ 4020245 w 6858000"/>
              <a:gd name="connsiteY64" fmla="*/ 0 h 6858000"/>
              <a:gd name="connsiteX65" fmla="*/ 4256675 w 6858000"/>
              <a:gd name="connsiteY65" fmla="*/ 0 h 6858000"/>
              <a:gd name="connsiteX66" fmla="*/ 4256675 w 6858000"/>
              <a:gd name="connsiteY66" fmla="*/ 236515 h 6858000"/>
              <a:gd name="connsiteX67" fmla="*/ 4493191 w 6858000"/>
              <a:gd name="connsiteY67" fmla="*/ 236515 h 6858000"/>
              <a:gd name="connsiteX68" fmla="*/ 4493191 w 6858000"/>
              <a:gd name="connsiteY68" fmla="*/ 0 h 6858000"/>
              <a:gd name="connsiteX69" fmla="*/ 4256675 w 6858000"/>
              <a:gd name="connsiteY69" fmla="*/ 0 h 6858000"/>
              <a:gd name="connsiteX70" fmla="*/ 4493191 w 6858000"/>
              <a:gd name="connsiteY70" fmla="*/ 0 h 6858000"/>
              <a:gd name="connsiteX71" fmla="*/ 4493191 w 6858000"/>
              <a:gd name="connsiteY71" fmla="*/ 236515 h 6858000"/>
              <a:gd name="connsiteX72" fmla="*/ 4729620 w 6858000"/>
              <a:gd name="connsiteY72" fmla="*/ 236515 h 6858000"/>
              <a:gd name="connsiteX73" fmla="*/ 4729620 w 6858000"/>
              <a:gd name="connsiteY73" fmla="*/ 0 h 6858000"/>
              <a:gd name="connsiteX74" fmla="*/ 4493191 w 6858000"/>
              <a:gd name="connsiteY74" fmla="*/ 0 h 6858000"/>
              <a:gd name="connsiteX75" fmla="*/ 4729620 w 6858000"/>
              <a:gd name="connsiteY75" fmla="*/ 0 h 6858000"/>
              <a:gd name="connsiteX76" fmla="*/ 4729620 w 6858000"/>
              <a:gd name="connsiteY76" fmla="*/ 236515 h 6858000"/>
              <a:gd name="connsiteX77" fmla="*/ 4966135 w 6858000"/>
              <a:gd name="connsiteY77" fmla="*/ 236515 h 6858000"/>
              <a:gd name="connsiteX78" fmla="*/ 4966135 w 6858000"/>
              <a:gd name="connsiteY78" fmla="*/ 0 h 6858000"/>
              <a:gd name="connsiteX79" fmla="*/ 4729620 w 6858000"/>
              <a:gd name="connsiteY79" fmla="*/ 0 h 6858000"/>
              <a:gd name="connsiteX80" fmla="*/ 5202651 w 6858000"/>
              <a:gd name="connsiteY80" fmla="*/ 0 h 6858000"/>
              <a:gd name="connsiteX81" fmla="*/ 5202651 w 6858000"/>
              <a:gd name="connsiteY81" fmla="*/ 236515 h 6858000"/>
              <a:gd name="connsiteX82" fmla="*/ 5439080 w 6858000"/>
              <a:gd name="connsiteY82" fmla="*/ 236515 h 6858000"/>
              <a:gd name="connsiteX83" fmla="*/ 5439080 w 6858000"/>
              <a:gd name="connsiteY83" fmla="*/ 0 h 6858000"/>
              <a:gd name="connsiteX84" fmla="*/ 5202651 w 6858000"/>
              <a:gd name="connsiteY84" fmla="*/ 0 h 6858000"/>
              <a:gd name="connsiteX85" fmla="*/ 5439080 w 6858000"/>
              <a:gd name="connsiteY85" fmla="*/ 0 h 6858000"/>
              <a:gd name="connsiteX86" fmla="*/ 5439080 w 6858000"/>
              <a:gd name="connsiteY86" fmla="*/ 236515 h 6858000"/>
              <a:gd name="connsiteX87" fmla="*/ 5675595 w 6858000"/>
              <a:gd name="connsiteY87" fmla="*/ 236515 h 6858000"/>
              <a:gd name="connsiteX88" fmla="*/ 5675595 w 6858000"/>
              <a:gd name="connsiteY88" fmla="*/ 0 h 6858000"/>
              <a:gd name="connsiteX89" fmla="*/ 5439080 w 6858000"/>
              <a:gd name="connsiteY89" fmla="*/ 0 h 6858000"/>
              <a:gd name="connsiteX90" fmla="*/ 5675595 w 6858000"/>
              <a:gd name="connsiteY90" fmla="*/ 0 h 6858000"/>
              <a:gd name="connsiteX91" fmla="*/ 5675595 w 6858000"/>
              <a:gd name="connsiteY91" fmla="*/ 236515 h 6858000"/>
              <a:gd name="connsiteX92" fmla="*/ 5912110 w 6858000"/>
              <a:gd name="connsiteY92" fmla="*/ 236515 h 6858000"/>
              <a:gd name="connsiteX93" fmla="*/ 5912110 w 6858000"/>
              <a:gd name="connsiteY93" fmla="*/ 0 h 6858000"/>
              <a:gd name="connsiteX94" fmla="*/ 5675595 w 6858000"/>
              <a:gd name="connsiteY94" fmla="*/ 0 h 6858000"/>
              <a:gd name="connsiteX95" fmla="*/ 5912110 w 6858000"/>
              <a:gd name="connsiteY95" fmla="*/ 0 h 6858000"/>
              <a:gd name="connsiteX96" fmla="*/ 5912110 w 6858000"/>
              <a:gd name="connsiteY96" fmla="*/ 236515 h 6858000"/>
              <a:gd name="connsiteX97" fmla="*/ 6148540 w 6858000"/>
              <a:gd name="connsiteY97" fmla="*/ 236515 h 6858000"/>
              <a:gd name="connsiteX98" fmla="*/ 6148540 w 6858000"/>
              <a:gd name="connsiteY98" fmla="*/ 0 h 6858000"/>
              <a:gd name="connsiteX99" fmla="*/ 5912110 w 6858000"/>
              <a:gd name="connsiteY99" fmla="*/ 0 h 6858000"/>
              <a:gd name="connsiteX100" fmla="*/ 6148540 w 6858000"/>
              <a:gd name="connsiteY100" fmla="*/ 0 h 6858000"/>
              <a:gd name="connsiteX101" fmla="*/ 6148540 w 6858000"/>
              <a:gd name="connsiteY101" fmla="*/ 236515 h 6858000"/>
              <a:gd name="connsiteX102" fmla="*/ 6385056 w 6858000"/>
              <a:gd name="connsiteY102" fmla="*/ 236515 h 6858000"/>
              <a:gd name="connsiteX103" fmla="*/ 6385056 w 6858000"/>
              <a:gd name="connsiteY103" fmla="*/ 0 h 6858000"/>
              <a:gd name="connsiteX104" fmla="*/ 6148540 w 6858000"/>
              <a:gd name="connsiteY104" fmla="*/ 0 h 6858000"/>
              <a:gd name="connsiteX105" fmla="*/ 6385056 w 6858000"/>
              <a:gd name="connsiteY105" fmla="*/ 0 h 6858000"/>
              <a:gd name="connsiteX106" fmla="*/ 6385056 w 6858000"/>
              <a:gd name="connsiteY106" fmla="*/ 236515 h 6858000"/>
              <a:gd name="connsiteX107" fmla="*/ 6621485 w 6858000"/>
              <a:gd name="connsiteY107" fmla="*/ 236515 h 6858000"/>
              <a:gd name="connsiteX108" fmla="*/ 6621485 w 6858000"/>
              <a:gd name="connsiteY108" fmla="*/ 0 h 6858000"/>
              <a:gd name="connsiteX109" fmla="*/ 6385056 w 6858000"/>
              <a:gd name="connsiteY109" fmla="*/ 0 h 6858000"/>
              <a:gd name="connsiteX110" fmla="*/ 6621485 w 6858000"/>
              <a:gd name="connsiteY110" fmla="*/ 0 h 6858000"/>
              <a:gd name="connsiteX111" fmla="*/ 6621485 w 6858000"/>
              <a:gd name="connsiteY111" fmla="*/ 236515 h 6858000"/>
              <a:gd name="connsiteX112" fmla="*/ 6858000 w 6858000"/>
              <a:gd name="connsiteY112" fmla="*/ 236515 h 6858000"/>
              <a:gd name="connsiteX113" fmla="*/ 6858000 w 6858000"/>
              <a:gd name="connsiteY113" fmla="*/ 0 h 6858000"/>
              <a:gd name="connsiteX114" fmla="*/ 6621485 w 6858000"/>
              <a:gd name="connsiteY114" fmla="*/ 0 h 6858000"/>
              <a:gd name="connsiteX115" fmla="*/ 0 w 6858000"/>
              <a:gd name="connsiteY115" fmla="*/ 236515 h 6858000"/>
              <a:gd name="connsiteX116" fmla="*/ 0 w 6858000"/>
              <a:gd name="connsiteY116" fmla="*/ 472945 h 6858000"/>
              <a:gd name="connsiteX117" fmla="*/ 236515 w 6858000"/>
              <a:gd name="connsiteY117" fmla="*/ 472945 h 6858000"/>
              <a:gd name="connsiteX118" fmla="*/ 236515 w 6858000"/>
              <a:gd name="connsiteY118" fmla="*/ 236515 h 6858000"/>
              <a:gd name="connsiteX119" fmla="*/ 0 w 6858000"/>
              <a:gd name="connsiteY119" fmla="*/ 236515 h 6858000"/>
              <a:gd name="connsiteX120" fmla="*/ 1418920 w 6858000"/>
              <a:gd name="connsiteY120" fmla="*/ 236515 h 6858000"/>
              <a:gd name="connsiteX121" fmla="*/ 1418920 w 6858000"/>
              <a:gd name="connsiteY121" fmla="*/ 472945 h 6858000"/>
              <a:gd name="connsiteX122" fmla="*/ 1655350 w 6858000"/>
              <a:gd name="connsiteY122" fmla="*/ 472945 h 6858000"/>
              <a:gd name="connsiteX123" fmla="*/ 1655350 w 6858000"/>
              <a:gd name="connsiteY123" fmla="*/ 236515 h 6858000"/>
              <a:gd name="connsiteX124" fmla="*/ 1418920 w 6858000"/>
              <a:gd name="connsiteY124" fmla="*/ 236515 h 6858000"/>
              <a:gd name="connsiteX125" fmla="*/ 2128380 w 6858000"/>
              <a:gd name="connsiteY125" fmla="*/ 236515 h 6858000"/>
              <a:gd name="connsiteX126" fmla="*/ 2128380 w 6858000"/>
              <a:gd name="connsiteY126" fmla="*/ 472945 h 6858000"/>
              <a:gd name="connsiteX127" fmla="*/ 2364810 w 6858000"/>
              <a:gd name="connsiteY127" fmla="*/ 472945 h 6858000"/>
              <a:gd name="connsiteX128" fmla="*/ 2364810 w 6858000"/>
              <a:gd name="connsiteY128" fmla="*/ 236515 h 6858000"/>
              <a:gd name="connsiteX129" fmla="*/ 2128380 w 6858000"/>
              <a:gd name="connsiteY129" fmla="*/ 236515 h 6858000"/>
              <a:gd name="connsiteX130" fmla="*/ 2837755 w 6858000"/>
              <a:gd name="connsiteY130" fmla="*/ 236515 h 6858000"/>
              <a:gd name="connsiteX131" fmla="*/ 2837755 w 6858000"/>
              <a:gd name="connsiteY131" fmla="*/ 472945 h 6858000"/>
              <a:gd name="connsiteX132" fmla="*/ 3074270 w 6858000"/>
              <a:gd name="connsiteY132" fmla="*/ 472945 h 6858000"/>
              <a:gd name="connsiteX133" fmla="*/ 3074270 w 6858000"/>
              <a:gd name="connsiteY133" fmla="*/ 236515 h 6858000"/>
              <a:gd name="connsiteX134" fmla="*/ 2837755 w 6858000"/>
              <a:gd name="connsiteY134" fmla="*/ 236515 h 6858000"/>
              <a:gd name="connsiteX135" fmla="*/ 3074270 w 6858000"/>
              <a:gd name="connsiteY135" fmla="*/ 236515 h 6858000"/>
              <a:gd name="connsiteX136" fmla="*/ 3074270 w 6858000"/>
              <a:gd name="connsiteY136" fmla="*/ 472945 h 6858000"/>
              <a:gd name="connsiteX137" fmla="*/ 3310785 w 6858000"/>
              <a:gd name="connsiteY137" fmla="*/ 472945 h 6858000"/>
              <a:gd name="connsiteX138" fmla="*/ 3310785 w 6858000"/>
              <a:gd name="connsiteY138" fmla="*/ 236515 h 6858000"/>
              <a:gd name="connsiteX139" fmla="*/ 3074270 w 6858000"/>
              <a:gd name="connsiteY139" fmla="*/ 236515 h 6858000"/>
              <a:gd name="connsiteX140" fmla="*/ 3310785 w 6858000"/>
              <a:gd name="connsiteY140" fmla="*/ 236515 h 6858000"/>
              <a:gd name="connsiteX141" fmla="*/ 3310785 w 6858000"/>
              <a:gd name="connsiteY141" fmla="*/ 472945 h 6858000"/>
              <a:gd name="connsiteX142" fmla="*/ 3547215 w 6858000"/>
              <a:gd name="connsiteY142" fmla="*/ 472945 h 6858000"/>
              <a:gd name="connsiteX143" fmla="*/ 3547215 w 6858000"/>
              <a:gd name="connsiteY143" fmla="*/ 236515 h 6858000"/>
              <a:gd name="connsiteX144" fmla="*/ 3310785 w 6858000"/>
              <a:gd name="connsiteY144" fmla="*/ 236515 h 6858000"/>
              <a:gd name="connsiteX145" fmla="*/ 3547215 w 6858000"/>
              <a:gd name="connsiteY145" fmla="*/ 236515 h 6858000"/>
              <a:gd name="connsiteX146" fmla="*/ 3547215 w 6858000"/>
              <a:gd name="connsiteY146" fmla="*/ 472945 h 6858000"/>
              <a:gd name="connsiteX147" fmla="*/ 3783730 w 6858000"/>
              <a:gd name="connsiteY147" fmla="*/ 472945 h 6858000"/>
              <a:gd name="connsiteX148" fmla="*/ 3783730 w 6858000"/>
              <a:gd name="connsiteY148" fmla="*/ 236515 h 6858000"/>
              <a:gd name="connsiteX149" fmla="*/ 3547215 w 6858000"/>
              <a:gd name="connsiteY149" fmla="*/ 236515 h 6858000"/>
              <a:gd name="connsiteX150" fmla="*/ 3783730 w 6858000"/>
              <a:gd name="connsiteY150" fmla="*/ 236515 h 6858000"/>
              <a:gd name="connsiteX151" fmla="*/ 3783730 w 6858000"/>
              <a:gd name="connsiteY151" fmla="*/ 472945 h 6858000"/>
              <a:gd name="connsiteX152" fmla="*/ 4020245 w 6858000"/>
              <a:gd name="connsiteY152" fmla="*/ 472945 h 6858000"/>
              <a:gd name="connsiteX153" fmla="*/ 4020245 w 6858000"/>
              <a:gd name="connsiteY153" fmla="*/ 236515 h 6858000"/>
              <a:gd name="connsiteX154" fmla="*/ 3783730 w 6858000"/>
              <a:gd name="connsiteY154" fmla="*/ 236515 h 6858000"/>
              <a:gd name="connsiteX155" fmla="*/ 4256675 w 6858000"/>
              <a:gd name="connsiteY155" fmla="*/ 236515 h 6858000"/>
              <a:gd name="connsiteX156" fmla="*/ 4256675 w 6858000"/>
              <a:gd name="connsiteY156" fmla="*/ 472945 h 6858000"/>
              <a:gd name="connsiteX157" fmla="*/ 4493191 w 6858000"/>
              <a:gd name="connsiteY157" fmla="*/ 472945 h 6858000"/>
              <a:gd name="connsiteX158" fmla="*/ 4493191 w 6858000"/>
              <a:gd name="connsiteY158" fmla="*/ 236515 h 6858000"/>
              <a:gd name="connsiteX159" fmla="*/ 4256675 w 6858000"/>
              <a:gd name="connsiteY159" fmla="*/ 236515 h 6858000"/>
              <a:gd name="connsiteX160" fmla="*/ 4493191 w 6858000"/>
              <a:gd name="connsiteY160" fmla="*/ 236515 h 6858000"/>
              <a:gd name="connsiteX161" fmla="*/ 4493191 w 6858000"/>
              <a:gd name="connsiteY161" fmla="*/ 472945 h 6858000"/>
              <a:gd name="connsiteX162" fmla="*/ 4729620 w 6858000"/>
              <a:gd name="connsiteY162" fmla="*/ 472945 h 6858000"/>
              <a:gd name="connsiteX163" fmla="*/ 4729620 w 6858000"/>
              <a:gd name="connsiteY163" fmla="*/ 236515 h 6858000"/>
              <a:gd name="connsiteX164" fmla="*/ 4493191 w 6858000"/>
              <a:gd name="connsiteY164" fmla="*/ 236515 h 6858000"/>
              <a:gd name="connsiteX165" fmla="*/ 4729620 w 6858000"/>
              <a:gd name="connsiteY165" fmla="*/ 236515 h 6858000"/>
              <a:gd name="connsiteX166" fmla="*/ 4729620 w 6858000"/>
              <a:gd name="connsiteY166" fmla="*/ 472945 h 6858000"/>
              <a:gd name="connsiteX167" fmla="*/ 4966135 w 6858000"/>
              <a:gd name="connsiteY167" fmla="*/ 472945 h 6858000"/>
              <a:gd name="connsiteX168" fmla="*/ 4966135 w 6858000"/>
              <a:gd name="connsiteY168" fmla="*/ 236515 h 6858000"/>
              <a:gd name="connsiteX169" fmla="*/ 4729620 w 6858000"/>
              <a:gd name="connsiteY169" fmla="*/ 236515 h 6858000"/>
              <a:gd name="connsiteX170" fmla="*/ 5202651 w 6858000"/>
              <a:gd name="connsiteY170" fmla="*/ 236515 h 6858000"/>
              <a:gd name="connsiteX171" fmla="*/ 5202651 w 6858000"/>
              <a:gd name="connsiteY171" fmla="*/ 472945 h 6858000"/>
              <a:gd name="connsiteX172" fmla="*/ 5439080 w 6858000"/>
              <a:gd name="connsiteY172" fmla="*/ 472945 h 6858000"/>
              <a:gd name="connsiteX173" fmla="*/ 5439080 w 6858000"/>
              <a:gd name="connsiteY173" fmla="*/ 236515 h 6858000"/>
              <a:gd name="connsiteX174" fmla="*/ 5202651 w 6858000"/>
              <a:gd name="connsiteY174" fmla="*/ 236515 h 6858000"/>
              <a:gd name="connsiteX175" fmla="*/ 6621485 w 6858000"/>
              <a:gd name="connsiteY175" fmla="*/ 236515 h 6858000"/>
              <a:gd name="connsiteX176" fmla="*/ 6621485 w 6858000"/>
              <a:gd name="connsiteY176" fmla="*/ 472945 h 6858000"/>
              <a:gd name="connsiteX177" fmla="*/ 6858000 w 6858000"/>
              <a:gd name="connsiteY177" fmla="*/ 472945 h 6858000"/>
              <a:gd name="connsiteX178" fmla="*/ 6858000 w 6858000"/>
              <a:gd name="connsiteY178" fmla="*/ 236515 h 6858000"/>
              <a:gd name="connsiteX179" fmla="*/ 6621485 w 6858000"/>
              <a:gd name="connsiteY179" fmla="*/ 236515 h 6858000"/>
              <a:gd name="connsiteX180" fmla="*/ 0 w 6858000"/>
              <a:gd name="connsiteY180" fmla="*/ 472945 h 6858000"/>
              <a:gd name="connsiteX181" fmla="*/ 0 w 6858000"/>
              <a:gd name="connsiteY181" fmla="*/ 709460 h 6858000"/>
              <a:gd name="connsiteX182" fmla="*/ 236515 w 6858000"/>
              <a:gd name="connsiteY182" fmla="*/ 709460 h 6858000"/>
              <a:gd name="connsiteX183" fmla="*/ 236515 w 6858000"/>
              <a:gd name="connsiteY183" fmla="*/ 472945 h 6858000"/>
              <a:gd name="connsiteX184" fmla="*/ 0 w 6858000"/>
              <a:gd name="connsiteY184" fmla="*/ 472945 h 6858000"/>
              <a:gd name="connsiteX185" fmla="*/ 472945 w 6858000"/>
              <a:gd name="connsiteY185" fmla="*/ 472945 h 6858000"/>
              <a:gd name="connsiteX186" fmla="*/ 472945 w 6858000"/>
              <a:gd name="connsiteY186" fmla="*/ 709460 h 6858000"/>
              <a:gd name="connsiteX187" fmla="*/ 709460 w 6858000"/>
              <a:gd name="connsiteY187" fmla="*/ 709460 h 6858000"/>
              <a:gd name="connsiteX188" fmla="*/ 709460 w 6858000"/>
              <a:gd name="connsiteY188" fmla="*/ 472945 h 6858000"/>
              <a:gd name="connsiteX189" fmla="*/ 472945 w 6858000"/>
              <a:gd name="connsiteY189" fmla="*/ 472945 h 6858000"/>
              <a:gd name="connsiteX190" fmla="*/ 709460 w 6858000"/>
              <a:gd name="connsiteY190" fmla="*/ 472945 h 6858000"/>
              <a:gd name="connsiteX191" fmla="*/ 709460 w 6858000"/>
              <a:gd name="connsiteY191" fmla="*/ 709460 h 6858000"/>
              <a:gd name="connsiteX192" fmla="*/ 945890 w 6858000"/>
              <a:gd name="connsiteY192" fmla="*/ 709460 h 6858000"/>
              <a:gd name="connsiteX193" fmla="*/ 945890 w 6858000"/>
              <a:gd name="connsiteY193" fmla="*/ 472945 h 6858000"/>
              <a:gd name="connsiteX194" fmla="*/ 709460 w 6858000"/>
              <a:gd name="connsiteY194" fmla="*/ 472945 h 6858000"/>
              <a:gd name="connsiteX195" fmla="*/ 945890 w 6858000"/>
              <a:gd name="connsiteY195" fmla="*/ 472945 h 6858000"/>
              <a:gd name="connsiteX196" fmla="*/ 945890 w 6858000"/>
              <a:gd name="connsiteY196" fmla="*/ 709460 h 6858000"/>
              <a:gd name="connsiteX197" fmla="*/ 1182405 w 6858000"/>
              <a:gd name="connsiteY197" fmla="*/ 709460 h 6858000"/>
              <a:gd name="connsiteX198" fmla="*/ 1182405 w 6858000"/>
              <a:gd name="connsiteY198" fmla="*/ 472945 h 6858000"/>
              <a:gd name="connsiteX199" fmla="*/ 945890 w 6858000"/>
              <a:gd name="connsiteY199" fmla="*/ 472945 h 6858000"/>
              <a:gd name="connsiteX200" fmla="*/ 1418920 w 6858000"/>
              <a:gd name="connsiteY200" fmla="*/ 472945 h 6858000"/>
              <a:gd name="connsiteX201" fmla="*/ 1418920 w 6858000"/>
              <a:gd name="connsiteY201" fmla="*/ 709460 h 6858000"/>
              <a:gd name="connsiteX202" fmla="*/ 1655350 w 6858000"/>
              <a:gd name="connsiteY202" fmla="*/ 709460 h 6858000"/>
              <a:gd name="connsiteX203" fmla="*/ 1655350 w 6858000"/>
              <a:gd name="connsiteY203" fmla="*/ 472945 h 6858000"/>
              <a:gd name="connsiteX204" fmla="*/ 1418920 w 6858000"/>
              <a:gd name="connsiteY204" fmla="*/ 472945 h 6858000"/>
              <a:gd name="connsiteX205" fmla="*/ 2837755 w 6858000"/>
              <a:gd name="connsiteY205" fmla="*/ 472945 h 6858000"/>
              <a:gd name="connsiteX206" fmla="*/ 2837755 w 6858000"/>
              <a:gd name="connsiteY206" fmla="*/ 709460 h 6858000"/>
              <a:gd name="connsiteX207" fmla="*/ 3074270 w 6858000"/>
              <a:gd name="connsiteY207" fmla="*/ 709460 h 6858000"/>
              <a:gd name="connsiteX208" fmla="*/ 3074270 w 6858000"/>
              <a:gd name="connsiteY208" fmla="*/ 472945 h 6858000"/>
              <a:gd name="connsiteX209" fmla="*/ 2837755 w 6858000"/>
              <a:gd name="connsiteY209" fmla="*/ 472945 h 6858000"/>
              <a:gd name="connsiteX210" fmla="*/ 3783730 w 6858000"/>
              <a:gd name="connsiteY210" fmla="*/ 472945 h 6858000"/>
              <a:gd name="connsiteX211" fmla="*/ 3783730 w 6858000"/>
              <a:gd name="connsiteY211" fmla="*/ 709460 h 6858000"/>
              <a:gd name="connsiteX212" fmla="*/ 4020245 w 6858000"/>
              <a:gd name="connsiteY212" fmla="*/ 709460 h 6858000"/>
              <a:gd name="connsiteX213" fmla="*/ 4020245 w 6858000"/>
              <a:gd name="connsiteY213" fmla="*/ 472945 h 6858000"/>
              <a:gd name="connsiteX214" fmla="*/ 3783730 w 6858000"/>
              <a:gd name="connsiteY214" fmla="*/ 472945 h 6858000"/>
              <a:gd name="connsiteX215" fmla="*/ 4020245 w 6858000"/>
              <a:gd name="connsiteY215" fmla="*/ 472945 h 6858000"/>
              <a:gd name="connsiteX216" fmla="*/ 4020245 w 6858000"/>
              <a:gd name="connsiteY216" fmla="*/ 709460 h 6858000"/>
              <a:gd name="connsiteX217" fmla="*/ 4256675 w 6858000"/>
              <a:gd name="connsiteY217" fmla="*/ 709460 h 6858000"/>
              <a:gd name="connsiteX218" fmla="*/ 4256675 w 6858000"/>
              <a:gd name="connsiteY218" fmla="*/ 472945 h 6858000"/>
              <a:gd name="connsiteX219" fmla="*/ 4020245 w 6858000"/>
              <a:gd name="connsiteY219" fmla="*/ 472945 h 6858000"/>
              <a:gd name="connsiteX220" fmla="*/ 4493191 w 6858000"/>
              <a:gd name="connsiteY220" fmla="*/ 472945 h 6858000"/>
              <a:gd name="connsiteX221" fmla="*/ 4493191 w 6858000"/>
              <a:gd name="connsiteY221" fmla="*/ 709460 h 6858000"/>
              <a:gd name="connsiteX222" fmla="*/ 4729620 w 6858000"/>
              <a:gd name="connsiteY222" fmla="*/ 709460 h 6858000"/>
              <a:gd name="connsiteX223" fmla="*/ 4729620 w 6858000"/>
              <a:gd name="connsiteY223" fmla="*/ 472945 h 6858000"/>
              <a:gd name="connsiteX224" fmla="*/ 4493191 w 6858000"/>
              <a:gd name="connsiteY224" fmla="*/ 472945 h 6858000"/>
              <a:gd name="connsiteX225" fmla="*/ 4729620 w 6858000"/>
              <a:gd name="connsiteY225" fmla="*/ 472945 h 6858000"/>
              <a:gd name="connsiteX226" fmla="*/ 4729620 w 6858000"/>
              <a:gd name="connsiteY226" fmla="*/ 709460 h 6858000"/>
              <a:gd name="connsiteX227" fmla="*/ 4966135 w 6858000"/>
              <a:gd name="connsiteY227" fmla="*/ 709460 h 6858000"/>
              <a:gd name="connsiteX228" fmla="*/ 4966135 w 6858000"/>
              <a:gd name="connsiteY228" fmla="*/ 472945 h 6858000"/>
              <a:gd name="connsiteX229" fmla="*/ 4729620 w 6858000"/>
              <a:gd name="connsiteY229" fmla="*/ 472945 h 6858000"/>
              <a:gd name="connsiteX230" fmla="*/ 5202651 w 6858000"/>
              <a:gd name="connsiteY230" fmla="*/ 472945 h 6858000"/>
              <a:gd name="connsiteX231" fmla="*/ 5202651 w 6858000"/>
              <a:gd name="connsiteY231" fmla="*/ 709460 h 6858000"/>
              <a:gd name="connsiteX232" fmla="*/ 5439080 w 6858000"/>
              <a:gd name="connsiteY232" fmla="*/ 709460 h 6858000"/>
              <a:gd name="connsiteX233" fmla="*/ 5439080 w 6858000"/>
              <a:gd name="connsiteY233" fmla="*/ 472945 h 6858000"/>
              <a:gd name="connsiteX234" fmla="*/ 5202651 w 6858000"/>
              <a:gd name="connsiteY234" fmla="*/ 472945 h 6858000"/>
              <a:gd name="connsiteX235" fmla="*/ 5675595 w 6858000"/>
              <a:gd name="connsiteY235" fmla="*/ 472945 h 6858000"/>
              <a:gd name="connsiteX236" fmla="*/ 5675595 w 6858000"/>
              <a:gd name="connsiteY236" fmla="*/ 709460 h 6858000"/>
              <a:gd name="connsiteX237" fmla="*/ 5912110 w 6858000"/>
              <a:gd name="connsiteY237" fmla="*/ 709460 h 6858000"/>
              <a:gd name="connsiteX238" fmla="*/ 5912110 w 6858000"/>
              <a:gd name="connsiteY238" fmla="*/ 472945 h 6858000"/>
              <a:gd name="connsiteX239" fmla="*/ 5675595 w 6858000"/>
              <a:gd name="connsiteY239" fmla="*/ 472945 h 6858000"/>
              <a:gd name="connsiteX240" fmla="*/ 5912110 w 6858000"/>
              <a:gd name="connsiteY240" fmla="*/ 472945 h 6858000"/>
              <a:gd name="connsiteX241" fmla="*/ 5912110 w 6858000"/>
              <a:gd name="connsiteY241" fmla="*/ 709460 h 6858000"/>
              <a:gd name="connsiteX242" fmla="*/ 6148540 w 6858000"/>
              <a:gd name="connsiteY242" fmla="*/ 709460 h 6858000"/>
              <a:gd name="connsiteX243" fmla="*/ 6148540 w 6858000"/>
              <a:gd name="connsiteY243" fmla="*/ 472945 h 6858000"/>
              <a:gd name="connsiteX244" fmla="*/ 5912110 w 6858000"/>
              <a:gd name="connsiteY244" fmla="*/ 472945 h 6858000"/>
              <a:gd name="connsiteX245" fmla="*/ 6148540 w 6858000"/>
              <a:gd name="connsiteY245" fmla="*/ 472945 h 6858000"/>
              <a:gd name="connsiteX246" fmla="*/ 6148540 w 6858000"/>
              <a:gd name="connsiteY246" fmla="*/ 709460 h 6858000"/>
              <a:gd name="connsiteX247" fmla="*/ 6385056 w 6858000"/>
              <a:gd name="connsiteY247" fmla="*/ 709460 h 6858000"/>
              <a:gd name="connsiteX248" fmla="*/ 6385056 w 6858000"/>
              <a:gd name="connsiteY248" fmla="*/ 472945 h 6858000"/>
              <a:gd name="connsiteX249" fmla="*/ 6148540 w 6858000"/>
              <a:gd name="connsiteY249" fmla="*/ 472945 h 6858000"/>
              <a:gd name="connsiteX250" fmla="*/ 6621485 w 6858000"/>
              <a:gd name="connsiteY250" fmla="*/ 472945 h 6858000"/>
              <a:gd name="connsiteX251" fmla="*/ 6621485 w 6858000"/>
              <a:gd name="connsiteY251" fmla="*/ 709460 h 6858000"/>
              <a:gd name="connsiteX252" fmla="*/ 6858000 w 6858000"/>
              <a:gd name="connsiteY252" fmla="*/ 709460 h 6858000"/>
              <a:gd name="connsiteX253" fmla="*/ 6858000 w 6858000"/>
              <a:gd name="connsiteY253" fmla="*/ 472945 h 6858000"/>
              <a:gd name="connsiteX254" fmla="*/ 6621485 w 6858000"/>
              <a:gd name="connsiteY254" fmla="*/ 472945 h 6858000"/>
              <a:gd name="connsiteX255" fmla="*/ 0 w 6858000"/>
              <a:gd name="connsiteY255" fmla="*/ 709460 h 6858000"/>
              <a:gd name="connsiteX256" fmla="*/ 0 w 6858000"/>
              <a:gd name="connsiteY256" fmla="*/ 945890 h 6858000"/>
              <a:gd name="connsiteX257" fmla="*/ 236515 w 6858000"/>
              <a:gd name="connsiteY257" fmla="*/ 945890 h 6858000"/>
              <a:gd name="connsiteX258" fmla="*/ 236515 w 6858000"/>
              <a:gd name="connsiteY258" fmla="*/ 709460 h 6858000"/>
              <a:gd name="connsiteX259" fmla="*/ 0 w 6858000"/>
              <a:gd name="connsiteY259" fmla="*/ 709460 h 6858000"/>
              <a:gd name="connsiteX260" fmla="*/ 472945 w 6858000"/>
              <a:gd name="connsiteY260" fmla="*/ 709460 h 6858000"/>
              <a:gd name="connsiteX261" fmla="*/ 472945 w 6858000"/>
              <a:gd name="connsiteY261" fmla="*/ 945890 h 6858000"/>
              <a:gd name="connsiteX262" fmla="*/ 709460 w 6858000"/>
              <a:gd name="connsiteY262" fmla="*/ 945890 h 6858000"/>
              <a:gd name="connsiteX263" fmla="*/ 709460 w 6858000"/>
              <a:gd name="connsiteY263" fmla="*/ 709460 h 6858000"/>
              <a:gd name="connsiteX264" fmla="*/ 472945 w 6858000"/>
              <a:gd name="connsiteY264" fmla="*/ 709460 h 6858000"/>
              <a:gd name="connsiteX265" fmla="*/ 709460 w 6858000"/>
              <a:gd name="connsiteY265" fmla="*/ 709460 h 6858000"/>
              <a:gd name="connsiteX266" fmla="*/ 709460 w 6858000"/>
              <a:gd name="connsiteY266" fmla="*/ 945890 h 6858000"/>
              <a:gd name="connsiteX267" fmla="*/ 945890 w 6858000"/>
              <a:gd name="connsiteY267" fmla="*/ 945890 h 6858000"/>
              <a:gd name="connsiteX268" fmla="*/ 945890 w 6858000"/>
              <a:gd name="connsiteY268" fmla="*/ 709460 h 6858000"/>
              <a:gd name="connsiteX269" fmla="*/ 709460 w 6858000"/>
              <a:gd name="connsiteY269" fmla="*/ 709460 h 6858000"/>
              <a:gd name="connsiteX270" fmla="*/ 945890 w 6858000"/>
              <a:gd name="connsiteY270" fmla="*/ 709460 h 6858000"/>
              <a:gd name="connsiteX271" fmla="*/ 945890 w 6858000"/>
              <a:gd name="connsiteY271" fmla="*/ 945890 h 6858000"/>
              <a:gd name="connsiteX272" fmla="*/ 1182405 w 6858000"/>
              <a:gd name="connsiteY272" fmla="*/ 945890 h 6858000"/>
              <a:gd name="connsiteX273" fmla="*/ 1182405 w 6858000"/>
              <a:gd name="connsiteY273" fmla="*/ 709460 h 6858000"/>
              <a:gd name="connsiteX274" fmla="*/ 945890 w 6858000"/>
              <a:gd name="connsiteY274" fmla="*/ 709460 h 6858000"/>
              <a:gd name="connsiteX275" fmla="*/ 1418920 w 6858000"/>
              <a:gd name="connsiteY275" fmla="*/ 709460 h 6858000"/>
              <a:gd name="connsiteX276" fmla="*/ 1418920 w 6858000"/>
              <a:gd name="connsiteY276" fmla="*/ 945890 h 6858000"/>
              <a:gd name="connsiteX277" fmla="*/ 1655350 w 6858000"/>
              <a:gd name="connsiteY277" fmla="*/ 945890 h 6858000"/>
              <a:gd name="connsiteX278" fmla="*/ 1655350 w 6858000"/>
              <a:gd name="connsiteY278" fmla="*/ 709460 h 6858000"/>
              <a:gd name="connsiteX279" fmla="*/ 1418920 w 6858000"/>
              <a:gd name="connsiteY279" fmla="*/ 709460 h 6858000"/>
              <a:gd name="connsiteX280" fmla="*/ 1891865 w 6858000"/>
              <a:gd name="connsiteY280" fmla="*/ 709460 h 6858000"/>
              <a:gd name="connsiteX281" fmla="*/ 1891865 w 6858000"/>
              <a:gd name="connsiteY281" fmla="*/ 945890 h 6858000"/>
              <a:gd name="connsiteX282" fmla="*/ 2128380 w 6858000"/>
              <a:gd name="connsiteY282" fmla="*/ 945890 h 6858000"/>
              <a:gd name="connsiteX283" fmla="*/ 2128380 w 6858000"/>
              <a:gd name="connsiteY283" fmla="*/ 709460 h 6858000"/>
              <a:gd name="connsiteX284" fmla="*/ 1891865 w 6858000"/>
              <a:gd name="connsiteY284" fmla="*/ 709460 h 6858000"/>
              <a:gd name="connsiteX285" fmla="*/ 2364810 w 6858000"/>
              <a:gd name="connsiteY285" fmla="*/ 709460 h 6858000"/>
              <a:gd name="connsiteX286" fmla="*/ 2364810 w 6858000"/>
              <a:gd name="connsiteY286" fmla="*/ 945890 h 6858000"/>
              <a:gd name="connsiteX287" fmla="*/ 2601325 w 6858000"/>
              <a:gd name="connsiteY287" fmla="*/ 945890 h 6858000"/>
              <a:gd name="connsiteX288" fmla="*/ 2601325 w 6858000"/>
              <a:gd name="connsiteY288" fmla="*/ 709460 h 6858000"/>
              <a:gd name="connsiteX289" fmla="*/ 2364810 w 6858000"/>
              <a:gd name="connsiteY289" fmla="*/ 709460 h 6858000"/>
              <a:gd name="connsiteX290" fmla="*/ 2601325 w 6858000"/>
              <a:gd name="connsiteY290" fmla="*/ 709460 h 6858000"/>
              <a:gd name="connsiteX291" fmla="*/ 2601325 w 6858000"/>
              <a:gd name="connsiteY291" fmla="*/ 945890 h 6858000"/>
              <a:gd name="connsiteX292" fmla="*/ 2837755 w 6858000"/>
              <a:gd name="connsiteY292" fmla="*/ 945890 h 6858000"/>
              <a:gd name="connsiteX293" fmla="*/ 2837755 w 6858000"/>
              <a:gd name="connsiteY293" fmla="*/ 709460 h 6858000"/>
              <a:gd name="connsiteX294" fmla="*/ 2601325 w 6858000"/>
              <a:gd name="connsiteY294" fmla="*/ 709460 h 6858000"/>
              <a:gd name="connsiteX295" fmla="*/ 3074270 w 6858000"/>
              <a:gd name="connsiteY295" fmla="*/ 709460 h 6858000"/>
              <a:gd name="connsiteX296" fmla="*/ 3074270 w 6858000"/>
              <a:gd name="connsiteY296" fmla="*/ 945890 h 6858000"/>
              <a:gd name="connsiteX297" fmla="*/ 3310785 w 6858000"/>
              <a:gd name="connsiteY297" fmla="*/ 945890 h 6858000"/>
              <a:gd name="connsiteX298" fmla="*/ 3310785 w 6858000"/>
              <a:gd name="connsiteY298" fmla="*/ 709460 h 6858000"/>
              <a:gd name="connsiteX299" fmla="*/ 3074270 w 6858000"/>
              <a:gd name="connsiteY299" fmla="*/ 709460 h 6858000"/>
              <a:gd name="connsiteX300" fmla="*/ 3783730 w 6858000"/>
              <a:gd name="connsiteY300" fmla="*/ 709460 h 6858000"/>
              <a:gd name="connsiteX301" fmla="*/ 3783730 w 6858000"/>
              <a:gd name="connsiteY301" fmla="*/ 945890 h 6858000"/>
              <a:gd name="connsiteX302" fmla="*/ 4020245 w 6858000"/>
              <a:gd name="connsiteY302" fmla="*/ 945890 h 6858000"/>
              <a:gd name="connsiteX303" fmla="*/ 4020245 w 6858000"/>
              <a:gd name="connsiteY303" fmla="*/ 709460 h 6858000"/>
              <a:gd name="connsiteX304" fmla="*/ 3783730 w 6858000"/>
              <a:gd name="connsiteY304" fmla="*/ 709460 h 6858000"/>
              <a:gd name="connsiteX305" fmla="*/ 4020245 w 6858000"/>
              <a:gd name="connsiteY305" fmla="*/ 709460 h 6858000"/>
              <a:gd name="connsiteX306" fmla="*/ 4020245 w 6858000"/>
              <a:gd name="connsiteY306" fmla="*/ 945890 h 6858000"/>
              <a:gd name="connsiteX307" fmla="*/ 4256675 w 6858000"/>
              <a:gd name="connsiteY307" fmla="*/ 945890 h 6858000"/>
              <a:gd name="connsiteX308" fmla="*/ 4256675 w 6858000"/>
              <a:gd name="connsiteY308" fmla="*/ 709460 h 6858000"/>
              <a:gd name="connsiteX309" fmla="*/ 4020245 w 6858000"/>
              <a:gd name="connsiteY309" fmla="*/ 709460 h 6858000"/>
              <a:gd name="connsiteX310" fmla="*/ 4256675 w 6858000"/>
              <a:gd name="connsiteY310" fmla="*/ 709460 h 6858000"/>
              <a:gd name="connsiteX311" fmla="*/ 4256675 w 6858000"/>
              <a:gd name="connsiteY311" fmla="*/ 945890 h 6858000"/>
              <a:gd name="connsiteX312" fmla="*/ 4493191 w 6858000"/>
              <a:gd name="connsiteY312" fmla="*/ 945890 h 6858000"/>
              <a:gd name="connsiteX313" fmla="*/ 4493191 w 6858000"/>
              <a:gd name="connsiteY313" fmla="*/ 709460 h 6858000"/>
              <a:gd name="connsiteX314" fmla="*/ 4256675 w 6858000"/>
              <a:gd name="connsiteY314" fmla="*/ 709460 h 6858000"/>
              <a:gd name="connsiteX315" fmla="*/ 4493191 w 6858000"/>
              <a:gd name="connsiteY315" fmla="*/ 709460 h 6858000"/>
              <a:gd name="connsiteX316" fmla="*/ 4493191 w 6858000"/>
              <a:gd name="connsiteY316" fmla="*/ 945890 h 6858000"/>
              <a:gd name="connsiteX317" fmla="*/ 4729620 w 6858000"/>
              <a:gd name="connsiteY317" fmla="*/ 945890 h 6858000"/>
              <a:gd name="connsiteX318" fmla="*/ 4729620 w 6858000"/>
              <a:gd name="connsiteY318" fmla="*/ 709460 h 6858000"/>
              <a:gd name="connsiteX319" fmla="*/ 4493191 w 6858000"/>
              <a:gd name="connsiteY319" fmla="*/ 709460 h 6858000"/>
              <a:gd name="connsiteX320" fmla="*/ 5202651 w 6858000"/>
              <a:gd name="connsiteY320" fmla="*/ 709460 h 6858000"/>
              <a:gd name="connsiteX321" fmla="*/ 5202651 w 6858000"/>
              <a:gd name="connsiteY321" fmla="*/ 945890 h 6858000"/>
              <a:gd name="connsiteX322" fmla="*/ 5439080 w 6858000"/>
              <a:gd name="connsiteY322" fmla="*/ 945890 h 6858000"/>
              <a:gd name="connsiteX323" fmla="*/ 5439080 w 6858000"/>
              <a:gd name="connsiteY323" fmla="*/ 709460 h 6858000"/>
              <a:gd name="connsiteX324" fmla="*/ 5202651 w 6858000"/>
              <a:gd name="connsiteY324" fmla="*/ 709460 h 6858000"/>
              <a:gd name="connsiteX325" fmla="*/ 5675595 w 6858000"/>
              <a:gd name="connsiteY325" fmla="*/ 709460 h 6858000"/>
              <a:gd name="connsiteX326" fmla="*/ 5675595 w 6858000"/>
              <a:gd name="connsiteY326" fmla="*/ 945890 h 6858000"/>
              <a:gd name="connsiteX327" fmla="*/ 5912110 w 6858000"/>
              <a:gd name="connsiteY327" fmla="*/ 945890 h 6858000"/>
              <a:gd name="connsiteX328" fmla="*/ 5912110 w 6858000"/>
              <a:gd name="connsiteY328" fmla="*/ 709460 h 6858000"/>
              <a:gd name="connsiteX329" fmla="*/ 5675595 w 6858000"/>
              <a:gd name="connsiteY329" fmla="*/ 709460 h 6858000"/>
              <a:gd name="connsiteX330" fmla="*/ 5912110 w 6858000"/>
              <a:gd name="connsiteY330" fmla="*/ 709460 h 6858000"/>
              <a:gd name="connsiteX331" fmla="*/ 5912110 w 6858000"/>
              <a:gd name="connsiteY331" fmla="*/ 945890 h 6858000"/>
              <a:gd name="connsiteX332" fmla="*/ 6148540 w 6858000"/>
              <a:gd name="connsiteY332" fmla="*/ 945890 h 6858000"/>
              <a:gd name="connsiteX333" fmla="*/ 6148540 w 6858000"/>
              <a:gd name="connsiteY333" fmla="*/ 709460 h 6858000"/>
              <a:gd name="connsiteX334" fmla="*/ 5912110 w 6858000"/>
              <a:gd name="connsiteY334" fmla="*/ 709460 h 6858000"/>
              <a:gd name="connsiteX335" fmla="*/ 6148540 w 6858000"/>
              <a:gd name="connsiteY335" fmla="*/ 709460 h 6858000"/>
              <a:gd name="connsiteX336" fmla="*/ 6148540 w 6858000"/>
              <a:gd name="connsiteY336" fmla="*/ 945890 h 6858000"/>
              <a:gd name="connsiteX337" fmla="*/ 6385056 w 6858000"/>
              <a:gd name="connsiteY337" fmla="*/ 945890 h 6858000"/>
              <a:gd name="connsiteX338" fmla="*/ 6385056 w 6858000"/>
              <a:gd name="connsiteY338" fmla="*/ 709460 h 6858000"/>
              <a:gd name="connsiteX339" fmla="*/ 6148540 w 6858000"/>
              <a:gd name="connsiteY339" fmla="*/ 709460 h 6858000"/>
              <a:gd name="connsiteX340" fmla="*/ 6621485 w 6858000"/>
              <a:gd name="connsiteY340" fmla="*/ 709460 h 6858000"/>
              <a:gd name="connsiteX341" fmla="*/ 6621485 w 6858000"/>
              <a:gd name="connsiteY341" fmla="*/ 945890 h 6858000"/>
              <a:gd name="connsiteX342" fmla="*/ 6858000 w 6858000"/>
              <a:gd name="connsiteY342" fmla="*/ 945890 h 6858000"/>
              <a:gd name="connsiteX343" fmla="*/ 6858000 w 6858000"/>
              <a:gd name="connsiteY343" fmla="*/ 709460 h 6858000"/>
              <a:gd name="connsiteX344" fmla="*/ 6621485 w 6858000"/>
              <a:gd name="connsiteY344" fmla="*/ 709460 h 6858000"/>
              <a:gd name="connsiteX345" fmla="*/ 0 w 6858000"/>
              <a:gd name="connsiteY345" fmla="*/ 945890 h 6858000"/>
              <a:gd name="connsiteX346" fmla="*/ 0 w 6858000"/>
              <a:gd name="connsiteY346" fmla="*/ 1182405 h 6858000"/>
              <a:gd name="connsiteX347" fmla="*/ 236515 w 6858000"/>
              <a:gd name="connsiteY347" fmla="*/ 1182405 h 6858000"/>
              <a:gd name="connsiteX348" fmla="*/ 236515 w 6858000"/>
              <a:gd name="connsiteY348" fmla="*/ 945890 h 6858000"/>
              <a:gd name="connsiteX349" fmla="*/ 0 w 6858000"/>
              <a:gd name="connsiteY349" fmla="*/ 945890 h 6858000"/>
              <a:gd name="connsiteX350" fmla="*/ 472945 w 6858000"/>
              <a:gd name="connsiteY350" fmla="*/ 945890 h 6858000"/>
              <a:gd name="connsiteX351" fmla="*/ 472945 w 6858000"/>
              <a:gd name="connsiteY351" fmla="*/ 1182405 h 6858000"/>
              <a:gd name="connsiteX352" fmla="*/ 709460 w 6858000"/>
              <a:gd name="connsiteY352" fmla="*/ 1182405 h 6858000"/>
              <a:gd name="connsiteX353" fmla="*/ 709460 w 6858000"/>
              <a:gd name="connsiteY353" fmla="*/ 945890 h 6858000"/>
              <a:gd name="connsiteX354" fmla="*/ 472945 w 6858000"/>
              <a:gd name="connsiteY354" fmla="*/ 945890 h 6858000"/>
              <a:gd name="connsiteX355" fmla="*/ 709460 w 6858000"/>
              <a:gd name="connsiteY355" fmla="*/ 945890 h 6858000"/>
              <a:gd name="connsiteX356" fmla="*/ 709460 w 6858000"/>
              <a:gd name="connsiteY356" fmla="*/ 1182405 h 6858000"/>
              <a:gd name="connsiteX357" fmla="*/ 945890 w 6858000"/>
              <a:gd name="connsiteY357" fmla="*/ 1182405 h 6858000"/>
              <a:gd name="connsiteX358" fmla="*/ 945890 w 6858000"/>
              <a:gd name="connsiteY358" fmla="*/ 945890 h 6858000"/>
              <a:gd name="connsiteX359" fmla="*/ 709460 w 6858000"/>
              <a:gd name="connsiteY359" fmla="*/ 945890 h 6858000"/>
              <a:gd name="connsiteX360" fmla="*/ 945890 w 6858000"/>
              <a:gd name="connsiteY360" fmla="*/ 945890 h 6858000"/>
              <a:gd name="connsiteX361" fmla="*/ 945890 w 6858000"/>
              <a:gd name="connsiteY361" fmla="*/ 1182405 h 6858000"/>
              <a:gd name="connsiteX362" fmla="*/ 1182405 w 6858000"/>
              <a:gd name="connsiteY362" fmla="*/ 1182405 h 6858000"/>
              <a:gd name="connsiteX363" fmla="*/ 1182405 w 6858000"/>
              <a:gd name="connsiteY363" fmla="*/ 945890 h 6858000"/>
              <a:gd name="connsiteX364" fmla="*/ 945890 w 6858000"/>
              <a:gd name="connsiteY364" fmla="*/ 945890 h 6858000"/>
              <a:gd name="connsiteX365" fmla="*/ 1418920 w 6858000"/>
              <a:gd name="connsiteY365" fmla="*/ 945890 h 6858000"/>
              <a:gd name="connsiteX366" fmla="*/ 1418920 w 6858000"/>
              <a:gd name="connsiteY366" fmla="*/ 1182405 h 6858000"/>
              <a:gd name="connsiteX367" fmla="*/ 1655350 w 6858000"/>
              <a:gd name="connsiteY367" fmla="*/ 1182405 h 6858000"/>
              <a:gd name="connsiteX368" fmla="*/ 1655350 w 6858000"/>
              <a:gd name="connsiteY368" fmla="*/ 945890 h 6858000"/>
              <a:gd name="connsiteX369" fmla="*/ 1418920 w 6858000"/>
              <a:gd name="connsiteY369" fmla="*/ 945890 h 6858000"/>
              <a:gd name="connsiteX370" fmla="*/ 1891865 w 6858000"/>
              <a:gd name="connsiteY370" fmla="*/ 945890 h 6858000"/>
              <a:gd name="connsiteX371" fmla="*/ 1891865 w 6858000"/>
              <a:gd name="connsiteY371" fmla="*/ 1182405 h 6858000"/>
              <a:gd name="connsiteX372" fmla="*/ 2128380 w 6858000"/>
              <a:gd name="connsiteY372" fmla="*/ 1182405 h 6858000"/>
              <a:gd name="connsiteX373" fmla="*/ 2128380 w 6858000"/>
              <a:gd name="connsiteY373" fmla="*/ 945890 h 6858000"/>
              <a:gd name="connsiteX374" fmla="*/ 1891865 w 6858000"/>
              <a:gd name="connsiteY374" fmla="*/ 945890 h 6858000"/>
              <a:gd name="connsiteX375" fmla="*/ 2128380 w 6858000"/>
              <a:gd name="connsiteY375" fmla="*/ 945890 h 6858000"/>
              <a:gd name="connsiteX376" fmla="*/ 2128380 w 6858000"/>
              <a:gd name="connsiteY376" fmla="*/ 1182405 h 6858000"/>
              <a:gd name="connsiteX377" fmla="*/ 2364810 w 6858000"/>
              <a:gd name="connsiteY377" fmla="*/ 1182405 h 6858000"/>
              <a:gd name="connsiteX378" fmla="*/ 2364810 w 6858000"/>
              <a:gd name="connsiteY378" fmla="*/ 945890 h 6858000"/>
              <a:gd name="connsiteX379" fmla="*/ 2128380 w 6858000"/>
              <a:gd name="connsiteY379" fmla="*/ 945890 h 6858000"/>
              <a:gd name="connsiteX380" fmla="*/ 2601325 w 6858000"/>
              <a:gd name="connsiteY380" fmla="*/ 945890 h 6858000"/>
              <a:gd name="connsiteX381" fmla="*/ 2601325 w 6858000"/>
              <a:gd name="connsiteY381" fmla="*/ 1182405 h 6858000"/>
              <a:gd name="connsiteX382" fmla="*/ 2837755 w 6858000"/>
              <a:gd name="connsiteY382" fmla="*/ 1182405 h 6858000"/>
              <a:gd name="connsiteX383" fmla="*/ 2837755 w 6858000"/>
              <a:gd name="connsiteY383" fmla="*/ 945890 h 6858000"/>
              <a:gd name="connsiteX384" fmla="*/ 2601325 w 6858000"/>
              <a:gd name="connsiteY384" fmla="*/ 945890 h 6858000"/>
              <a:gd name="connsiteX385" fmla="*/ 2837755 w 6858000"/>
              <a:gd name="connsiteY385" fmla="*/ 945890 h 6858000"/>
              <a:gd name="connsiteX386" fmla="*/ 2837755 w 6858000"/>
              <a:gd name="connsiteY386" fmla="*/ 1182405 h 6858000"/>
              <a:gd name="connsiteX387" fmla="*/ 3074270 w 6858000"/>
              <a:gd name="connsiteY387" fmla="*/ 1182405 h 6858000"/>
              <a:gd name="connsiteX388" fmla="*/ 3074270 w 6858000"/>
              <a:gd name="connsiteY388" fmla="*/ 945890 h 6858000"/>
              <a:gd name="connsiteX389" fmla="*/ 2837755 w 6858000"/>
              <a:gd name="connsiteY389" fmla="*/ 945890 h 6858000"/>
              <a:gd name="connsiteX390" fmla="*/ 3310785 w 6858000"/>
              <a:gd name="connsiteY390" fmla="*/ 945890 h 6858000"/>
              <a:gd name="connsiteX391" fmla="*/ 3310785 w 6858000"/>
              <a:gd name="connsiteY391" fmla="*/ 1182405 h 6858000"/>
              <a:gd name="connsiteX392" fmla="*/ 3547215 w 6858000"/>
              <a:gd name="connsiteY392" fmla="*/ 1182405 h 6858000"/>
              <a:gd name="connsiteX393" fmla="*/ 3547215 w 6858000"/>
              <a:gd name="connsiteY393" fmla="*/ 945890 h 6858000"/>
              <a:gd name="connsiteX394" fmla="*/ 3310785 w 6858000"/>
              <a:gd name="connsiteY394" fmla="*/ 945890 h 6858000"/>
              <a:gd name="connsiteX395" fmla="*/ 3547215 w 6858000"/>
              <a:gd name="connsiteY395" fmla="*/ 945890 h 6858000"/>
              <a:gd name="connsiteX396" fmla="*/ 3547215 w 6858000"/>
              <a:gd name="connsiteY396" fmla="*/ 1182405 h 6858000"/>
              <a:gd name="connsiteX397" fmla="*/ 3783730 w 6858000"/>
              <a:gd name="connsiteY397" fmla="*/ 1182405 h 6858000"/>
              <a:gd name="connsiteX398" fmla="*/ 3783730 w 6858000"/>
              <a:gd name="connsiteY398" fmla="*/ 945890 h 6858000"/>
              <a:gd name="connsiteX399" fmla="*/ 3547215 w 6858000"/>
              <a:gd name="connsiteY399" fmla="*/ 945890 h 6858000"/>
              <a:gd name="connsiteX400" fmla="*/ 4020245 w 6858000"/>
              <a:gd name="connsiteY400" fmla="*/ 945890 h 6858000"/>
              <a:gd name="connsiteX401" fmla="*/ 4020245 w 6858000"/>
              <a:gd name="connsiteY401" fmla="*/ 1182405 h 6858000"/>
              <a:gd name="connsiteX402" fmla="*/ 4256675 w 6858000"/>
              <a:gd name="connsiteY402" fmla="*/ 1182405 h 6858000"/>
              <a:gd name="connsiteX403" fmla="*/ 4256675 w 6858000"/>
              <a:gd name="connsiteY403" fmla="*/ 945890 h 6858000"/>
              <a:gd name="connsiteX404" fmla="*/ 4020245 w 6858000"/>
              <a:gd name="connsiteY404" fmla="*/ 945890 h 6858000"/>
              <a:gd name="connsiteX405" fmla="*/ 5202651 w 6858000"/>
              <a:gd name="connsiteY405" fmla="*/ 945890 h 6858000"/>
              <a:gd name="connsiteX406" fmla="*/ 5202651 w 6858000"/>
              <a:gd name="connsiteY406" fmla="*/ 1182405 h 6858000"/>
              <a:gd name="connsiteX407" fmla="*/ 5439080 w 6858000"/>
              <a:gd name="connsiteY407" fmla="*/ 1182405 h 6858000"/>
              <a:gd name="connsiteX408" fmla="*/ 5439080 w 6858000"/>
              <a:gd name="connsiteY408" fmla="*/ 945890 h 6858000"/>
              <a:gd name="connsiteX409" fmla="*/ 5202651 w 6858000"/>
              <a:gd name="connsiteY409" fmla="*/ 945890 h 6858000"/>
              <a:gd name="connsiteX410" fmla="*/ 5675595 w 6858000"/>
              <a:gd name="connsiteY410" fmla="*/ 945890 h 6858000"/>
              <a:gd name="connsiteX411" fmla="*/ 5675595 w 6858000"/>
              <a:gd name="connsiteY411" fmla="*/ 1182405 h 6858000"/>
              <a:gd name="connsiteX412" fmla="*/ 5912110 w 6858000"/>
              <a:gd name="connsiteY412" fmla="*/ 1182405 h 6858000"/>
              <a:gd name="connsiteX413" fmla="*/ 5912110 w 6858000"/>
              <a:gd name="connsiteY413" fmla="*/ 945890 h 6858000"/>
              <a:gd name="connsiteX414" fmla="*/ 5675595 w 6858000"/>
              <a:gd name="connsiteY414" fmla="*/ 945890 h 6858000"/>
              <a:gd name="connsiteX415" fmla="*/ 5912110 w 6858000"/>
              <a:gd name="connsiteY415" fmla="*/ 945890 h 6858000"/>
              <a:gd name="connsiteX416" fmla="*/ 5912110 w 6858000"/>
              <a:gd name="connsiteY416" fmla="*/ 1182405 h 6858000"/>
              <a:gd name="connsiteX417" fmla="*/ 6148540 w 6858000"/>
              <a:gd name="connsiteY417" fmla="*/ 1182405 h 6858000"/>
              <a:gd name="connsiteX418" fmla="*/ 6148540 w 6858000"/>
              <a:gd name="connsiteY418" fmla="*/ 945890 h 6858000"/>
              <a:gd name="connsiteX419" fmla="*/ 5912110 w 6858000"/>
              <a:gd name="connsiteY419" fmla="*/ 945890 h 6858000"/>
              <a:gd name="connsiteX420" fmla="*/ 6148540 w 6858000"/>
              <a:gd name="connsiteY420" fmla="*/ 945890 h 6858000"/>
              <a:gd name="connsiteX421" fmla="*/ 6148540 w 6858000"/>
              <a:gd name="connsiteY421" fmla="*/ 1182405 h 6858000"/>
              <a:gd name="connsiteX422" fmla="*/ 6385056 w 6858000"/>
              <a:gd name="connsiteY422" fmla="*/ 1182405 h 6858000"/>
              <a:gd name="connsiteX423" fmla="*/ 6385056 w 6858000"/>
              <a:gd name="connsiteY423" fmla="*/ 945890 h 6858000"/>
              <a:gd name="connsiteX424" fmla="*/ 6148540 w 6858000"/>
              <a:gd name="connsiteY424" fmla="*/ 945890 h 6858000"/>
              <a:gd name="connsiteX425" fmla="*/ 6621485 w 6858000"/>
              <a:gd name="connsiteY425" fmla="*/ 945890 h 6858000"/>
              <a:gd name="connsiteX426" fmla="*/ 6621485 w 6858000"/>
              <a:gd name="connsiteY426" fmla="*/ 1182405 h 6858000"/>
              <a:gd name="connsiteX427" fmla="*/ 6858000 w 6858000"/>
              <a:gd name="connsiteY427" fmla="*/ 1182405 h 6858000"/>
              <a:gd name="connsiteX428" fmla="*/ 6858000 w 6858000"/>
              <a:gd name="connsiteY428" fmla="*/ 945890 h 6858000"/>
              <a:gd name="connsiteX429" fmla="*/ 6621485 w 6858000"/>
              <a:gd name="connsiteY429" fmla="*/ 945890 h 6858000"/>
              <a:gd name="connsiteX430" fmla="*/ 0 w 6858000"/>
              <a:gd name="connsiteY430" fmla="*/ 1182405 h 6858000"/>
              <a:gd name="connsiteX431" fmla="*/ 0 w 6858000"/>
              <a:gd name="connsiteY431" fmla="*/ 1418920 h 6858000"/>
              <a:gd name="connsiteX432" fmla="*/ 236515 w 6858000"/>
              <a:gd name="connsiteY432" fmla="*/ 1418920 h 6858000"/>
              <a:gd name="connsiteX433" fmla="*/ 236515 w 6858000"/>
              <a:gd name="connsiteY433" fmla="*/ 1182405 h 6858000"/>
              <a:gd name="connsiteX434" fmla="*/ 0 w 6858000"/>
              <a:gd name="connsiteY434" fmla="*/ 1182405 h 6858000"/>
              <a:gd name="connsiteX435" fmla="*/ 1418920 w 6858000"/>
              <a:gd name="connsiteY435" fmla="*/ 1182405 h 6858000"/>
              <a:gd name="connsiteX436" fmla="*/ 1418920 w 6858000"/>
              <a:gd name="connsiteY436" fmla="*/ 1418920 h 6858000"/>
              <a:gd name="connsiteX437" fmla="*/ 1655350 w 6858000"/>
              <a:gd name="connsiteY437" fmla="*/ 1418920 h 6858000"/>
              <a:gd name="connsiteX438" fmla="*/ 1655350 w 6858000"/>
              <a:gd name="connsiteY438" fmla="*/ 1182405 h 6858000"/>
              <a:gd name="connsiteX439" fmla="*/ 1418920 w 6858000"/>
              <a:gd name="connsiteY439" fmla="*/ 1182405 h 6858000"/>
              <a:gd name="connsiteX440" fmla="*/ 1891865 w 6858000"/>
              <a:gd name="connsiteY440" fmla="*/ 1182405 h 6858000"/>
              <a:gd name="connsiteX441" fmla="*/ 1891865 w 6858000"/>
              <a:gd name="connsiteY441" fmla="*/ 1418920 h 6858000"/>
              <a:gd name="connsiteX442" fmla="*/ 2128380 w 6858000"/>
              <a:gd name="connsiteY442" fmla="*/ 1418920 h 6858000"/>
              <a:gd name="connsiteX443" fmla="*/ 2128380 w 6858000"/>
              <a:gd name="connsiteY443" fmla="*/ 1182405 h 6858000"/>
              <a:gd name="connsiteX444" fmla="*/ 1891865 w 6858000"/>
              <a:gd name="connsiteY444" fmla="*/ 1182405 h 6858000"/>
              <a:gd name="connsiteX445" fmla="*/ 2364810 w 6858000"/>
              <a:gd name="connsiteY445" fmla="*/ 1182405 h 6858000"/>
              <a:gd name="connsiteX446" fmla="*/ 2364810 w 6858000"/>
              <a:gd name="connsiteY446" fmla="*/ 1418920 h 6858000"/>
              <a:gd name="connsiteX447" fmla="*/ 2601325 w 6858000"/>
              <a:gd name="connsiteY447" fmla="*/ 1418920 h 6858000"/>
              <a:gd name="connsiteX448" fmla="*/ 2601325 w 6858000"/>
              <a:gd name="connsiteY448" fmla="*/ 1182405 h 6858000"/>
              <a:gd name="connsiteX449" fmla="*/ 2364810 w 6858000"/>
              <a:gd name="connsiteY449" fmla="*/ 1182405 h 6858000"/>
              <a:gd name="connsiteX450" fmla="*/ 3074270 w 6858000"/>
              <a:gd name="connsiteY450" fmla="*/ 1182405 h 6858000"/>
              <a:gd name="connsiteX451" fmla="*/ 3074270 w 6858000"/>
              <a:gd name="connsiteY451" fmla="*/ 1418920 h 6858000"/>
              <a:gd name="connsiteX452" fmla="*/ 3310785 w 6858000"/>
              <a:gd name="connsiteY452" fmla="*/ 1418920 h 6858000"/>
              <a:gd name="connsiteX453" fmla="*/ 3310785 w 6858000"/>
              <a:gd name="connsiteY453" fmla="*/ 1182405 h 6858000"/>
              <a:gd name="connsiteX454" fmla="*/ 3074270 w 6858000"/>
              <a:gd name="connsiteY454" fmla="*/ 1182405 h 6858000"/>
              <a:gd name="connsiteX455" fmla="*/ 3310785 w 6858000"/>
              <a:gd name="connsiteY455" fmla="*/ 1182405 h 6858000"/>
              <a:gd name="connsiteX456" fmla="*/ 3310785 w 6858000"/>
              <a:gd name="connsiteY456" fmla="*/ 1418920 h 6858000"/>
              <a:gd name="connsiteX457" fmla="*/ 3547215 w 6858000"/>
              <a:gd name="connsiteY457" fmla="*/ 1418920 h 6858000"/>
              <a:gd name="connsiteX458" fmla="*/ 3547215 w 6858000"/>
              <a:gd name="connsiteY458" fmla="*/ 1182405 h 6858000"/>
              <a:gd name="connsiteX459" fmla="*/ 3310785 w 6858000"/>
              <a:gd name="connsiteY459" fmla="*/ 1182405 h 6858000"/>
              <a:gd name="connsiteX460" fmla="*/ 4020245 w 6858000"/>
              <a:gd name="connsiteY460" fmla="*/ 1182405 h 6858000"/>
              <a:gd name="connsiteX461" fmla="*/ 4020245 w 6858000"/>
              <a:gd name="connsiteY461" fmla="*/ 1418920 h 6858000"/>
              <a:gd name="connsiteX462" fmla="*/ 4256675 w 6858000"/>
              <a:gd name="connsiteY462" fmla="*/ 1418920 h 6858000"/>
              <a:gd name="connsiteX463" fmla="*/ 4256675 w 6858000"/>
              <a:gd name="connsiteY463" fmla="*/ 1182405 h 6858000"/>
              <a:gd name="connsiteX464" fmla="*/ 4020245 w 6858000"/>
              <a:gd name="connsiteY464" fmla="*/ 1182405 h 6858000"/>
              <a:gd name="connsiteX465" fmla="*/ 4493191 w 6858000"/>
              <a:gd name="connsiteY465" fmla="*/ 1182405 h 6858000"/>
              <a:gd name="connsiteX466" fmla="*/ 4493191 w 6858000"/>
              <a:gd name="connsiteY466" fmla="*/ 1418920 h 6858000"/>
              <a:gd name="connsiteX467" fmla="*/ 4729620 w 6858000"/>
              <a:gd name="connsiteY467" fmla="*/ 1418920 h 6858000"/>
              <a:gd name="connsiteX468" fmla="*/ 4729620 w 6858000"/>
              <a:gd name="connsiteY468" fmla="*/ 1182405 h 6858000"/>
              <a:gd name="connsiteX469" fmla="*/ 4493191 w 6858000"/>
              <a:gd name="connsiteY469" fmla="*/ 1182405 h 6858000"/>
              <a:gd name="connsiteX470" fmla="*/ 4729620 w 6858000"/>
              <a:gd name="connsiteY470" fmla="*/ 1182405 h 6858000"/>
              <a:gd name="connsiteX471" fmla="*/ 4729620 w 6858000"/>
              <a:gd name="connsiteY471" fmla="*/ 1418920 h 6858000"/>
              <a:gd name="connsiteX472" fmla="*/ 4966135 w 6858000"/>
              <a:gd name="connsiteY472" fmla="*/ 1418920 h 6858000"/>
              <a:gd name="connsiteX473" fmla="*/ 4966135 w 6858000"/>
              <a:gd name="connsiteY473" fmla="*/ 1182405 h 6858000"/>
              <a:gd name="connsiteX474" fmla="*/ 4729620 w 6858000"/>
              <a:gd name="connsiteY474" fmla="*/ 1182405 h 6858000"/>
              <a:gd name="connsiteX475" fmla="*/ 5202651 w 6858000"/>
              <a:gd name="connsiteY475" fmla="*/ 1182405 h 6858000"/>
              <a:gd name="connsiteX476" fmla="*/ 5202651 w 6858000"/>
              <a:gd name="connsiteY476" fmla="*/ 1418920 h 6858000"/>
              <a:gd name="connsiteX477" fmla="*/ 5439080 w 6858000"/>
              <a:gd name="connsiteY477" fmla="*/ 1418920 h 6858000"/>
              <a:gd name="connsiteX478" fmla="*/ 5439080 w 6858000"/>
              <a:gd name="connsiteY478" fmla="*/ 1182405 h 6858000"/>
              <a:gd name="connsiteX479" fmla="*/ 5202651 w 6858000"/>
              <a:gd name="connsiteY479" fmla="*/ 1182405 h 6858000"/>
              <a:gd name="connsiteX480" fmla="*/ 6621485 w 6858000"/>
              <a:gd name="connsiteY480" fmla="*/ 1182405 h 6858000"/>
              <a:gd name="connsiteX481" fmla="*/ 6621485 w 6858000"/>
              <a:gd name="connsiteY481" fmla="*/ 1418920 h 6858000"/>
              <a:gd name="connsiteX482" fmla="*/ 6858000 w 6858000"/>
              <a:gd name="connsiteY482" fmla="*/ 1418920 h 6858000"/>
              <a:gd name="connsiteX483" fmla="*/ 6858000 w 6858000"/>
              <a:gd name="connsiteY483" fmla="*/ 1182405 h 6858000"/>
              <a:gd name="connsiteX484" fmla="*/ 6621485 w 6858000"/>
              <a:gd name="connsiteY484" fmla="*/ 1182405 h 6858000"/>
              <a:gd name="connsiteX485" fmla="*/ 0 w 6858000"/>
              <a:gd name="connsiteY485" fmla="*/ 1418920 h 6858000"/>
              <a:gd name="connsiteX486" fmla="*/ 0 w 6858000"/>
              <a:gd name="connsiteY486" fmla="*/ 1655350 h 6858000"/>
              <a:gd name="connsiteX487" fmla="*/ 236515 w 6858000"/>
              <a:gd name="connsiteY487" fmla="*/ 1655350 h 6858000"/>
              <a:gd name="connsiteX488" fmla="*/ 236515 w 6858000"/>
              <a:gd name="connsiteY488" fmla="*/ 1418920 h 6858000"/>
              <a:gd name="connsiteX489" fmla="*/ 0 w 6858000"/>
              <a:gd name="connsiteY489" fmla="*/ 1418920 h 6858000"/>
              <a:gd name="connsiteX490" fmla="*/ 236515 w 6858000"/>
              <a:gd name="connsiteY490" fmla="*/ 1418920 h 6858000"/>
              <a:gd name="connsiteX491" fmla="*/ 236515 w 6858000"/>
              <a:gd name="connsiteY491" fmla="*/ 1655350 h 6858000"/>
              <a:gd name="connsiteX492" fmla="*/ 472945 w 6858000"/>
              <a:gd name="connsiteY492" fmla="*/ 1655350 h 6858000"/>
              <a:gd name="connsiteX493" fmla="*/ 472945 w 6858000"/>
              <a:gd name="connsiteY493" fmla="*/ 1418920 h 6858000"/>
              <a:gd name="connsiteX494" fmla="*/ 236515 w 6858000"/>
              <a:gd name="connsiteY494" fmla="*/ 1418920 h 6858000"/>
              <a:gd name="connsiteX495" fmla="*/ 472945 w 6858000"/>
              <a:gd name="connsiteY495" fmla="*/ 1418920 h 6858000"/>
              <a:gd name="connsiteX496" fmla="*/ 472945 w 6858000"/>
              <a:gd name="connsiteY496" fmla="*/ 1655350 h 6858000"/>
              <a:gd name="connsiteX497" fmla="*/ 709460 w 6858000"/>
              <a:gd name="connsiteY497" fmla="*/ 1655350 h 6858000"/>
              <a:gd name="connsiteX498" fmla="*/ 709460 w 6858000"/>
              <a:gd name="connsiteY498" fmla="*/ 1418920 h 6858000"/>
              <a:gd name="connsiteX499" fmla="*/ 472945 w 6858000"/>
              <a:gd name="connsiteY499" fmla="*/ 1418920 h 6858000"/>
              <a:gd name="connsiteX500" fmla="*/ 709460 w 6858000"/>
              <a:gd name="connsiteY500" fmla="*/ 1418920 h 6858000"/>
              <a:gd name="connsiteX501" fmla="*/ 709460 w 6858000"/>
              <a:gd name="connsiteY501" fmla="*/ 1655350 h 6858000"/>
              <a:gd name="connsiteX502" fmla="*/ 945890 w 6858000"/>
              <a:gd name="connsiteY502" fmla="*/ 1655350 h 6858000"/>
              <a:gd name="connsiteX503" fmla="*/ 945890 w 6858000"/>
              <a:gd name="connsiteY503" fmla="*/ 1418920 h 6858000"/>
              <a:gd name="connsiteX504" fmla="*/ 709460 w 6858000"/>
              <a:gd name="connsiteY504" fmla="*/ 1418920 h 6858000"/>
              <a:gd name="connsiteX505" fmla="*/ 945890 w 6858000"/>
              <a:gd name="connsiteY505" fmla="*/ 1418920 h 6858000"/>
              <a:gd name="connsiteX506" fmla="*/ 945890 w 6858000"/>
              <a:gd name="connsiteY506" fmla="*/ 1655350 h 6858000"/>
              <a:gd name="connsiteX507" fmla="*/ 1182405 w 6858000"/>
              <a:gd name="connsiteY507" fmla="*/ 1655350 h 6858000"/>
              <a:gd name="connsiteX508" fmla="*/ 1182405 w 6858000"/>
              <a:gd name="connsiteY508" fmla="*/ 1418920 h 6858000"/>
              <a:gd name="connsiteX509" fmla="*/ 945890 w 6858000"/>
              <a:gd name="connsiteY509" fmla="*/ 1418920 h 6858000"/>
              <a:gd name="connsiteX510" fmla="*/ 1182405 w 6858000"/>
              <a:gd name="connsiteY510" fmla="*/ 1418920 h 6858000"/>
              <a:gd name="connsiteX511" fmla="*/ 1182405 w 6858000"/>
              <a:gd name="connsiteY511" fmla="*/ 1655350 h 6858000"/>
              <a:gd name="connsiteX512" fmla="*/ 1418920 w 6858000"/>
              <a:gd name="connsiteY512" fmla="*/ 1655350 h 6858000"/>
              <a:gd name="connsiteX513" fmla="*/ 1418920 w 6858000"/>
              <a:gd name="connsiteY513" fmla="*/ 1418920 h 6858000"/>
              <a:gd name="connsiteX514" fmla="*/ 1182405 w 6858000"/>
              <a:gd name="connsiteY514" fmla="*/ 1418920 h 6858000"/>
              <a:gd name="connsiteX515" fmla="*/ 1418920 w 6858000"/>
              <a:gd name="connsiteY515" fmla="*/ 1418920 h 6858000"/>
              <a:gd name="connsiteX516" fmla="*/ 1418920 w 6858000"/>
              <a:gd name="connsiteY516" fmla="*/ 1655350 h 6858000"/>
              <a:gd name="connsiteX517" fmla="*/ 1655350 w 6858000"/>
              <a:gd name="connsiteY517" fmla="*/ 1655350 h 6858000"/>
              <a:gd name="connsiteX518" fmla="*/ 1655350 w 6858000"/>
              <a:gd name="connsiteY518" fmla="*/ 1418920 h 6858000"/>
              <a:gd name="connsiteX519" fmla="*/ 1418920 w 6858000"/>
              <a:gd name="connsiteY519" fmla="*/ 1418920 h 6858000"/>
              <a:gd name="connsiteX520" fmla="*/ 1891865 w 6858000"/>
              <a:gd name="connsiteY520" fmla="*/ 1418920 h 6858000"/>
              <a:gd name="connsiteX521" fmla="*/ 1891865 w 6858000"/>
              <a:gd name="connsiteY521" fmla="*/ 1655350 h 6858000"/>
              <a:gd name="connsiteX522" fmla="*/ 2128380 w 6858000"/>
              <a:gd name="connsiteY522" fmla="*/ 1655350 h 6858000"/>
              <a:gd name="connsiteX523" fmla="*/ 2128380 w 6858000"/>
              <a:gd name="connsiteY523" fmla="*/ 1418920 h 6858000"/>
              <a:gd name="connsiteX524" fmla="*/ 1891865 w 6858000"/>
              <a:gd name="connsiteY524" fmla="*/ 1418920 h 6858000"/>
              <a:gd name="connsiteX525" fmla="*/ 2364810 w 6858000"/>
              <a:gd name="connsiteY525" fmla="*/ 1418920 h 6858000"/>
              <a:gd name="connsiteX526" fmla="*/ 2364810 w 6858000"/>
              <a:gd name="connsiteY526" fmla="*/ 1655350 h 6858000"/>
              <a:gd name="connsiteX527" fmla="*/ 2601325 w 6858000"/>
              <a:gd name="connsiteY527" fmla="*/ 1655350 h 6858000"/>
              <a:gd name="connsiteX528" fmla="*/ 2601325 w 6858000"/>
              <a:gd name="connsiteY528" fmla="*/ 1418920 h 6858000"/>
              <a:gd name="connsiteX529" fmla="*/ 2364810 w 6858000"/>
              <a:gd name="connsiteY529" fmla="*/ 1418920 h 6858000"/>
              <a:gd name="connsiteX530" fmla="*/ 2837755 w 6858000"/>
              <a:gd name="connsiteY530" fmla="*/ 1418920 h 6858000"/>
              <a:gd name="connsiteX531" fmla="*/ 2837755 w 6858000"/>
              <a:gd name="connsiteY531" fmla="*/ 1655350 h 6858000"/>
              <a:gd name="connsiteX532" fmla="*/ 3074270 w 6858000"/>
              <a:gd name="connsiteY532" fmla="*/ 1655350 h 6858000"/>
              <a:gd name="connsiteX533" fmla="*/ 3074270 w 6858000"/>
              <a:gd name="connsiteY533" fmla="*/ 1418920 h 6858000"/>
              <a:gd name="connsiteX534" fmla="*/ 2837755 w 6858000"/>
              <a:gd name="connsiteY534" fmla="*/ 1418920 h 6858000"/>
              <a:gd name="connsiteX535" fmla="*/ 3310785 w 6858000"/>
              <a:gd name="connsiteY535" fmla="*/ 1418920 h 6858000"/>
              <a:gd name="connsiteX536" fmla="*/ 3310785 w 6858000"/>
              <a:gd name="connsiteY536" fmla="*/ 1655350 h 6858000"/>
              <a:gd name="connsiteX537" fmla="*/ 3547215 w 6858000"/>
              <a:gd name="connsiteY537" fmla="*/ 1655350 h 6858000"/>
              <a:gd name="connsiteX538" fmla="*/ 3547215 w 6858000"/>
              <a:gd name="connsiteY538" fmla="*/ 1418920 h 6858000"/>
              <a:gd name="connsiteX539" fmla="*/ 3310785 w 6858000"/>
              <a:gd name="connsiteY539" fmla="*/ 1418920 h 6858000"/>
              <a:gd name="connsiteX540" fmla="*/ 3783730 w 6858000"/>
              <a:gd name="connsiteY540" fmla="*/ 1418920 h 6858000"/>
              <a:gd name="connsiteX541" fmla="*/ 3783730 w 6858000"/>
              <a:gd name="connsiteY541" fmla="*/ 1655350 h 6858000"/>
              <a:gd name="connsiteX542" fmla="*/ 4020245 w 6858000"/>
              <a:gd name="connsiteY542" fmla="*/ 1655350 h 6858000"/>
              <a:gd name="connsiteX543" fmla="*/ 4020245 w 6858000"/>
              <a:gd name="connsiteY543" fmla="*/ 1418920 h 6858000"/>
              <a:gd name="connsiteX544" fmla="*/ 3783730 w 6858000"/>
              <a:gd name="connsiteY544" fmla="*/ 1418920 h 6858000"/>
              <a:gd name="connsiteX545" fmla="*/ 4256675 w 6858000"/>
              <a:gd name="connsiteY545" fmla="*/ 1418920 h 6858000"/>
              <a:gd name="connsiteX546" fmla="*/ 4256675 w 6858000"/>
              <a:gd name="connsiteY546" fmla="*/ 1655350 h 6858000"/>
              <a:gd name="connsiteX547" fmla="*/ 4493191 w 6858000"/>
              <a:gd name="connsiteY547" fmla="*/ 1655350 h 6858000"/>
              <a:gd name="connsiteX548" fmla="*/ 4493191 w 6858000"/>
              <a:gd name="connsiteY548" fmla="*/ 1418920 h 6858000"/>
              <a:gd name="connsiteX549" fmla="*/ 4256675 w 6858000"/>
              <a:gd name="connsiteY549" fmla="*/ 1418920 h 6858000"/>
              <a:gd name="connsiteX550" fmla="*/ 4729620 w 6858000"/>
              <a:gd name="connsiteY550" fmla="*/ 1418920 h 6858000"/>
              <a:gd name="connsiteX551" fmla="*/ 4729620 w 6858000"/>
              <a:gd name="connsiteY551" fmla="*/ 1655350 h 6858000"/>
              <a:gd name="connsiteX552" fmla="*/ 4966135 w 6858000"/>
              <a:gd name="connsiteY552" fmla="*/ 1655350 h 6858000"/>
              <a:gd name="connsiteX553" fmla="*/ 4966135 w 6858000"/>
              <a:gd name="connsiteY553" fmla="*/ 1418920 h 6858000"/>
              <a:gd name="connsiteX554" fmla="*/ 4729620 w 6858000"/>
              <a:gd name="connsiteY554" fmla="*/ 1418920 h 6858000"/>
              <a:gd name="connsiteX555" fmla="*/ 5202651 w 6858000"/>
              <a:gd name="connsiteY555" fmla="*/ 1418920 h 6858000"/>
              <a:gd name="connsiteX556" fmla="*/ 5202651 w 6858000"/>
              <a:gd name="connsiteY556" fmla="*/ 1655350 h 6858000"/>
              <a:gd name="connsiteX557" fmla="*/ 5439080 w 6858000"/>
              <a:gd name="connsiteY557" fmla="*/ 1655350 h 6858000"/>
              <a:gd name="connsiteX558" fmla="*/ 5439080 w 6858000"/>
              <a:gd name="connsiteY558" fmla="*/ 1418920 h 6858000"/>
              <a:gd name="connsiteX559" fmla="*/ 5202651 w 6858000"/>
              <a:gd name="connsiteY559" fmla="*/ 1418920 h 6858000"/>
              <a:gd name="connsiteX560" fmla="*/ 5439080 w 6858000"/>
              <a:gd name="connsiteY560" fmla="*/ 1418920 h 6858000"/>
              <a:gd name="connsiteX561" fmla="*/ 5439080 w 6858000"/>
              <a:gd name="connsiteY561" fmla="*/ 1655350 h 6858000"/>
              <a:gd name="connsiteX562" fmla="*/ 5675595 w 6858000"/>
              <a:gd name="connsiteY562" fmla="*/ 1655350 h 6858000"/>
              <a:gd name="connsiteX563" fmla="*/ 5675595 w 6858000"/>
              <a:gd name="connsiteY563" fmla="*/ 1418920 h 6858000"/>
              <a:gd name="connsiteX564" fmla="*/ 5439080 w 6858000"/>
              <a:gd name="connsiteY564" fmla="*/ 1418920 h 6858000"/>
              <a:gd name="connsiteX565" fmla="*/ 5675595 w 6858000"/>
              <a:gd name="connsiteY565" fmla="*/ 1418920 h 6858000"/>
              <a:gd name="connsiteX566" fmla="*/ 5675595 w 6858000"/>
              <a:gd name="connsiteY566" fmla="*/ 1655350 h 6858000"/>
              <a:gd name="connsiteX567" fmla="*/ 5912110 w 6858000"/>
              <a:gd name="connsiteY567" fmla="*/ 1655350 h 6858000"/>
              <a:gd name="connsiteX568" fmla="*/ 5912110 w 6858000"/>
              <a:gd name="connsiteY568" fmla="*/ 1418920 h 6858000"/>
              <a:gd name="connsiteX569" fmla="*/ 5675595 w 6858000"/>
              <a:gd name="connsiteY569" fmla="*/ 1418920 h 6858000"/>
              <a:gd name="connsiteX570" fmla="*/ 5912110 w 6858000"/>
              <a:gd name="connsiteY570" fmla="*/ 1418920 h 6858000"/>
              <a:gd name="connsiteX571" fmla="*/ 5912110 w 6858000"/>
              <a:gd name="connsiteY571" fmla="*/ 1655350 h 6858000"/>
              <a:gd name="connsiteX572" fmla="*/ 6148540 w 6858000"/>
              <a:gd name="connsiteY572" fmla="*/ 1655350 h 6858000"/>
              <a:gd name="connsiteX573" fmla="*/ 6148540 w 6858000"/>
              <a:gd name="connsiteY573" fmla="*/ 1418920 h 6858000"/>
              <a:gd name="connsiteX574" fmla="*/ 5912110 w 6858000"/>
              <a:gd name="connsiteY574" fmla="*/ 1418920 h 6858000"/>
              <a:gd name="connsiteX575" fmla="*/ 6148540 w 6858000"/>
              <a:gd name="connsiteY575" fmla="*/ 1418920 h 6858000"/>
              <a:gd name="connsiteX576" fmla="*/ 6148540 w 6858000"/>
              <a:gd name="connsiteY576" fmla="*/ 1655350 h 6858000"/>
              <a:gd name="connsiteX577" fmla="*/ 6385056 w 6858000"/>
              <a:gd name="connsiteY577" fmla="*/ 1655350 h 6858000"/>
              <a:gd name="connsiteX578" fmla="*/ 6385056 w 6858000"/>
              <a:gd name="connsiteY578" fmla="*/ 1418920 h 6858000"/>
              <a:gd name="connsiteX579" fmla="*/ 6148540 w 6858000"/>
              <a:gd name="connsiteY579" fmla="*/ 1418920 h 6858000"/>
              <a:gd name="connsiteX580" fmla="*/ 6385056 w 6858000"/>
              <a:gd name="connsiteY580" fmla="*/ 1418920 h 6858000"/>
              <a:gd name="connsiteX581" fmla="*/ 6385056 w 6858000"/>
              <a:gd name="connsiteY581" fmla="*/ 1655350 h 6858000"/>
              <a:gd name="connsiteX582" fmla="*/ 6621485 w 6858000"/>
              <a:gd name="connsiteY582" fmla="*/ 1655350 h 6858000"/>
              <a:gd name="connsiteX583" fmla="*/ 6621485 w 6858000"/>
              <a:gd name="connsiteY583" fmla="*/ 1418920 h 6858000"/>
              <a:gd name="connsiteX584" fmla="*/ 6385056 w 6858000"/>
              <a:gd name="connsiteY584" fmla="*/ 1418920 h 6858000"/>
              <a:gd name="connsiteX585" fmla="*/ 6621485 w 6858000"/>
              <a:gd name="connsiteY585" fmla="*/ 1418920 h 6858000"/>
              <a:gd name="connsiteX586" fmla="*/ 6621485 w 6858000"/>
              <a:gd name="connsiteY586" fmla="*/ 1655350 h 6858000"/>
              <a:gd name="connsiteX587" fmla="*/ 6858000 w 6858000"/>
              <a:gd name="connsiteY587" fmla="*/ 1655350 h 6858000"/>
              <a:gd name="connsiteX588" fmla="*/ 6858000 w 6858000"/>
              <a:gd name="connsiteY588" fmla="*/ 1418920 h 6858000"/>
              <a:gd name="connsiteX589" fmla="*/ 6621485 w 6858000"/>
              <a:gd name="connsiteY589" fmla="*/ 1418920 h 6858000"/>
              <a:gd name="connsiteX590" fmla="*/ 1891865 w 6858000"/>
              <a:gd name="connsiteY590" fmla="*/ 1655350 h 6858000"/>
              <a:gd name="connsiteX591" fmla="*/ 1891865 w 6858000"/>
              <a:gd name="connsiteY591" fmla="*/ 1891865 h 6858000"/>
              <a:gd name="connsiteX592" fmla="*/ 2128380 w 6858000"/>
              <a:gd name="connsiteY592" fmla="*/ 1891865 h 6858000"/>
              <a:gd name="connsiteX593" fmla="*/ 2128380 w 6858000"/>
              <a:gd name="connsiteY593" fmla="*/ 1655350 h 6858000"/>
              <a:gd name="connsiteX594" fmla="*/ 1891865 w 6858000"/>
              <a:gd name="connsiteY594" fmla="*/ 1655350 h 6858000"/>
              <a:gd name="connsiteX595" fmla="*/ 2128380 w 6858000"/>
              <a:gd name="connsiteY595" fmla="*/ 1655350 h 6858000"/>
              <a:gd name="connsiteX596" fmla="*/ 2128380 w 6858000"/>
              <a:gd name="connsiteY596" fmla="*/ 1891865 h 6858000"/>
              <a:gd name="connsiteX597" fmla="*/ 2364810 w 6858000"/>
              <a:gd name="connsiteY597" fmla="*/ 1891865 h 6858000"/>
              <a:gd name="connsiteX598" fmla="*/ 2364810 w 6858000"/>
              <a:gd name="connsiteY598" fmla="*/ 1655350 h 6858000"/>
              <a:gd name="connsiteX599" fmla="*/ 2128380 w 6858000"/>
              <a:gd name="connsiteY599" fmla="*/ 1655350 h 6858000"/>
              <a:gd name="connsiteX600" fmla="*/ 2601325 w 6858000"/>
              <a:gd name="connsiteY600" fmla="*/ 1655350 h 6858000"/>
              <a:gd name="connsiteX601" fmla="*/ 2601325 w 6858000"/>
              <a:gd name="connsiteY601" fmla="*/ 1891865 h 6858000"/>
              <a:gd name="connsiteX602" fmla="*/ 2837755 w 6858000"/>
              <a:gd name="connsiteY602" fmla="*/ 1891865 h 6858000"/>
              <a:gd name="connsiteX603" fmla="*/ 2837755 w 6858000"/>
              <a:gd name="connsiteY603" fmla="*/ 1655350 h 6858000"/>
              <a:gd name="connsiteX604" fmla="*/ 2601325 w 6858000"/>
              <a:gd name="connsiteY604" fmla="*/ 1655350 h 6858000"/>
              <a:gd name="connsiteX605" fmla="*/ 3547215 w 6858000"/>
              <a:gd name="connsiteY605" fmla="*/ 1655350 h 6858000"/>
              <a:gd name="connsiteX606" fmla="*/ 3547215 w 6858000"/>
              <a:gd name="connsiteY606" fmla="*/ 1891865 h 6858000"/>
              <a:gd name="connsiteX607" fmla="*/ 3783730 w 6858000"/>
              <a:gd name="connsiteY607" fmla="*/ 1891865 h 6858000"/>
              <a:gd name="connsiteX608" fmla="*/ 3783730 w 6858000"/>
              <a:gd name="connsiteY608" fmla="*/ 1655350 h 6858000"/>
              <a:gd name="connsiteX609" fmla="*/ 3547215 w 6858000"/>
              <a:gd name="connsiteY609" fmla="*/ 1655350 h 6858000"/>
              <a:gd name="connsiteX610" fmla="*/ 3783730 w 6858000"/>
              <a:gd name="connsiteY610" fmla="*/ 1655350 h 6858000"/>
              <a:gd name="connsiteX611" fmla="*/ 3783730 w 6858000"/>
              <a:gd name="connsiteY611" fmla="*/ 1891865 h 6858000"/>
              <a:gd name="connsiteX612" fmla="*/ 4020245 w 6858000"/>
              <a:gd name="connsiteY612" fmla="*/ 1891865 h 6858000"/>
              <a:gd name="connsiteX613" fmla="*/ 4020245 w 6858000"/>
              <a:gd name="connsiteY613" fmla="*/ 1655350 h 6858000"/>
              <a:gd name="connsiteX614" fmla="*/ 3783730 w 6858000"/>
              <a:gd name="connsiteY614" fmla="*/ 1655350 h 6858000"/>
              <a:gd name="connsiteX615" fmla="*/ 4020245 w 6858000"/>
              <a:gd name="connsiteY615" fmla="*/ 1655350 h 6858000"/>
              <a:gd name="connsiteX616" fmla="*/ 4020245 w 6858000"/>
              <a:gd name="connsiteY616" fmla="*/ 1891865 h 6858000"/>
              <a:gd name="connsiteX617" fmla="*/ 4256675 w 6858000"/>
              <a:gd name="connsiteY617" fmla="*/ 1891865 h 6858000"/>
              <a:gd name="connsiteX618" fmla="*/ 4256675 w 6858000"/>
              <a:gd name="connsiteY618" fmla="*/ 1655350 h 6858000"/>
              <a:gd name="connsiteX619" fmla="*/ 4020245 w 6858000"/>
              <a:gd name="connsiteY619" fmla="*/ 1655350 h 6858000"/>
              <a:gd name="connsiteX620" fmla="*/ 4256675 w 6858000"/>
              <a:gd name="connsiteY620" fmla="*/ 1655350 h 6858000"/>
              <a:gd name="connsiteX621" fmla="*/ 4256675 w 6858000"/>
              <a:gd name="connsiteY621" fmla="*/ 1891865 h 6858000"/>
              <a:gd name="connsiteX622" fmla="*/ 4493191 w 6858000"/>
              <a:gd name="connsiteY622" fmla="*/ 1891865 h 6858000"/>
              <a:gd name="connsiteX623" fmla="*/ 4493191 w 6858000"/>
              <a:gd name="connsiteY623" fmla="*/ 1655350 h 6858000"/>
              <a:gd name="connsiteX624" fmla="*/ 4256675 w 6858000"/>
              <a:gd name="connsiteY624" fmla="*/ 1655350 h 6858000"/>
              <a:gd name="connsiteX625" fmla="*/ 0 w 6858000"/>
              <a:gd name="connsiteY625" fmla="*/ 1891865 h 6858000"/>
              <a:gd name="connsiteX626" fmla="*/ 0 w 6858000"/>
              <a:gd name="connsiteY626" fmla="*/ 2128380 h 6858000"/>
              <a:gd name="connsiteX627" fmla="*/ 236515 w 6858000"/>
              <a:gd name="connsiteY627" fmla="*/ 2128380 h 6858000"/>
              <a:gd name="connsiteX628" fmla="*/ 236515 w 6858000"/>
              <a:gd name="connsiteY628" fmla="*/ 1891865 h 6858000"/>
              <a:gd name="connsiteX629" fmla="*/ 0 w 6858000"/>
              <a:gd name="connsiteY629" fmla="*/ 1891865 h 6858000"/>
              <a:gd name="connsiteX630" fmla="*/ 236515 w 6858000"/>
              <a:gd name="connsiteY630" fmla="*/ 1891865 h 6858000"/>
              <a:gd name="connsiteX631" fmla="*/ 236515 w 6858000"/>
              <a:gd name="connsiteY631" fmla="*/ 2128380 h 6858000"/>
              <a:gd name="connsiteX632" fmla="*/ 472945 w 6858000"/>
              <a:gd name="connsiteY632" fmla="*/ 2128380 h 6858000"/>
              <a:gd name="connsiteX633" fmla="*/ 472945 w 6858000"/>
              <a:gd name="connsiteY633" fmla="*/ 1891865 h 6858000"/>
              <a:gd name="connsiteX634" fmla="*/ 236515 w 6858000"/>
              <a:gd name="connsiteY634" fmla="*/ 1891865 h 6858000"/>
              <a:gd name="connsiteX635" fmla="*/ 472945 w 6858000"/>
              <a:gd name="connsiteY635" fmla="*/ 1891865 h 6858000"/>
              <a:gd name="connsiteX636" fmla="*/ 472945 w 6858000"/>
              <a:gd name="connsiteY636" fmla="*/ 2128380 h 6858000"/>
              <a:gd name="connsiteX637" fmla="*/ 709460 w 6858000"/>
              <a:gd name="connsiteY637" fmla="*/ 2128380 h 6858000"/>
              <a:gd name="connsiteX638" fmla="*/ 709460 w 6858000"/>
              <a:gd name="connsiteY638" fmla="*/ 1891865 h 6858000"/>
              <a:gd name="connsiteX639" fmla="*/ 472945 w 6858000"/>
              <a:gd name="connsiteY639" fmla="*/ 1891865 h 6858000"/>
              <a:gd name="connsiteX640" fmla="*/ 945890 w 6858000"/>
              <a:gd name="connsiteY640" fmla="*/ 1891865 h 6858000"/>
              <a:gd name="connsiteX641" fmla="*/ 945890 w 6858000"/>
              <a:gd name="connsiteY641" fmla="*/ 2128380 h 6858000"/>
              <a:gd name="connsiteX642" fmla="*/ 1182405 w 6858000"/>
              <a:gd name="connsiteY642" fmla="*/ 2128380 h 6858000"/>
              <a:gd name="connsiteX643" fmla="*/ 1182405 w 6858000"/>
              <a:gd name="connsiteY643" fmla="*/ 1891865 h 6858000"/>
              <a:gd name="connsiteX644" fmla="*/ 945890 w 6858000"/>
              <a:gd name="connsiteY644" fmla="*/ 1891865 h 6858000"/>
              <a:gd name="connsiteX645" fmla="*/ 1418920 w 6858000"/>
              <a:gd name="connsiteY645" fmla="*/ 1891865 h 6858000"/>
              <a:gd name="connsiteX646" fmla="*/ 1418920 w 6858000"/>
              <a:gd name="connsiteY646" fmla="*/ 2128380 h 6858000"/>
              <a:gd name="connsiteX647" fmla="*/ 1655350 w 6858000"/>
              <a:gd name="connsiteY647" fmla="*/ 2128380 h 6858000"/>
              <a:gd name="connsiteX648" fmla="*/ 1655350 w 6858000"/>
              <a:gd name="connsiteY648" fmla="*/ 1891865 h 6858000"/>
              <a:gd name="connsiteX649" fmla="*/ 1418920 w 6858000"/>
              <a:gd name="connsiteY649" fmla="*/ 1891865 h 6858000"/>
              <a:gd name="connsiteX650" fmla="*/ 1891865 w 6858000"/>
              <a:gd name="connsiteY650" fmla="*/ 1891865 h 6858000"/>
              <a:gd name="connsiteX651" fmla="*/ 1891865 w 6858000"/>
              <a:gd name="connsiteY651" fmla="*/ 2128380 h 6858000"/>
              <a:gd name="connsiteX652" fmla="*/ 2128380 w 6858000"/>
              <a:gd name="connsiteY652" fmla="*/ 2128380 h 6858000"/>
              <a:gd name="connsiteX653" fmla="*/ 2128380 w 6858000"/>
              <a:gd name="connsiteY653" fmla="*/ 1891865 h 6858000"/>
              <a:gd name="connsiteX654" fmla="*/ 1891865 w 6858000"/>
              <a:gd name="connsiteY654" fmla="*/ 1891865 h 6858000"/>
              <a:gd name="connsiteX655" fmla="*/ 2837755 w 6858000"/>
              <a:gd name="connsiteY655" fmla="*/ 1891865 h 6858000"/>
              <a:gd name="connsiteX656" fmla="*/ 2837755 w 6858000"/>
              <a:gd name="connsiteY656" fmla="*/ 2128380 h 6858000"/>
              <a:gd name="connsiteX657" fmla="*/ 3074270 w 6858000"/>
              <a:gd name="connsiteY657" fmla="*/ 2128380 h 6858000"/>
              <a:gd name="connsiteX658" fmla="*/ 3074270 w 6858000"/>
              <a:gd name="connsiteY658" fmla="*/ 1891865 h 6858000"/>
              <a:gd name="connsiteX659" fmla="*/ 2837755 w 6858000"/>
              <a:gd name="connsiteY659" fmla="*/ 1891865 h 6858000"/>
              <a:gd name="connsiteX660" fmla="*/ 3547215 w 6858000"/>
              <a:gd name="connsiteY660" fmla="*/ 1891865 h 6858000"/>
              <a:gd name="connsiteX661" fmla="*/ 3547215 w 6858000"/>
              <a:gd name="connsiteY661" fmla="*/ 2128380 h 6858000"/>
              <a:gd name="connsiteX662" fmla="*/ 3783730 w 6858000"/>
              <a:gd name="connsiteY662" fmla="*/ 2128380 h 6858000"/>
              <a:gd name="connsiteX663" fmla="*/ 3783730 w 6858000"/>
              <a:gd name="connsiteY663" fmla="*/ 1891865 h 6858000"/>
              <a:gd name="connsiteX664" fmla="*/ 3547215 w 6858000"/>
              <a:gd name="connsiteY664" fmla="*/ 1891865 h 6858000"/>
              <a:gd name="connsiteX665" fmla="*/ 4256675 w 6858000"/>
              <a:gd name="connsiteY665" fmla="*/ 1891865 h 6858000"/>
              <a:gd name="connsiteX666" fmla="*/ 4256675 w 6858000"/>
              <a:gd name="connsiteY666" fmla="*/ 2128380 h 6858000"/>
              <a:gd name="connsiteX667" fmla="*/ 4493191 w 6858000"/>
              <a:gd name="connsiteY667" fmla="*/ 2128380 h 6858000"/>
              <a:gd name="connsiteX668" fmla="*/ 4493191 w 6858000"/>
              <a:gd name="connsiteY668" fmla="*/ 1891865 h 6858000"/>
              <a:gd name="connsiteX669" fmla="*/ 4256675 w 6858000"/>
              <a:gd name="connsiteY669" fmla="*/ 1891865 h 6858000"/>
              <a:gd name="connsiteX670" fmla="*/ 4966135 w 6858000"/>
              <a:gd name="connsiteY670" fmla="*/ 1891865 h 6858000"/>
              <a:gd name="connsiteX671" fmla="*/ 4966135 w 6858000"/>
              <a:gd name="connsiteY671" fmla="*/ 2128380 h 6858000"/>
              <a:gd name="connsiteX672" fmla="*/ 5202651 w 6858000"/>
              <a:gd name="connsiteY672" fmla="*/ 2128380 h 6858000"/>
              <a:gd name="connsiteX673" fmla="*/ 5202651 w 6858000"/>
              <a:gd name="connsiteY673" fmla="*/ 1891865 h 6858000"/>
              <a:gd name="connsiteX674" fmla="*/ 4966135 w 6858000"/>
              <a:gd name="connsiteY674" fmla="*/ 1891865 h 6858000"/>
              <a:gd name="connsiteX675" fmla="*/ 5202651 w 6858000"/>
              <a:gd name="connsiteY675" fmla="*/ 1891865 h 6858000"/>
              <a:gd name="connsiteX676" fmla="*/ 5202651 w 6858000"/>
              <a:gd name="connsiteY676" fmla="*/ 2128380 h 6858000"/>
              <a:gd name="connsiteX677" fmla="*/ 5439080 w 6858000"/>
              <a:gd name="connsiteY677" fmla="*/ 2128380 h 6858000"/>
              <a:gd name="connsiteX678" fmla="*/ 5439080 w 6858000"/>
              <a:gd name="connsiteY678" fmla="*/ 1891865 h 6858000"/>
              <a:gd name="connsiteX679" fmla="*/ 5202651 w 6858000"/>
              <a:gd name="connsiteY679" fmla="*/ 1891865 h 6858000"/>
              <a:gd name="connsiteX680" fmla="*/ 5439080 w 6858000"/>
              <a:gd name="connsiteY680" fmla="*/ 1891865 h 6858000"/>
              <a:gd name="connsiteX681" fmla="*/ 5439080 w 6858000"/>
              <a:gd name="connsiteY681" fmla="*/ 2128380 h 6858000"/>
              <a:gd name="connsiteX682" fmla="*/ 5675595 w 6858000"/>
              <a:gd name="connsiteY682" fmla="*/ 2128380 h 6858000"/>
              <a:gd name="connsiteX683" fmla="*/ 5675595 w 6858000"/>
              <a:gd name="connsiteY683" fmla="*/ 1891865 h 6858000"/>
              <a:gd name="connsiteX684" fmla="*/ 5439080 w 6858000"/>
              <a:gd name="connsiteY684" fmla="*/ 1891865 h 6858000"/>
              <a:gd name="connsiteX685" fmla="*/ 5675595 w 6858000"/>
              <a:gd name="connsiteY685" fmla="*/ 1891865 h 6858000"/>
              <a:gd name="connsiteX686" fmla="*/ 5675595 w 6858000"/>
              <a:gd name="connsiteY686" fmla="*/ 2128380 h 6858000"/>
              <a:gd name="connsiteX687" fmla="*/ 5912110 w 6858000"/>
              <a:gd name="connsiteY687" fmla="*/ 2128380 h 6858000"/>
              <a:gd name="connsiteX688" fmla="*/ 5912110 w 6858000"/>
              <a:gd name="connsiteY688" fmla="*/ 1891865 h 6858000"/>
              <a:gd name="connsiteX689" fmla="*/ 5675595 w 6858000"/>
              <a:gd name="connsiteY689" fmla="*/ 1891865 h 6858000"/>
              <a:gd name="connsiteX690" fmla="*/ 5912110 w 6858000"/>
              <a:gd name="connsiteY690" fmla="*/ 1891865 h 6858000"/>
              <a:gd name="connsiteX691" fmla="*/ 5912110 w 6858000"/>
              <a:gd name="connsiteY691" fmla="*/ 2128380 h 6858000"/>
              <a:gd name="connsiteX692" fmla="*/ 6148540 w 6858000"/>
              <a:gd name="connsiteY692" fmla="*/ 2128380 h 6858000"/>
              <a:gd name="connsiteX693" fmla="*/ 6148540 w 6858000"/>
              <a:gd name="connsiteY693" fmla="*/ 1891865 h 6858000"/>
              <a:gd name="connsiteX694" fmla="*/ 5912110 w 6858000"/>
              <a:gd name="connsiteY694" fmla="*/ 1891865 h 6858000"/>
              <a:gd name="connsiteX695" fmla="*/ 6621485 w 6858000"/>
              <a:gd name="connsiteY695" fmla="*/ 1891865 h 6858000"/>
              <a:gd name="connsiteX696" fmla="*/ 6621485 w 6858000"/>
              <a:gd name="connsiteY696" fmla="*/ 2128380 h 6858000"/>
              <a:gd name="connsiteX697" fmla="*/ 6858000 w 6858000"/>
              <a:gd name="connsiteY697" fmla="*/ 2128380 h 6858000"/>
              <a:gd name="connsiteX698" fmla="*/ 6858000 w 6858000"/>
              <a:gd name="connsiteY698" fmla="*/ 1891865 h 6858000"/>
              <a:gd name="connsiteX699" fmla="*/ 6621485 w 6858000"/>
              <a:gd name="connsiteY699" fmla="*/ 1891865 h 6858000"/>
              <a:gd name="connsiteX700" fmla="*/ 236515 w 6858000"/>
              <a:gd name="connsiteY700" fmla="*/ 2128380 h 6858000"/>
              <a:gd name="connsiteX701" fmla="*/ 236515 w 6858000"/>
              <a:gd name="connsiteY701" fmla="*/ 2364810 h 6858000"/>
              <a:gd name="connsiteX702" fmla="*/ 472945 w 6858000"/>
              <a:gd name="connsiteY702" fmla="*/ 2364810 h 6858000"/>
              <a:gd name="connsiteX703" fmla="*/ 472945 w 6858000"/>
              <a:gd name="connsiteY703" fmla="*/ 2128380 h 6858000"/>
              <a:gd name="connsiteX704" fmla="*/ 236515 w 6858000"/>
              <a:gd name="connsiteY704" fmla="*/ 2128380 h 6858000"/>
              <a:gd name="connsiteX705" fmla="*/ 709460 w 6858000"/>
              <a:gd name="connsiteY705" fmla="*/ 2128380 h 6858000"/>
              <a:gd name="connsiteX706" fmla="*/ 709460 w 6858000"/>
              <a:gd name="connsiteY706" fmla="*/ 2364810 h 6858000"/>
              <a:gd name="connsiteX707" fmla="*/ 945890 w 6858000"/>
              <a:gd name="connsiteY707" fmla="*/ 2364810 h 6858000"/>
              <a:gd name="connsiteX708" fmla="*/ 945890 w 6858000"/>
              <a:gd name="connsiteY708" fmla="*/ 2128380 h 6858000"/>
              <a:gd name="connsiteX709" fmla="*/ 709460 w 6858000"/>
              <a:gd name="connsiteY709" fmla="*/ 2128380 h 6858000"/>
              <a:gd name="connsiteX710" fmla="*/ 1182405 w 6858000"/>
              <a:gd name="connsiteY710" fmla="*/ 2128380 h 6858000"/>
              <a:gd name="connsiteX711" fmla="*/ 1182405 w 6858000"/>
              <a:gd name="connsiteY711" fmla="*/ 2364810 h 6858000"/>
              <a:gd name="connsiteX712" fmla="*/ 1418920 w 6858000"/>
              <a:gd name="connsiteY712" fmla="*/ 2364810 h 6858000"/>
              <a:gd name="connsiteX713" fmla="*/ 1418920 w 6858000"/>
              <a:gd name="connsiteY713" fmla="*/ 2128380 h 6858000"/>
              <a:gd name="connsiteX714" fmla="*/ 1182405 w 6858000"/>
              <a:gd name="connsiteY714" fmla="*/ 2128380 h 6858000"/>
              <a:gd name="connsiteX715" fmla="*/ 1891865 w 6858000"/>
              <a:gd name="connsiteY715" fmla="*/ 2128380 h 6858000"/>
              <a:gd name="connsiteX716" fmla="*/ 1891865 w 6858000"/>
              <a:gd name="connsiteY716" fmla="*/ 2364810 h 6858000"/>
              <a:gd name="connsiteX717" fmla="*/ 2128380 w 6858000"/>
              <a:gd name="connsiteY717" fmla="*/ 2364810 h 6858000"/>
              <a:gd name="connsiteX718" fmla="*/ 2128380 w 6858000"/>
              <a:gd name="connsiteY718" fmla="*/ 2128380 h 6858000"/>
              <a:gd name="connsiteX719" fmla="*/ 1891865 w 6858000"/>
              <a:gd name="connsiteY719" fmla="*/ 2128380 h 6858000"/>
              <a:gd name="connsiteX720" fmla="*/ 2128380 w 6858000"/>
              <a:gd name="connsiteY720" fmla="*/ 2128380 h 6858000"/>
              <a:gd name="connsiteX721" fmla="*/ 2128380 w 6858000"/>
              <a:gd name="connsiteY721" fmla="*/ 2364810 h 6858000"/>
              <a:gd name="connsiteX722" fmla="*/ 2364810 w 6858000"/>
              <a:gd name="connsiteY722" fmla="*/ 2364810 h 6858000"/>
              <a:gd name="connsiteX723" fmla="*/ 2364810 w 6858000"/>
              <a:gd name="connsiteY723" fmla="*/ 2128380 h 6858000"/>
              <a:gd name="connsiteX724" fmla="*/ 2128380 w 6858000"/>
              <a:gd name="connsiteY724" fmla="*/ 2128380 h 6858000"/>
              <a:gd name="connsiteX725" fmla="*/ 2601325 w 6858000"/>
              <a:gd name="connsiteY725" fmla="*/ 2128380 h 6858000"/>
              <a:gd name="connsiteX726" fmla="*/ 2601325 w 6858000"/>
              <a:gd name="connsiteY726" fmla="*/ 2364810 h 6858000"/>
              <a:gd name="connsiteX727" fmla="*/ 2837755 w 6858000"/>
              <a:gd name="connsiteY727" fmla="*/ 2364810 h 6858000"/>
              <a:gd name="connsiteX728" fmla="*/ 2837755 w 6858000"/>
              <a:gd name="connsiteY728" fmla="*/ 2128380 h 6858000"/>
              <a:gd name="connsiteX729" fmla="*/ 2601325 w 6858000"/>
              <a:gd name="connsiteY729" fmla="*/ 2128380 h 6858000"/>
              <a:gd name="connsiteX730" fmla="*/ 4256675 w 6858000"/>
              <a:gd name="connsiteY730" fmla="*/ 2128380 h 6858000"/>
              <a:gd name="connsiteX731" fmla="*/ 4256675 w 6858000"/>
              <a:gd name="connsiteY731" fmla="*/ 2364810 h 6858000"/>
              <a:gd name="connsiteX732" fmla="*/ 4493191 w 6858000"/>
              <a:gd name="connsiteY732" fmla="*/ 2364810 h 6858000"/>
              <a:gd name="connsiteX733" fmla="*/ 4493191 w 6858000"/>
              <a:gd name="connsiteY733" fmla="*/ 2128380 h 6858000"/>
              <a:gd name="connsiteX734" fmla="*/ 4256675 w 6858000"/>
              <a:gd name="connsiteY734" fmla="*/ 2128380 h 6858000"/>
              <a:gd name="connsiteX735" fmla="*/ 4493191 w 6858000"/>
              <a:gd name="connsiteY735" fmla="*/ 2128380 h 6858000"/>
              <a:gd name="connsiteX736" fmla="*/ 4493191 w 6858000"/>
              <a:gd name="connsiteY736" fmla="*/ 2364810 h 6858000"/>
              <a:gd name="connsiteX737" fmla="*/ 4729620 w 6858000"/>
              <a:gd name="connsiteY737" fmla="*/ 2364810 h 6858000"/>
              <a:gd name="connsiteX738" fmla="*/ 4729620 w 6858000"/>
              <a:gd name="connsiteY738" fmla="*/ 2128380 h 6858000"/>
              <a:gd name="connsiteX739" fmla="*/ 4493191 w 6858000"/>
              <a:gd name="connsiteY739" fmla="*/ 2128380 h 6858000"/>
              <a:gd name="connsiteX740" fmla="*/ 4966135 w 6858000"/>
              <a:gd name="connsiteY740" fmla="*/ 2128380 h 6858000"/>
              <a:gd name="connsiteX741" fmla="*/ 4966135 w 6858000"/>
              <a:gd name="connsiteY741" fmla="*/ 2364810 h 6858000"/>
              <a:gd name="connsiteX742" fmla="*/ 5202651 w 6858000"/>
              <a:gd name="connsiteY742" fmla="*/ 2364810 h 6858000"/>
              <a:gd name="connsiteX743" fmla="*/ 5202651 w 6858000"/>
              <a:gd name="connsiteY743" fmla="*/ 2128380 h 6858000"/>
              <a:gd name="connsiteX744" fmla="*/ 4966135 w 6858000"/>
              <a:gd name="connsiteY744" fmla="*/ 2128380 h 6858000"/>
              <a:gd name="connsiteX745" fmla="*/ 5202651 w 6858000"/>
              <a:gd name="connsiteY745" fmla="*/ 2128380 h 6858000"/>
              <a:gd name="connsiteX746" fmla="*/ 5202651 w 6858000"/>
              <a:gd name="connsiteY746" fmla="*/ 2364810 h 6858000"/>
              <a:gd name="connsiteX747" fmla="*/ 5439080 w 6858000"/>
              <a:gd name="connsiteY747" fmla="*/ 2364810 h 6858000"/>
              <a:gd name="connsiteX748" fmla="*/ 5439080 w 6858000"/>
              <a:gd name="connsiteY748" fmla="*/ 2128380 h 6858000"/>
              <a:gd name="connsiteX749" fmla="*/ 5202651 w 6858000"/>
              <a:gd name="connsiteY749" fmla="*/ 2128380 h 6858000"/>
              <a:gd name="connsiteX750" fmla="*/ 5439080 w 6858000"/>
              <a:gd name="connsiteY750" fmla="*/ 2128380 h 6858000"/>
              <a:gd name="connsiteX751" fmla="*/ 5439080 w 6858000"/>
              <a:gd name="connsiteY751" fmla="*/ 2364810 h 6858000"/>
              <a:gd name="connsiteX752" fmla="*/ 5675595 w 6858000"/>
              <a:gd name="connsiteY752" fmla="*/ 2364810 h 6858000"/>
              <a:gd name="connsiteX753" fmla="*/ 5675595 w 6858000"/>
              <a:gd name="connsiteY753" fmla="*/ 2128380 h 6858000"/>
              <a:gd name="connsiteX754" fmla="*/ 5439080 w 6858000"/>
              <a:gd name="connsiteY754" fmla="*/ 2128380 h 6858000"/>
              <a:gd name="connsiteX755" fmla="*/ 6148540 w 6858000"/>
              <a:gd name="connsiteY755" fmla="*/ 2128380 h 6858000"/>
              <a:gd name="connsiteX756" fmla="*/ 6148540 w 6858000"/>
              <a:gd name="connsiteY756" fmla="*/ 2364810 h 6858000"/>
              <a:gd name="connsiteX757" fmla="*/ 6385056 w 6858000"/>
              <a:gd name="connsiteY757" fmla="*/ 2364810 h 6858000"/>
              <a:gd name="connsiteX758" fmla="*/ 6385056 w 6858000"/>
              <a:gd name="connsiteY758" fmla="*/ 2128380 h 6858000"/>
              <a:gd name="connsiteX759" fmla="*/ 6148540 w 6858000"/>
              <a:gd name="connsiteY759" fmla="*/ 2128380 h 6858000"/>
              <a:gd name="connsiteX760" fmla="*/ 6385056 w 6858000"/>
              <a:gd name="connsiteY760" fmla="*/ 2128380 h 6858000"/>
              <a:gd name="connsiteX761" fmla="*/ 6385056 w 6858000"/>
              <a:gd name="connsiteY761" fmla="*/ 2364810 h 6858000"/>
              <a:gd name="connsiteX762" fmla="*/ 6621485 w 6858000"/>
              <a:gd name="connsiteY762" fmla="*/ 2364810 h 6858000"/>
              <a:gd name="connsiteX763" fmla="*/ 6621485 w 6858000"/>
              <a:gd name="connsiteY763" fmla="*/ 2128380 h 6858000"/>
              <a:gd name="connsiteX764" fmla="*/ 6385056 w 6858000"/>
              <a:gd name="connsiteY764" fmla="*/ 2128380 h 6858000"/>
              <a:gd name="connsiteX765" fmla="*/ 236515 w 6858000"/>
              <a:gd name="connsiteY765" fmla="*/ 2364810 h 6858000"/>
              <a:gd name="connsiteX766" fmla="*/ 236515 w 6858000"/>
              <a:gd name="connsiteY766" fmla="*/ 2601325 h 6858000"/>
              <a:gd name="connsiteX767" fmla="*/ 472945 w 6858000"/>
              <a:gd name="connsiteY767" fmla="*/ 2601325 h 6858000"/>
              <a:gd name="connsiteX768" fmla="*/ 472945 w 6858000"/>
              <a:gd name="connsiteY768" fmla="*/ 2364810 h 6858000"/>
              <a:gd name="connsiteX769" fmla="*/ 236515 w 6858000"/>
              <a:gd name="connsiteY769" fmla="*/ 2364810 h 6858000"/>
              <a:gd name="connsiteX770" fmla="*/ 472945 w 6858000"/>
              <a:gd name="connsiteY770" fmla="*/ 2364810 h 6858000"/>
              <a:gd name="connsiteX771" fmla="*/ 472945 w 6858000"/>
              <a:gd name="connsiteY771" fmla="*/ 2601325 h 6858000"/>
              <a:gd name="connsiteX772" fmla="*/ 709460 w 6858000"/>
              <a:gd name="connsiteY772" fmla="*/ 2601325 h 6858000"/>
              <a:gd name="connsiteX773" fmla="*/ 709460 w 6858000"/>
              <a:gd name="connsiteY773" fmla="*/ 2364810 h 6858000"/>
              <a:gd name="connsiteX774" fmla="*/ 472945 w 6858000"/>
              <a:gd name="connsiteY774" fmla="*/ 2364810 h 6858000"/>
              <a:gd name="connsiteX775" fmla="*/ 709460 w 6858000"/>
              <a:gd name="connsiteY775" fmla="*/ 2364810 h 6858000"/>
              <a:gd name="connsiteX776" fmla="*/ 709460 w 6858000"/>
              <a:gd name="connsiteY776" fmla="*/ 2601325 h 6858000"/>
              <a:gd name="connsiteX777" fmla="*/ 945890 w 6858000"/>
              <a:gd name="connsiteY777" fmla="*/ 2601325 h 6858000"/>
              <a:gd name="connsiteX778" fmla="*/ 945890 w 6858000"/>
              <a:gd name="connsiteY778" fmla="*/ 2364810 h 6858000"/>
              <a:gd name="connsiteX779" fmla="*/ 709460 w 6858000"/>
              <a:gd name="connsiteY779" fmla="*/ 2364810 h 6858000"/>
              <a:gd name="connsiteX780" fmla="*/ 945890 w 6858000"/>
              <a:gd name="connsiteY780" fmla="*/ 2364810 h 6858000"/>
              <a:gd name="connsiteX781" fmla="*/ 945890 w 6858000"/>
              <a:gd name="connsiteY781" fmla="*/ 2601325 h 6858000"/>
              <a:gd name="connsiteX782" fmla="*/ 1182405 w 6858000"/>
              <a:gd name="connsiteY782" fmla="*/ 2601325 h 6858000"/>
              <a:gd name="connsiteX783" fmla="*/ 1182405 w 6858000"/>
              <a:gd name="connsiteY783" fmla="*/ 2364810 h 6858000"/>
              <a:gd name="connsiteX784" fmla="*/ 945890 w 6858000"/>
              <a:gd name="connsiteY784" fmla="*/ 2364810 h 6858000"/>
              <a:gd name="connsiteX785" fmla="*/ 1418920 w 6858000"/>
              <a:gd name="connsiteY785" fmla="*/ 2364810 h 6858000"/>
              <a:gd name="connsiteX786" fmla="*/ 1418920 w 6858000"/>
              <a:gd name="connsiteY786" fmla="*/ 2601325 h 6858000"/>
              <a:gd name="connsiteX787" fmla="*/ 1655350 w 6858000"/>
              <a:gd name="connsiteY787" fmla="*/ 2601325 h 6858000"/>
              <a:gd name="connsiteX788" fmla="*/ 1655350 w 6858000"/>
              <a:gd name="connsiteY788" fmla="*/ 2364810 h 6858000"/>
              <a:gd name="connsiteX789" fmla="*/ 1418920 w 6858000"/>
              <a:gd name="connsiteY789" fmla="*/ 2364810 h 6858000"/>
              <a:gd name="connsiteX790" fmla="*/ 2128380 w 6858000"/>
              <a:gd name="connsiteY790" fmla="*/ 2364810 h 6858000"/>
              <a:gd name="connsiteX791" fmla="*/ 2128380 w 6858000"/>
              <a:gd name="connsiteY791" fmla="*/ 2601325 h 6858000"/>
              <a:gd name="connsiteX792" fmla="*/ 2364810 w 6858000"/>
              <a:gd name="connsiteY792" fmla="*/ 2601325 h 6858000"/>
              <a:gd name="connsiteX793" fmla="*/ 2364810 w 6858000"/>
              <a:gd name="connsiteY793" fmla="*/ 2364810 h 6858000"/>
              <a:gd name="connsiteX794" fmla="*/ 2128380 w 6858000"/>
              <a:gd name="connsiteY794" fmla="*/ 2364810 h 6858000"/>
              <a:gd name="connsiteX795" fmla="*/ 2364810 w 6858000"/>
              <a:gd name="connsiteY795" fmla="*/ 2364810 h 6858000"/>
              <a:gd name="connsiteX796" fmla="*/ 2364810 w 6858000"/>
              <a:gd name="connsiteY796" fmla="*/ 2601325 h 6858000"/>
              <a:gd name="connsiteX797" fmla="*/ 2601325 w 6858000"/>
              <a:gd name="connsiteY797" fmla="*/ 2601325 h 6858000"/>
              <a:gd name="connsiteX798" fmla="*/ 2601325 w 6858000"/>
              <a:gd name="connsiteY798" fmla="*/ 2364810 h 6858000"/>
              <a:gd name="connsiteX799" fmla="*/ 2364810 w 6858000"/>
              <a:gd name="connsiteY799" fmla="*/ 2364810 h 6858000"/>
              <a:gd name="connsiteX800" fmla="*/ 2837755 w 6858000"/>
              <a:gd name="connsiteY800" fmla="*/ 2364810 h 6858000"/>
              <a:gd name="connsiteX801" fmla="*/ 2837755 w 6858000"/>
              <a:gd name="connsiteY801" fmla="*/ 2601325 h 6858000"/>
              <a:gd name="connsiteX802" fmla="*/ 3074270 w 6858000"/>
              <a:gd name="connsiteY802" fmla="*/ 2601325 h 6858000"/>
              <a:gd name="connsiteX803" fmla="*/ 3074270 w 6858000"/>
              <a:gd name="connsiteY803" fmla="*/ 2364810 h 6858000"/>
              <a:gd name="connsiteX804" fmla="*/ 2837755 w 6858000"/>
              <a:gd name="connsiteY804" fmla="*/ 2364810 h 6858000"/>
              <a:gd name="connsiteX805" fmla="*/ 3310785 w 6858000"/>
              <a:gd name="connsiteY805" fmla="*/ 2364810 h 6858000"/>
              <a:gd name="connsiteX806" fmla="*/ 3310785 w 6858000"/>
              <a:gd name="connsiteY806" fmla="*/ 2601325 h 6858000"/>
              <a:gd name="connsiteX807" fmla="*/ 3547215 w 6858000"/>
              <a:gd name="connsiteY807" fmla="*/ 2601325 h 6858000"/>
              <a:gd name="connsiteX808" fmla="*/ 3547215 w 6858000"/>
              <a:gd name="connsiteY808" fmla="*/ 2364810 h 6858000"/>
              <a:gd name="connsiteX809" fmla="*/ 3310785 w 6858000"/>
              <a:gd name="connsiteY809" fmla="*/ 2364810 h 6858000"/>
              <a:gd name="connsiteX810" fmla="*/ 3547215 w 6858000"/>
              <a:gd name="connsiteY810" fmla="*/ 2364810 h 6858000"/>
              <a:gd name="connsiteX811" fmla="*/ 3547215 w 6858000"/>
              <a:gd name="connsiteY811" fmla="*/ 2601325 h 6858000"/>
              <a:gd name="connsiteX812" fmla="*/ 3783730 w 6858000"/>
              <a:gd name="connsiteY812" fmla="*/ 2601325 h 6858000"/>
              <a:gd name="connsiteX813" fmla="*/ 3783730 w 6858000"/>
              <a:gd name="connsiteY813" fmla="*/ 2364810 h 6858000"/>
              <a:gd name="connsiteX814" fmla="*/ 3547215 w 6858000"/>
              <a:gd name="connsiteY814" fmla="*/ 2364810 h 6858000"/>
              <a:gd name="connsiteX815" fmla="*/ 4256675 w 6858000"/>
              <a:gd name="connsiteY815" fmla="*/ 2364810 h 6858000"/>
              <a:gd name="connsiteX816" fmla="*/ 4256675 w 6858000"/>
              <a:gd name="connsiteY816" fmla="*/ 2601325 h 6858000"/>
              <a:gd name="connsiteX817" fmla="*/ 4493191 w 6858000"/>
              <a:gd name="connsiteY817" fmla="*/ 2601325 h 6858000"/>
              <a:gd name="connsiteX818" fmla="*/ 4493191 w 6858000"/>
              <a:gd name="connsiteY818" fmla="*/ 2364810 h 6858000"/>
              <a:gd name="connsiteX819" fmla="*/ 4256675 w 6858000"/>
              <a:gd name="connsiteY819" fmla="*/ 2364810 h 6858000"/>
              <a:gd name="connsiteX820" fmla="*/ 4493191 w 6858000"/>
              <a:gd name="connsiteY820" fmla="*/ 2364810 h 6858000"/>
              <a:gd name="connsiteX821" fmla="*/ 4493191 w 6858000"/>
              <a:gd name="connsiteY821" fmla="*/ 2601325 h 6858000"/>
              <a:gd name="connsiteX822" fmla="*/ 4729620 w 6858000"/>
              <a:gd name="connsiteY822" fmla="*/ 2601325 h 6858000"/>
              <a:gd name="connsiteX823" fmla="*/ 4729620 w 6858000"/>
              <a:gd name="connsiteY823" fmla="*/ 2364810 h 6858000"/>
              <a:gd name="connsiteX824" fmla="*/ 4493191 w 6858000"/>
              <a:gd name="connsiteY824" fmla="*/ 2364810 h 6858000"/>
              <a:gd name="connsiteX825" fmla="*/ 4966135 w 6858000"/>
              <a:gd name="connsiteY825" fmla="*/ 2364810 h 6858000"/>
              <a:gd name="connsiteX826" fmla="*/ 4966135 w 6858000"/>
              <a:gd name="connsiteY826" fmla="*/ 2601325 h 6858000"/>
              <a:gd name="connsiteX827" fmla="*/ 5202651 w 6858000"/>
              <a:gd name="connsiteY827" fmla="*/ 2601325 h 6858000"/>
              <a:gd name="connsiteX828" fmla="*/ 5202651 w 6858000"/>
              <a:gd name="connsiteY828" fmla="*/ 2364810 h 6858000"/>
              <a:gd name="connsiteX829" fmla="*/ 4966135 w 6858000"/>
              <a:gd name="connsiteY829" fmla="*/ 2364810 h 6858000"/>
              <a:gd name="connsiteX830" fmla="*/ 5202651 w 6858000"/>
              <a:gd name="connsiteY830" fmla="*/ 2364810 h 6858000"/>
              <a:gd name="connsiteX831" fmla="*/ 5202651 w 6858000"/>
              <a:gd name="connsiteY831" fmla="*/ 2601325 h 6858000"/>
              <a:gd name="connsiteX832" fmla="*/ 5439080 w 6858000"/>
              <a:gd name="connsiteY832" fmla="*/ 2601325 h 6858000"/>
              <a:gd name="connsiteX833" fmla="*/ 5439080 w 6858000"/>
              <a:gd name="connsiteY833" fmla="*/ 2364810 h 6858000"/>
              <a:gd name="connsiteX834" fmla="*/ 5202651 w 6858000"/>
              <a:gd name="connsiteY834" fmla="*/ 2364810 h 6858000"/>
              <a:gd name="connsiteX835" fmla="*/ 5675595 w 6858000"/>
              <a:gd name="connsiteY835" fmla="*/ 2364810 h 6858000"/>
              <a:gd name="connsiteX836" fmla="*/ 5675595 w 6858000"/>
              <a:gd name="connsiteY836" fmla="*/ 2601325 h 6858000"/>
              <a:gd name="connsiteX837" fmla="*/ 5912110 w 6858000"/>
              <a:gd name="connsiteY837" fmla="*/ 2601325 h 6858000"/>
              <a:gd name="connsiteX838" fmla="*/ 5912110 w 6858000"/>
              <a:gd name="connsiteY838" fmla="*/ 2364810 h 6858000"/>
              <a:gd name="connsiteX839" fmla="*/ 5675595 w 6858000"/>
              <a:gd name="connsiteY839" fmla="*/ 2364810 h 6858000"/>
              <a:gd name="connsiteX840" fmla="*/ 5912110 w 6858000"/>
              <a:gd name="connsiteY840" fmla="*/ 2364810 h 6858000"/>
              <a:gd name="connsiteX841" fmla="*/ 5912110 w 6858000"/>
              <a:gd name="connsiteY841" fmla="*/ 2601325 h 6858000"/>
              <a:gd name="connsiteX842" fmla="*/ 6148540 w 6858000"/>
              <a:gd name="connsiteY842" fmla="*/ 2601325 h 6858000"/>
              <a:gd name="connsiteX843" fmla="*/ 6148540 w 6858000"/>
              <a:gd name="connsiteY843" fmla="*/ 2364810 h 6858000"/>
              <a:gd name="connsiteX844" fmla="*/ 5912110 w 6858000"/>
              <a:gd name="connsiteY844" fmla="*/ 2364810 h 6858000"/>
              <a:gd name="connsiteX845" fmla="*/ 6148540 w 6858000"/>
              <a:gd name="connsiteY845" fmla="*/ 2364810 h 6858000"/>
              <a:gd name="connsiteX846" fmla="*/ 6148540 w 6858000"/>
              <a:gd name="connsiteY846" fmla="*/ 2601325 h 6858000"/>
              <a:gd name="connsiteX847" fmla="*/ 6385056 w 6858000"/>
              <a:gd name="connsiteY847" fmla="*/ 2601325 h 6858000"/>
              <a:gd name="connsiteX848" fmla="*/ 6385056 w 6858000"/>
              <a:gd name="connsiteY848" fmla="*/ 2364810 h 6858000"/>
              <a:gd name="connsiteX849" fmla="*/ 6148540 w 6858000"/>
              <a:gd name="connsiteY849" fmla="*/ 2364810 h 6858000"/>
              <a:gd name="connsiteX850" fmla="*/ 6385056 w 6858000"/>
              <a:gd name="connsiteY850" fmla="*/ 2364810 h 6858000"/>
              <a:gd name="connsiteX851" fmla="*/ 6385056 w 6858000"/>
              <a:gd name="connsiteY851" fmla="*/ 2601325 h 6858000"/>
              <a:gd name="connsiteX852" fmla="*/ 6621485 w 6858000"/>
              <a:gd name="connsiteY852" fmla="*/ 2601325 h 6858000"/>
              <a:gd name="connsiteX853" fmla="*/ 6621485 w 6858000"/>
              <a:gd name="connsiteY853" fmla="*/ 2364810 h 6858000"/>
              <a:gd name="connsiteX854" fmla="*/ 6385056 w 6858000"/>
              <a:gd name="connsiteY854" fmla="*/ 2364810 h 6858000"/>
              <a:gd name="connsiteX855" fmla="*/ 709460 w 6858000"/>
              <a:gd name="connsiteY855" fmla="*/ 2601325 h 6858000"/>
              <a:gd name="connsiteX856" fmla="*/ 709460 w 6858000"/>
              <a:gd name="connsiteY856" fmla="*/ 2837755 h 6858000"/>
              <a:gd name="connsiteX857" fmla="*/ 945890 w 6858000"/>
              <a:gd name="connsiteY857" fmla="*/ 2837755 h 6858000"/>
              <a:gd name="connsiteX858" fmla="*/ 945890 w 6858000"/>
              <a:gd name="connsiteY858" fmla="*/ 2601325 h 6858000"/>
              <a:gd name="connsiteX859" fmla="*/ 709460 w 6858000"/>
              <a:gd name="connsiteY859" fmla="*/ 2601325 h 6858000"/>
              <a:gd name="connsiteX860" fmla="*/ 1182405 w 6858000"/>
              <a:gd name="connsiteY860" fmla="*/ 2601325 h 6858000"/>
              <a:gd name="connsiteX861" fmla="*/ 1182405 w 6858000"/>
              <a:gd name="connsiteY861" fmla="*/ 2837755 h 6858000"/>
              <a:gd name="connsiteX862" fmla="*/ 1418920 w 6858000"/>
              <a:gd name="connsiteY862" fmla="*/ 2837755 h 6858000"/>
              <a:gd name="connsiteX863" fmla="*/ 1418920 w 6858000"/>
              <a:gd name="connsiteY863" fmla="*/ 2601325 h 6858000"/>
              <a:gd name="connsiteX864" fmla="*/ 1182405 w 6858000"/>
              <a:gd name="connsiteY864" fmla="*/ 2601325 h 6858000"/>
              <a:gd name="connsiteX865" fmla="*/ 2364810 w 6858000"/>
              <a:gd name="connsiteY865" fmla="*/ 2601325 h 6858000"/>
              <a:gd name="connsiteX866" fmla="*/ 2364810 w 6858000"/>
              <a:gd name="connsiteY866" fmla="*/ 2837755 h 6858000"/>
              <a:gd name="connsiteX867" fmla="*/ 2601325 w 6858000"/>
              <a:gd name="connsiteY867" fmla="*/ 2837755 h 6858000"/>
              <a:gd name="connsiteX868" fmla="*/ 2601325 w 6858000"/>
              <a:gd name="connsiteY868" fmla="*/ 2601325 h 6858000"/>
              <a:gd name="connsiteX869" fmla="*/ 2364810 w 6858000"/>
              <a:gd name="connsiteY869" fmla="*/ 2601325 h 6858000"/>
              <a:gd name="connsiteX870" fmla="*/ 2601325 w 6858000"/>
              <a:gd name="connsiteY870" fmla="*/ 2601325 h 6858000"/>
              <a:gd name="connsiteX871" fmla="*/ 2601325 w 6858000"/>
              <a:gd name="connsiteY871" fmla="*/ 2837755 h 6858000"/>
              <a:gd name="connsiteX872" fmla="*/ 2837755 w 6858000"/>
              <a:gd name="connsiteY872" fmla="*/ 2837755 h 6858000"/>
              <a:gd name="connsiteX873" fmla="*/ 2837755 w 6858000"/>
              <a:gd name="connsiteY873" fmla="*/ 2601325 h 6858000"/>
              <a:gd name="connsiteX874" fmla="*/ 2601325 w 6858000"/>
              <a:gd name="connsiteY874" fmla="*/ 2601325 h 6858000"/>
              <a:gd name="connsiteX875" fmla="*/ 3074270 w 6858000"/>
              <a:gd name="connsiteY875" fmla="*/ 2601325 h 6858000"/>
              <a:gd name="connsiteX876" fmla="*/ 3074270 w 6858000"/>
              <a:gd name="connsiteY876" fmla="*/ 2837755 h 6858000"/>
              <a:gd name="connsiteX877" fmla="*/ 3310785 w 6858000"/>
              <a:gd name="connsiteY877" fmla="*/ 2837755 h 6858000"/>
              <a:gd name="connsiteX878" fmla="*/ 3310785 w 6858000"/>
              <a:gd name="connsiteY878" fmla="*/ 2601325 h 6858000"/>
              <a:gd name="connsiteX879" fmla="*/ 3074270 w 6858000"/>
              <a:gd name="connsiteY879" fmla="*/ 2601325 h 6858000"/>
              <a:gd name="connsiteX880" fmla="*/ 3310785 w 6858000"/>
              <a:gd name="connsiteY880" fmla="*/ 2601325 h 6858000"/>
              <a:gd name="connsiteX881" fmla="*/ 3310785 w 6858000"/>
              <a:gd name="connsiteY881" fmla="*/ 2837755 h 6858000"/>
              <a:gd name="connsiteX882" fmla="*/ 3547215 w 6858000"/>
              <a:gd name="connsiteY882" fmla="*/ 2837755 h 6858000"/>
              <a:gd name="connsiteX883" fmla="*/ 3547215 w 6858000"/>
              <a:gd name="connsiteY883" fmla="*/ 2601325 h 6858000"/>
              <a:gd name="connsiteX884" fmla="*/ 3310785 w 6858000"/>
              <a:gd name="connsiteY884" fmla="*/ 2601325 h 6858000"/>
              <a:gd name="connsiteX885" fmla="*/ 4256675 w 6858000"/>
              <a:gd name="connsiteY885" fmla="*/ 2601325 h 6858000"/>
              <a:gd name="connsiteX886" fmla="*/ 4256675 w 6858000"/>
              <a:gd name="connsiteY886" fmla="*/ 2837755 h 6858000"/>
              <a:gd name="connsiteX887" fmla="*/ 4493191 w 6858000"/>
              <a:gd name="connsiteY887" fmla="*/ 2837755 h 6858000"/>
              <a:gd name="connsiteX888" fmla="*/ 4493191 w 6858000"/>
              <a:gd name="connsiteY888" fmla="*/ 2601325 h 6858000"/>
              <a:gd name="connsiteX889" fmla="*/ 4256675 w 6858000"/>
              <a:gd name="connsiteY889" fmla="*/ 2601325 h 6858000"/>
              <a:gd name="connsiteX890" fmla="*/ 4966135 w 6858000"/>
              <a:gd name="connsiteY890" fmla="*/ 2601325 h 6858000"/>
              <a:gd name="connsiteX891" fmla="*/ 4966135 w 6858000"/>
              <a:gd name="connsiteY891" fmla="*/ 2837755 h 6858000"/>
              <a:gd name="connsiteX892" fmla="*/ 5202651 w 6858000"/>
              <a:gd name="connsiteY892" fmla="*/ 2837755 h 6858000"/>
              <a:gd name="connsiteX893" fmla="*/ 5202651 w 6858000"/>
              <a:gd name="connsiteY893" fmla="*/ 2601325 h 6858000"/>
              <a:gd name="connsiteX894" fmla="*/ 4966135 w 6858000"/>
              <a:gd name="connsiteY894" fmla="*/ 2601325 h 6858000"/>
              <a:gd name="connsiteX895" fmla="*/ 5202651 w 6858000"/>
              <a:gd name="connsiteY895" fmla="*/ 2601325 h 6858000"/>
              <a:gd name="connsiteX896" fmla="*/ 5202651 w 6858000"/>
              <a:gd name="connsiteY896" fmla="*/ 2837755 h 6858000"/>
              <a:gd name="connsiteX897" fmla="*/ 5439080 w 6858000"/>
              <a:gd name="connsiteY897" fmla="*/ 2837755 h 6858000"/>
              <a:gd name="connsiteX898" fmla="*/ 5439080 w 6858000"/>
              <a:gd name="connsiteY898" fmla="*/ 2601325 h 6858000"/>
              <a:gd name="connsiteX899" fmla="*/ 5202651 w 6858000"/>
              <a:gd name="connsiteY899" fmla="*/ 2601325 h 6858000"/>
              <a:gd name="connsiteX900" fmla="*/ 5439080 w 6858000"/>
              <a:gd name="connsiteY900" fmla="*/ 2601325 h 6858000"/>
              <a:gd name="connsiteX901" fmla="*/ 5439080 w 6858000"/>
              <a:gd name="connsiteY901" fmla="*/ 2837755 h 6858000"/>
              <a:gd name="connsiteX902" fmla="*/ 5675595 w 6858000"/>
              <a:gd name="connsiteY902" fmla="*/ 2837755 h 6858000"/>
              <a:gd name="connsiteX903" fmla="*/ 5675595 w 6858000"/>
              <a:gd name="connsiteY903" fmla="*/ 2601325 h 6858000"/>
              <a:gd name="connsiteX904" fmla="*/ 5439080 w 6858000"/>
              <a:gd name="connsiteY904" fmla="*/ 2601325 h 6858000"/>
              <a:gd name="connsiteX905" fmla="*/ 5675595 w 6858000"/>
              <a:gd name="connsiteY905" fmla="*/ 2601325 h 6858000"/>
              <a:gd name="connsiteX906" fmla="*/ 5675595 w 6858000"/>
              <a:gd name="connsiteY906" fmla="*/ 2837755 h 6858000"/>
              <a:gd name="connsiteX907" fmla="*/ 5912110 w 6858000"/>
              <a:gd name="connsiteY907" fmla="*/ 2837755 h 6858000"/>
              <a:gd name="connsiteX908" fmla="*/ 5912110 w 6858000"/>
              <a:gd name="connsiteY908" fmla="*/ 2601325 h 6858000"/>
              <a:gd name="connsiteX909" fmla="*/ 5675595 w 6858000"/>
              <a:gd name="connsiteY909" fmla="*/ 2601325 h 6858000"/>
              <a:gd name="connsiteX910" fmla="*/ 5912110 w 6858000"/>
              <a:gd name="connsiteY910" fmla="*/ 2601325 h 6858000"/>
              <a:gd name="connsiteX911" fmla="*/ 5912110 w 6858000"/>
              <a:gd name="connsiteY911" fmla="*/ 2837755 h 6858000"/>
              <a:gd name="connsiteX912" fmla="*/ 6148540 w 6858000"/>
              <a:gd name="connsiteY912" fmla="*/ 2837755 h 6858000"/>
              <a:gd name="connsiteX913" fmla="*/ 6148540 w 6858000"/>
              <a:gd name="connsiteY913" fmla="*/ 2601325 h 6858000"/>
              <a:gd name="connsiteX914" fmla="*/ 5912110 w 6858000"/>
              <a:gd name="connsiteY914" fmla="*/ 2601325 h 6858000"/>
              <a:gd name="connsiteX915" fmla="*/ 6385056 w 6858000"/>
              <a:gd name="connsiteY915" fmla="*/ 2601325 h 6858000"/>
              <a:gd name="connsiteX916" fmla="*/ 6385056 w 6858000"/>
              <a:gd name="connsiteY916" fmla="*/ 2837755 h 6858000"/>
              <a:gd name="connsiteX917" fmla="*/ 6621485 w 6858000"/>
              <a:gd name="connsiteY917" fmla="*/ 2837755 h 6858000"/>
              <a:gd name="connsiteX918" fmla="*/ 6621485 w 6858000"/>
              <a:gd name="connsiteY918" fmla="*/ 2601325 h 6858000"/>
              <a:gd name="connsiteX919" fmla="*/ 6385056 w 6858000"/>
              <a:gd name="connsiteY919" fmla="*/ 2601325 h 6858000"/>
              <a:gd name="connsiteX920" fmla="*/ 0 w 6858000"/>
              <a:gd name="connsiteY920" fmla="*/ 2837755 h 6858000"/>
              <a:gd name="connsiteX921" fmla="*/ 0 w 6858000"/>
              <a:gd name="connsiteY921" fmla="*/ 3074270 h 6858000"/>
              <a:gd name="connsiteX922" fmla="*/ 236515 w 6858000"/>
              <a:gd name="connsiteY922" fmla="*/ 3074270 h 6858000"/>
              <a:gd name="connsiteX923" fmla="*/ 236515 w 6858000"/>
              <a:gd name="connsiteY923" fmla="*/ 2837755 h 6858000"/>
              <a:gd name="connsiteX924" fmla="*/ 0 w 6858000"/>
              <a:gd name="connsiteY924" fmla="*/ 2837755 h 6858000"/>
              <a:gd name="connsiteX925" fmla="*/ 236515 w 6858000"/>
              <a:gd name="connsiteY925" fmla="*/ 2837755 h 6858000"/>
              <a:gd name="connsiteX926" fmla="*/ 236515 w 6858000"/>
              <a:gd name="connsiteY926" fmla="*/ 3074270 h 6858000"/>
              <a:gd name="connsiteX927" fmla="*/ 472945 w 6858000"/>
              <a:gd name="connsiteY927" fmla="*/ 3074270 h 6858000"/>
              <a:gd name="connsiteX928" fmla="*/ 472945 w 6858000"/>
              <a:gd name="connsiteY928" fmla="*/ 2837755 h 6858000"/>
              <a:gd name="connsiteX929" fmla="*/ 236515 w 6858000"/>
              <a:gd name="connsiteY929" fmla="*/ 2837755 h 6858000"/>
              <a:gd name="connsiteX930" fmla="*/ 472945 w 6858000"/>
              <a:gd name="connsiteY930" fmla="*/ 2837755 h 6858000"/>
              <a:gd name="connsiteX931" fmla="*/ 472945 w 6858000"/>
              <a:gd name="connsiteY931" fmla="*/ 3074270 h 6858000"/>
              <a:gd name="connsiteX932" fmla="*/ 709460 w 6858000"/>
              <a:gd name="connsiteY932" fmla="*/ 3074270 h 6858000"/>
              <a:gd name="connsiteX933" fmla="*/ 709460 w 6858000"/>
              <a:gd name="connsiteY933" fmla="*/ 2837755 h 6858000"/>
              <a:gd name="connsiteX934" fmla="*/ 472945 w 6858000"/>
              <a:gd name="connsiteY934" fmla="*/ 2837755 h 6858000"/>
              <a:gd name="connsiteX935" fmla="*/ 709460 w 6858000"/>
              <a:gd name="connsiteY935" fmla="*/ 2837755 h 6858000"/>
              <a:gd name="connsiteX936" fmla="*/ 709460 w 6858000"/>
              <a:gd name="connsiteY936" fmla="*/ 3074270 h 6858000"/>
              <a:gd name="connsiteX937" fmla="*/ 945890 w 6858000"/>
              <a:gd name="connsiteY937" fmla="*/ 3074270 h 6858000"/>
              <a:gd name="connsiteX938" fmla="*/ 945890 w 6858000"/>
              <a:gd name="connsiteY938" fmla="*/ 2837755 h 6858000"/>
              <a:gd name="connsiteX939" fmla="*/ 709460 w 6858000"/>
              <a:gd name="connsiteY939" fmla="*/ 2837755 h 6858000"/>
              <a:gd name="connsiteX940" fmla="*/ 1182405 w 6858000"/>
              <a:gd name="connsiteY940" fmla="*/ 2837755 h 6858000"/>
              <a:gd name="connsiteX941" fmla="*/ 1182405 w 6858000"/>
              <a:gd name="connsiteY941" fmla="*/ 3074270 h 6858000"/>
              <a:gd name="connsiteX942" fmla="*/ 1418920 w 6858000"/>
              <a:gd name="connsiteY942" fmla="*/ 3074270 h 6858000"/>
              <a:gd name="connsiteX943" fmla="*/ 1418920 w 6858000"/>
              <a:gd name="connsiteY943" fmla="*/ 2837755 h 6858000"/>
              <a:gd name="connsiteX944" fmla="*/ 1182405 w 6858000"/>
              <a:gd name="connsiteY944" fmla="*/ 2837755 h 6858000"/>
              <a:gd name="connsiteX945" fmla="*/ 1418920 w 6858000"/>
              <a:gd name="connsiteY945" fmla="*/ 2837755 h 6858000"/>
              <a:gd name="connsiteX946" fmla="*/ 1418920 w 6858000"/>
              <a:gd name="connsiteY946" fmla="*/ 3074270 h 6858000"/>
              <a:gd name="connsiteX947" fmla="*/ 1655350 w 6858000"/>
              <a:gd name="connsiteY947" fmla="*/ 3074270 h 6858000"/>
              <a:gd name="connsiteX948" fmla="*/ 1655350 w 6858000"/>
              <a:gd name="connsiteY948" fmla="*/ 2837755 h 6858000"/>
              <a:gd name="connsiteX949" fmla="*/ 1418920 w 6858000"/>
              <a:gd name="connsiteY949" fmla="*/ 2837755 h 6858000"/>
              <a:gd name="connsiteX950" fmla="*/ 1655350 w 6858000"/>
              <a:gd name="connsiteY950" fmla="*/ 2837755 h 6858000"/>
              <a:gd name="connsiteX951" fmla="*/ 1655350 w 6858000"/>
              <a:gd name="connsiteY951" fmla="*/ 3074270 h 6858000"/>
              <a:gd name="connsiteX952" fmla="*/ 1891865 w 6858000"/>
              <a:gd name="connsiteY952" fmla="*/ 3074270 h 6858000"/>
              <a:gd name="connsiteX953" fmla="*/ 1891865 w 6858000"/>
              <a:gd name="connsiteY953" fmla="*/ 2837755 h 6858000"/>
              <a:gd name="connsiteX954" fmla="*/ 1655350 w 6858000"/>
              <a:gd name="connsiteY954" fmla="*/ 2837755 h 6858000"/>
              <a:gd name="connsiteX955" fmla="*/ 1891865 w 6858000"/>
              <a:gd name="connsiteY955" fmla="*/ 2837755 h 6858000"/>
              <a:gd name="connsiteX956" fmla="*/ 1891865 w 6858000"/>
              <a:gd name="connsiteY956" fmla="*/ 3074270 h 6858000"/>
              <a:gd name="connsiteX957" fmla="*/ 2128380 w 6858000"/>
              <a:gd name="connsiteY957" fmla="*/ 3074270 h 6858000"/>
              <a:gd name="connsiteX958" fmla="*/ 2128380 w 6858000"/>
              <a:gd name="connsiteY958" fmla="*/ 2837755 h 6858000"/>
              <a:gd name="connsiteX959" fmla="*/ 1891865 w 6858000"/>
              <a:gd name="connsiteY959" fmla="*/ 2837755 h 6858000"/>
              <a:gd name="connsiteX960" fmla="*/ 2601325 w 6858000"/>
              <a:gd name="connsiteY960" fmla="*/ 2837755 h 6858000"/>
              <a:gd name="connsiteX961" fmla="*/ 2601325 w 6858000"/>
              <a:gd name="connsiteY961" fmla="*/ 3074270 h 6858000"/>
              <a:gd name="connsiteX962" fmla="*/ 2837755 w 6858000"/>
              <a:gd name="connsiteY962" fmla="*/ 3074270 h 6858000"/>
              <a:gd name="connsiteX963" fmla="*/ 2837755 w 6858000"/>
              <a:gd name="connsiteY963" fmla="*/ 2837755 h 6858000"/>
              <a:gd name="connsiteX964" fmla="*/ 2601325 w 6858000"/>
              <a:gd name="connsiteY964" fmla="*/ 2837755 h 6858000"/>
              <a:gd name="connsiteX965" fmla="*/ 3783730 w 6858000"/>
              <a:gd name="connsiteY965" fmla="*/ 2837755 h 6858000"/>
              <a:gd name="connsiteX966" fmla="*/ 3783730 w 6858000"/>
              <a:gd name="connsiteY966" fmla="*/ 3074270 h 6858000"/>
              <a:gd name="connsiteX967" fmla="*/ 4020245 w 6858000"/>
              <a:gd name="connsiteY967" fmla="*/ 3074270 h 6858000"/>
              <a:gd name="connsiteX968" fmla="*/ 4020245 w 6858000"/>
              <a:gd name="connsiteY968" fmla="*/ 2837755 h 6858000"/>
              <a:gd name="connsiteX969" fmla="*/ 3783730 w 6858000"/>
              <a:gd name="connsiteY969" fmla="*/ 2837755 h 6858000"/>
              <a:gd name="connsiteX970" fmla="*/ 4493191 w 6858000"/>
              <a:gd name="connsiteY970" fmla="*/ 2837755 h 6858000"/>
              <a:gd name="connsiteX971" fmla="*/ 4493191 w 6858000"/>
              <a:gd name="connsiteY971" fmla="*/ 3074270 h 6858000"/>
              <a:gd name="connsiteX972" fmla="*/ 4729620 w 6858000"/>
              <a:gd name="connsiteY972" fmla="*/ 3074270 h 6858000"/>
              <a:gd name="connsiteX973" fmla="*/ 4729620 w 6858000"/>
              <a:gd name="connsiteY973" fmla="*/ 2837755 h 6858000"/>
              <a:gd name="connsiteX974" fmla="*/ 4493191 w 6858000"/>
              <a:gd name="connsiteY974" fmla="*/ 2837755 h 6858000"/>
              <a:gd name="connsiteX975" fmla="*/ 5202651 w 6858000"/>
              <a:gd name="connsiteY975" fmla="*/ 2837755 h 6858000"/>
              <a:gd name="connsiteX976" fmla="*/ 5202651 w 6858000"/>
              <a:gd name="connsiteY976" fmla="*/ 3074270 h 6858000"/>
              <a:gd name="connsiteX977" fmla="*/ 5439080 w 6858000"/>
              <a:gd name="connsiteY977" fmla="*/ 3074270 h 6858000"/>
              <a:gd name="connsiteX978" fmla="*/ 5439080 w 6858000"/>
              <a:gd name="connsiteY978" fmla="*/ 2837755 h 6858000"/>
              <a:gd name="connsiteX979" fmla="*/ 5202651 w 6858000"/>
              <a:gd name="connsiteY979" fmla="*/ 2837755 h 6858000"/>
              <a:gd name="connsiteX980" fmla="*/ 6148540 w 6858000"/>
              <a:gd name="connsiteY980" fmla="*/ 2837755 h 6858000"/>
              <a:gd name="connsiteX981" fmla="*/ 6148540 w 6858000"/>
              <a:gd name="connsiteY981" fmla="*/ 3074270 h 6858000"/>
              <a:gd name="connsiteX982" fmla="*/ 6385056 w 6858000"/>
              <a:gd name="connsiteY982" fmla="*/ 3074270 h 6858000"/>
              <a:gd name="connsiteX983" fmla="*/ 6385056 w 6858000"/>
              <a:gd name="connsiteY983" fmla="*/ 2837755 h 6858000"/>
              <a:gd name="connsiteX984" fmla="*/ 6148540 w 6858000"/>
              <a:gd name="connsiteY984" fmla="*/ 2837755 h 6858000"/>
              <a:gd name="connsiteX985" fmla="*/ 6385056 w 6858000"/>
              <a:gd name="connsiteY985" fmla="*/ 2837755 h 6858000"/>
              <a:gd name="connsiteX986" fmla="*/ 6385056 w 6858000"/>
              <a:gd name="connsiteY986" fmla="*/ 3074270 h 6858000"/>
              <a:gd name="connsiteX987" fmla="*/ 6621485 w 6858000"/>
              <a:gd name="connsiteY987" fmla="*/ 3074270 h 6858000"/>
              <a:gd name="connsiteX988" fmla="*/ 6621485 w 6858000"/>
              <a:gd name="connsiteY988" fmla="*/ 2837755 h 6858000"/>
              <a:gd name="connsiteX989" fmla="*/ 6385056 w 6858000"/>
              <a:gd name="connsiteY989" fmla="*/ 2837755 h 6858000"/>
              <a:gd name="connsiteX990" fmla="*/ 6621485 w 6858000"/>
              <a:gd name="connsiteY990" fmla="*/ 2837755 h 6858000"/>
              <a:gd name="connsiteX991" fmla="*/ 6621485 w 6858000"/>
              <a:gd name="connsiteY991" fmla="*/ 3074270 h 6858000"/>
              <a:gd name="connsiteX992" fmla="*/ 6858000 w 6858000"/>
              <a:gd name="connsiteY992" fmla="*/ 3074270 h 6858000"/>
              <a:gd name="connsiteX993" fmla="*/ 6858000 w 6858000"/>
              <a:gd name="connsiteY993" fmla="*/ 2837755 h 6858000"/>
              <a:gd name="connsiteX994" fmla="*/ 6621485 w 6858000"/>
              <a:gd name="connsiteY994" fmla="*/ 2837755 h 6858000"/>
              <a:gd name="connsiteX995" fmla="*/ 1655350 w 6858000"/>
              <a:gd name="connsiteY995" fmla="*/ 3074270 h 6858000"/>
              <a:gd name="connsiteX996" fmla="*/ 1655350 w 6858000"/>
              <a:gd name="connsiteY996" fmla="*/ 3310785 h 6858000"/>
              <a:gd name="connsiteX997" fmla="*/ 1891865 w 6858000"/>
              <a:gd name="connsiteY997" fmla="*/ 3310785 h 6858000"/>
              <a:gd name="connsiteX998" fmla="*/ 1891865 w 6858000"/>
              <a:gd name="connsiteY998" fmla="*/ 3074270 h 6858000"/>
              <a:gd name="connsiteX999" fmla="*/ 1655350 w 6858000"/>
              <a:gd name="connsiteY999" fmla="*/ 3074270 h 6858000"/>
              <a:gd name="connsiteX1000" fmla="*/ 1891865 w 6858000"/>
              <a:gd name="connsiteY1000" fmla="*/ 3074270 h 6858000"/>
              <a:gd name="connsiteX1001" fmla="*/ 1891865 w 6858000"/>
              <a:gd name="connsiteY1001" fmla="*/ 3310785 h 6858000"/>
              <a:gd name="connsiteX1002" fmla="*/ 2128380 w 6858000"/>
              <a:gd name="connsiteY1002" fmla="*/ 3310785 h 6858000"/>
              <a:gd name="connsiteX1003" fmla="*/ 2128380 w 6858000"/>
              <a:gd name="connsiteY1003" fmla="*/ 3074270 h 6858000"/>
              <a:gd name="connsiteX1004" fmla="*/ 1891865 w 6858000"/>
              <a:gd name="connsiteY1004" fmla="*/ 3074270 h 6858000"/>
              <a:gd name="connsiteX1005" fmla="*/ 2128380 w 6858000"/>
              <a:gd name="connsiteY1005" fmla="*/ 3074270 h 6858000"/>
              <a:gd name="connsiteX1006" fmla="*/ 2128380 w 6858000"/>
              <a:gd name="connsiteY1006" fmla="*/ 3310785 h 6858000"/>
              <a:gd name="connsiteX1007" fmla="*/ 2364810 w 6858000"/>
              <a:gd name="connsiteY1007" fmla="*/ 3310785 h 6858000"/>
              <a:gd name="connsiteX1008" fmla="*/ 2364810 w 6858000"/>
              <a:gd name="connsiteY1008" fmla="*/ 3074270 h 6858000"/>
              <a:gd name="connsiteX1009" fmla="*/ 2128380 w 6858000"/>
              <a:gd name="connsiteY1009" fmla="*/ 3074270 h 6858000"/>
              <a:gd name="connsiteX1010" fmla="*/ 2364810 w 6858000"/>
              <a:gd name="connsiteY1010" fmla="*/ 3074270 h 6858000"/>
              <a:gd name="connsiteX1011" fmla="*/ 2364810 w 6858000"/>
              <a:gd name="connsiteY1011" fmla="*/ 3310785 h 6858000"/>
              <a:gd name="connsiteX1012" fmla="*/ 2601325 w 6858000"/>
              <a:gd name="connsiteY1012" fmla="*/ 3310785 h 6858000"/>
              <a:gd name="connsiteX1013" fmla="*/ 2601325 w 6858000"/>
              <a:gd name="connsiteY1013" fmla="*/ 3074270 h 6858000"/>
              <a:gd name="connsiteX1014" fmla="*/ 2364810 w 6858000"/>
              <a:gd name="connsiteY1014" fmla="*/ 3074270 h 6858000"/>
              <a:gd name="connsiteX1015" fmla="*/ 2601325 w 6858000"/>
              <a:gd name="connsiteY1015" fmla="*/ 3074270 h 6858000"/>
              <a:gd name="connsiteX1016" fmla="*/ 2601325 w 6858000"/>
              <a:gd name="connsiteY1016" fmla="*/ 3310785 h 6858000"/>
              <a:gd name="connsiteX1017" fmla="*/ 2837755 w 6858000"/>
              <a:gd name="connsiteY1017" fmla="*/ 3310785 h 6858000"/>
              <a:gd name="connsiteX1018" fmla="*/ 2837755 w 6858000"/>
              <a:gd name="connsiteY1018" fmla="*/ 3074270 h 6858000"/>
              <a:gd name="connsiteX1019" fmla="*/ 2601325 w 6858000"/>
              <a:gd name="connsiteY1019" fmla="*/ 3074270 h 6858000"/>
              <a:gd name="connsiteX1020" fmla="*/ 2837755 w 6858000"/>
              <a:gd name="connsiteY1020" fmla="*/ 3074270 h 6858000"/>
              <a:gd name="connsiteX1021" fmla="*/ 2837755 w 6858000"/>
              <a:gd name="connsiteY1021" fmla="*/ 3310785 h 6858000"/>
              <a:gd name="connsiteX1022" fmla="*/ 3074270 w 6858000"/>
              <a:gd name="connsiteY1022" fmla="*/ 3310785 h 6858000"/>
              <a:gd name="connsiteX1023" fmla="*/ 3074270 w 6858000"/>
              <a:gd name="connsiteY1023" fmla="*/ 3074270 h 6858000"/>
              <a:gd name="connsiteX1024" fmla="*/ 2837755 w 6858000"/>
              <a:gd name="connsiteY1024" fmla="*/ 3074270 h 6858000"/>
              <a:gd name="connsiteX1025" fmla="*/ 3074270 w 6858000"/>
              <a:gd name="connsiteY1025" fmla="*/ 3074270 h 6858000"/>
              <a:gd name="connsiteX1026" fmla="*/ 3074270 w 6858000"/>
              <a:gd name="connsiteY1026" fmla="*/ 3310785 h 6858000"/>
              <a:gd name="connsiteX1027" fmla="*/ 3310785 w 6858000"/>
              <a:gd name="connsiteY1027" fmla="*/ 3310785 h 6858000"/>
              <a:gd name="connsiteX1028" fmla="*/ 3310785 w 6858000"/>
              <a:gd name="connsiteY1028" fmla="*/ 3074270 h 6858000"/>
              <a:gd name="connsiteX1029" fmla="*/ 3074270 w 6858000"/>
              <a:gd name="connsiteY1029" fmla="*/ 3074270 h 6858000"/>
              <a:gd name="connsiteX1030" fmla="*/ 3310785 w 6858000"/>
              <a:gd name="connsiteY1030" fmla="*/ 3074270 h 6858000"/>
              <a:gd name="connsiteX1031" fmla="*/ 3310785 w 6858000"/>
              <a:gd name="connsiteY1031" fmla="*/ 3310785 h 6858000"/>
              <a:gd name="connsiteX1032" fmla="*/ 3547215 w 6858000"/>
              <a:gd name="connsiteY1032" fmla="*/ 3310785 h 6858000"/>
              <a:gd name="connsiteX1033" fmla="*/ 3547215 w 6858000"/>
              <a:gd name="connsiteY1033" fmla="*/ 3074270 h 6858000"/>
              <a:gd name="connsiteX1034" fmla="*/ 3310785 w 6858000"/>
              <a:gd name="connsiteY1034" fmla="*/ 3074270 h 6858000"/>
              <a:gd name="connsiteX1035" fmla="*/ 4020245 w 6858000"/>
              <a:gd name="connsiteY1035" fmla="*/ 3074270 h 6858000"/>
              <a:gd name="connsiteX1036" fmla="*/ 4020245 w 6858000"/>
              <a:gd name="connsiteY1036" fmla="*/ 3310785 h 6858000"/>
              <a:gd name="connsiteX1037" fmla="*/ 4256675 w 6858000"/>
              <a:gd name="connsiteY1037" fmla="*/ 3310785 h 6858000"/>
              <a:gd name="connsiteX1038" fmla="*/ 4256675 w 6858000"/>
              <a:gd name="connsiteY1038" fmla="*/ 3074270 h 6858000"/>
              <a:gd name="connsiteX1039" fmla="*/ 4020245 w 6858000"/>
              <a:gd name="connsiteY1039" fmla="*/ 3074270 h 6858000"/>
              <a:gd name="connsiteX1040" fmla="*/ 4729620 w 6858000"/>
              <a:gd name="connsiteY1040" fmla="*/ 3074270 h 6858000"/>
              <a:gd name="connsiteX1041" fmla="*/ 4729620 w 6858000"/>
              <a:gd name="connsiteY1041" fmla="*/ 3310785 h 6858000"/>
              <a:gd name="connsiteX1042" fmla="*/ 4966135 w 6858000"/>
              <a:gd name="connsiteY1042" fmla="*/ 3310785 h 6858000"/>
              <a:gd name="connsiteX1043" fmla="*/ 4966135 w 6858000"/>
              <a:gd name="connsiteY1043" fmla="*/ 3074270 h 6858000"/>
              <a:gd name="connsiteX1044" fmla="*/ 4729620 w 6858000"/>
              <a:gd name="connsiteY1044" fmla="*/ 3074270 h 6858000"/>
              <a:gd name="connsiteX1045" fmla="*/ 5675595 w 6858000"/>
              <a:gd name="connsiteY1045" fmla="*/ 3074270 h 6858000"/>
              <a:gd name="connsiteX1046" fmla="*/ 5675595 w 6858000"/>
              <a:gd name="connsiteY1046" fmla="*/ 3310785 h 6858000"/>
              <a:gd name="connsiteX1047" fmla="*/ 5912110 w 6858000"/>
              <a:gd name="connsiteY1047" fmla="*/ 3310785 h 6858000"/>
              <a:gd name="connsiteX1048" fmla="*/ 5912110 w 6858000"/>
              <a:gd name="connsiteY1048" fmla="*/ 3074270 h 6858000"/>
              <a:gd name="connsiteX1049" fmla="*/ 5675595 w 6858000"/>
              <a:gd name="connsiteY1049" fmla="*/ 3074270 h 6858000"/>
              <a:gd name="connsiteX1050" fmla="*/ 6148540 w 6858000"/>
              <a:gd name="connsiteY1050" fmla="*/ 3074270 h 6858000"/>
              <a:gd name="connsiteX1051" fmla="*/ 6148540 w 6858000"/>
              <a:gd name="connsiteY1051" fmla="*/ 3310785 h 6858000"/>
              <a:gd name="connsiteX1052" fmla="*/ 6385056 w 6858000"/>
              <a:gd name="connsiteY1052" fmla="*/ 3310785 h 6858000"/>
              <a:gd name="connsiteX1053" fmla="*/ 6385056 w 6858000"/>
              <a:gd name="connsiteY1053" fmla="*/ 3074270 h 6858000"/>
              <a:gd name="connsiteX1054" fmla="*/ 6148540 w 6858000"/>
              <a:gd name="connsiteY1054" fmla="*/ 3074270 h 6858000"/>
              <a:gd name="connsiteX1055" fmla="*/ 6385056 w 6858000"/>
              <a:gd name="connsiteY1055" fmla="*/ 3074270 h 6858000"/>
              <a:gd name="connsiteX1056" fmla="*/ 6385056 w 6858000"/>
              <a:gd name="connsiteY1056" fmla="*/ 3310785 h 6858000"/>
              <a:gd name="connsiteX1057" fmla="*/ 6621485 w 6858000"/>
              <a:gd name="connsiteY1057" fmla="*/ 3310785 h 6858000"/>
              <a:gd name="connsiteX1058" fmla="*/ 6621485 w 6858000"/>
              <a:gd name="connsiteY1058" fmla="*/ 3074270 h 6858000"/>
              <a:gd name="connsiteX1059" fmla="*/ 6385056 w 6858000"/>
              <a:gd name="connsiteY1059" fmla="*/ 3074270 h 6858000"/>
              <a:gd name="connsiteX1060" fmla="*/ 6621485 w 6858000"/>
              <a:gd name="connsiteY1060" fmla="*/ 3074270 h 6858000"/>
              <a:gd name="connsiteX1061" fmla="*/ 6621485 w 6858000"/>
              <a:gd name="connsiteY1061" fmla="*/ 3310785 h 6858000"/>
              <a:gd name="connsiteX1062" fmla="*/ 6858000 w 6858000"/>
              <a:gd name="connsiteY1062" fmla="*/ 3310785 h 6858000"/>
              <a:gd name="connsiteX1063" fmla="*/ 6858000 w 6858000"/>
              <a:gd name="connsiteY1063" fmla="*/ 3074270 h 6858000"/>
              <a:gd name="connsiteX1064" fmla="*/ 6621485 w 6858000"/>
              <a:gd name="connsiteY1064" fmla="*/ 3074270 h 6858000"/>
              <a:gd name="connsiteX1065" fmla="*/ 945890 w 6858000"/>
              <a:gd name="connsiteY1065" fmla="*/ 3310785 h 6858000"/>
              <a:gd name="connsiteX1066" fmla="*/ 945890 w 6858000"/>
              <a:gd name="connsiteY1066" fmla="*/ 3547215 h 6858000"/>
              <a:gd name="connsiteX1067" fmla="*/ 1182405 w 6858000"/>
              <a:gd name="connsiteY1067" fmla="*/ 3547215 h 6858000"/>
              <a:gd name="connsiteX1068" fmla="*/ 1182405 w 6858000"/>
              <a:gd name="connsiteY1068" fmla="*/ 3310785 h 6858000"/>
              <a:gd name="connsiteX1069" fmla="*/ 945890 w 6858000"/>
              <a:gd name="connsiteY1069" fmla="*/ 3310785 h 6858000"/>
              <a:gd name="connsiteX1070" fmla="*/ 1418920 w 6858000"/>
              <a:gd name="connsiteY1070" fmla="*/ 3310785 h 6858000"/>
              <a:gd name="connsiteX1071" fmla="*/ 1418920 w 6858000"/>
              <a:gd name="connsiteY1071" fmla="*/ 3547215 h 6858000"/>
              <a:gd name="connsiteX1072" fmla="*/ 1655350 w 6858000"/>
              <a:gd name="connsiteY1072" fmla="*/ 3547215 h 6858000"/>
              <a:gd name="connsiteX1073" fmla="*/ 1655350 w 6858000"/>
              <a:gd name="connsiteY1073" fmla="*/ 3310785 h 6858000"/>
              <a:gd name="connsiteX1074" fmla="*/ 1418920 w 6858000"/>
              <a:gd name="connsiteY1074" fmla="*/ 3310785 h 6858000"/>
              <a:gd name="connsiteX1075" fmla="*/ 3074270 w 6858000"/>
              <a:gd name="connsiteY1075" fmla="*/ 3310785 h 6858000"/>
              <a:gd name="connsiteX1076" fmla="*/ 3074270 w 6858000"/>
              <a:gd name="connsiteY1076" fmla="*/ 3547215 h 6858000"/>
              <a:gd name="connsiteX1077" fmla="*/ 3310785 w 6858000"/>
              <a:gd name="connsiteY1077" fmla="*/ 3547215 h 6858000"/>
              <a:gd name="connsiteX1078" fmla="*/ 3310785 w 6858000"/>
              <a:gd name="connsiteY1078" fmla="*/ 3310785 h 6858000"/>
              <a:gd name="connsiteX1079" fmla="*/ 3074270 w 6858000"/>
              <a:gd name="connsiteY1079" fmla="*/ 3310785 h 6858000"/>
              <a:gd name="connsiteX1080" fmla="*/ 3783730 w 6858000"/>
              <a:gd name="connsiteY1080" fmla="*/ 3310785 h 6858000"/>
              <a:gd name="connsiteX1081" fmla="*/ 3783730 w 6858000"/>
              <a:gd name="connsiteY1081" fmla="*/ 3547215 h 6858000"/>
              <a:gd name="connsiteX1082" fmla="*/ 4020245 w 6858000"/>
              <a:gd name="connsiteY1082" fmla="*/ 3547215 h 6858000"/>
              <a:gd name="connsiteX1083" fmla="*/ 4020245 w 6858000"/>
              <a:gd name="connsiteY1083" fmla="*/ 3310785 h 6858000"/>
              <a:gd name="connsiteX1084" fmla="*/ 3783730 w 6858000"/>
              <a:gd name="connsiteY1084" fmla="*/ 3310785 h 6858000"/>
              <a:gd name="connsiteX1085" fmla="*/ 4020245 w 6858000"/>
              <a:gd name="connsiteY1085" fmla="*/ 3310785 h 6858000"/>
              <a:gd name="connsiteX1086" fmla="*/ 4020245 w 6858000"/>
              <a:gd name="connsiteY1086" fmla="*/ 3547215 h 6858000"/>
              <a:gd name="connsiteX1087" fmla="*/ 4256675 w 6858000"/>
              <a:gd name="connsiteY1087" fmla="*/ 3547215 h 6858000"/>
              <a:gd name="connsiteX1088" fmla="*/ 4256675 w 6858000"/>
              <a:gd name="connsiteY1088" fmla="*/ 3310785 h 6858000"/>
              <a:gd name="connsiteX1089" fmla="*/ 4020245 w 6858000"/>
              <a:gd name="connsiteY1089" fmla="*/ 3310785 h 6858000"/>
              <a:gd name="connsiteX1090" fmla="*/ 4493191 w 6858000"/>
              <a:gd name="connsiteY1090" fmla="*/ 3310785 h 6858000"/>
              <a:gd name="connsiteX1091" fmla="*/ 4493191 w 6858000"/>
              <a:gd name="connsiteY1091" fmla="*/ 3547215 h 6858000"/>
              <a:gd name="connsiteX1092" fmla="*/ 4729620 w 6858000"/>
              <a:gd name="connsiteY1092" fmla="*/ 3547215 h 6858000"/>
              <a:gd name="connsiteX1093" fmla="*/ 4729620 w 6858000"/>
              <a:gd name="connsiteY1093" fmla="*/ 3310785 h 6858000"/>
              <a:gd name="connsiteX1094" fmla="*/ 4493191 w 6858000"/>
              <a:gd name="connsiteY1094" fmla="*/ 3310785 h 6858000"/>
              <a:gd name="connsiteX1095" fmla="*/ 4729620 w 6858000"/>
              <a:gd name="connsiteY1095" fmla="*/ 3310785 h 6858000"/>
              <a:gd name="connsiteX1096" fmla="*/ 4729620 w 6858000"/>
              <a:gd name="connsiteY1096" fmla="*/ 3547215 h 6858000"/>
              <a:gd name="connsiteX1097" fmla="*/ 4966135 w 6858000"/>
              <a:gd name="connsiteY1097" fmla="*/ 3547215 h 6858000"/>
              <a:gd name="connsiteX1098" fmla="*/ 4966135 w 6858000"/>
              <a:gd name="connsiteY1098" fmla="*/ 3310785 h 6858000"/>
              <a:gd name="connsiteX1099" fmla="*/ 4729620 w 6858000"/>
              <a:gd name="connsiteY1099" fmla="*/ 3310785 h 6858000"/>
              <a:gd name="connsiteX1100" fmla="*/ 4966135 w 6858000"/>
              <a:gd name="connsiteY1100" fmla="*/ 3310785 h 6858000"/>
              <a:gd name="connsiteX1101" fmla="*/ 4966135 w 6858000"/>
              <a:gd name="connsiteY1101" fmla="*/ 3547215 h 6858000"/>
              <a:gd name="connsiteX1102" fmla="*/ 5202651 w 6858000"/>
              <a:gd name="connsiteY1102" fmla="*/ 3547215 h 6858000"/>
              <a:gd name="connsiteX1103" fmla="*/ 5202651 w 6858000"/>
              <a:gd name="connsiteY1103" fmla="*/ 3310785 h 6858000"/>
              <a:gd name="connsiteX1104" fmla="*/ 4966135 w 6858000"/>
              <a:gd name="connsiteY1104" fmla="*/ 3310785 h 6858000"/>
              <a:gd name="connsiteX1105" fmla="*/ 5202651 w 6858000"/>
              <a:gd name="connsiteY1105" fmla="*/ 3310785 h 6858000"/>
              <a:gd name="connsiteX1106" fmla="*/ 5202651 w 6858000"/>
              <a:gd name="connsiteY1106" fmla="*/ 3547215 h 6858000"/>
              <a:gd name="connsiteX1107" fmla="*/ 5439080 w 6858000"/>
              <a:gd name="connsiteY1107" fmla="*/ 3547215 h 6858000"/>
              <a:gd name="connsiteX1108" fmla="*/ 5439080 w 6858000"/>
              <a:gd name="connsiteY1108" fmla="*/ 3310785 h 6858000"/>
              <a:gd name="connsiteX1109" fmla="*/ 5202651 w 6858000"/>
              <a:gd name="connsiteY1109" fmla="*/ 3310785 h 6858000"/>
              <a:gd name="connsiteX1110" fmla="*/ 5439080 w 6858000"/>
              <a:gd name="connsiteY1110" fmla="*/ 3310785 h 6858000"/>
              <a:gd name="connsiteX1111" fmla="*/ 5439080 w 6858000"/>
              <a:gd name="connsiteY1111" fmla="*/ 3547215 h 6858000"/>
              <a:gd name="connsiteX1112" fmla="*/ 5675595 w 6858000"/>
              <a:gd name="connsiteY1112" fmla="*/ 3547215 h 6858000"/>
              <a:gd name="connsiteX1113" fmla="*/ 5675595 w 6858000"/>
              <a:gd name="connsiteY1113" fmla="*/ 3310785 h 6858000"/>
              <a:gd name="connsiteX1114" fmla="*/ 5439080 w 6858000"/>
              <a:gd name="connsiteY1114" fmla="*/ 3310785 h 6858000"/>
              <a:gd name="connsiteX1115" fmla="*/ 5675595 w 6858000"/>
              <a:gd name="connsiteY1115" fmla="*/ 3310785 h 6858000"/>
              <a:gd name="connsiteX1116" fmla="*/ 5675595 w 6858000"/>
              <a:gd name="connsiteY1116" fmla="*/ 3547215 h 6858000"/>
              <a:gd name="connsiteX1117" fmla="*/ 5912110 w 6858000"/>
              <a:gd name="connsiteY1117" fmla="*/ 3547215 h 6858000"/>
              <a:gd name="connsiteX1118" fmla="*/ 5912110 w 6858000"/>
              <a:gd name="connsiteY1118" fmla="*/ 3310785 h 6858000"/>
              <a:gd name="connsiteX1119" fmla="*/ 5675595 w 6858000"/>
              <a:gd name="connsiteY1119" fmla="*/ 3310785 h 6858000"/>
              <a:gd name="connsiteX1120" fmla="*/ 6385056 w 6858000"/>
              <a:gd name="connsiteY1120" fmla="*/ 3310785 h 6858000"/>
              <a:gd name="connsiteX1121" fmla="*/ 6385056 w 6858000"/>
              <a:gd name="connsiteY1121" fmla="*/ 3547215 h 6858000"/>
              <a:gd name="connsiteX1122" fmla="*/ 6621485 w 6858000"/>
              <a:gd name="connsiteY1122" fmla="*/ 3547215 h 6858000"/>
              <a:gd name="connsiteX1123" fmla="*/ 6621485 w 6858000"/>
              <a:gd name="connsiteY1123" fmla="*/ 3310785 h 6858000"/>
              <a:gd name="connsiteX1124" fmla="*/ 6385056 w 6858000"/>
              <a:gd name="connsiteY1124" fmla="*/ 3310785 h 6858000"/>
              <a:gd name="connsiteX1125" fmla="*/ 6621485 w 6858000"/>
              <a:gd name="connsiteY1125" fmla="*/ 3310785 h 6858000"/>
              <a:gd name="connsiteX1126" fmla="*/ 6621485 w 6858000"/>
              <a:gd name="connsiteY1126" fmla="*/ 3547215 h 6858000"/>
              <a:gd name="connsiteX1127" fmla="*/ 6858000 w 6858000"/>
              <a:gd name="connsiteY1127" fmla="*/ 3547215 h 6858000"/>
              <a:gd name="connsiteX1128" fmla="*/ 6858000 w 6858000"/>
              <a:gd name="connsiteY1128" fmla="*/ 3310785 h 6858000"/>
              <a:gd name="connsiteX1129" fmla="*/ 6621485 w 6858000"/>
              <a:gd name="connsiteY1129" fmla="*/ 3310785 h 6858000"/>
              <a:gd name="connsiteX1130" fmla="*/ 0 w 6858000"/>
              <a:gd name="connsiteY1130" fmla="*/ 3547215 h 6858000"/>
              <a:gd name="connsiteX1131" fmla="*/ 0 w 6858000"/>
              <a:gd name="connsiteY1131" fmla="*/ 3783730 h 6858000"/>
              <a:gd name="connsiteX1132" fmla="*/ 236515 w 6858000"/>
              <a:gd name="connsiteY1132" fmla="*/ 3783730 h 6858000"/>
              <a:gd name="connsiteX1133" fmla="*/ 236515 w 6858000"/>
              <a:gd name="connsiteY1133" fmla="*/ 3547215 h 6858000"/>
              <a:gd name="connsiteX1134" fmla="*/ 0 w 6858000"/>
              <a:gd name="connsiteY1134" fmla="*/ 3547215 h 6858000"/>
              <a:gd name="connsiteX1135" fmla="*/ 472945 w 6858000"/>
              <a:gd name="connsiteY1135" fmla="*/ 3547215 h 6858000"/>
              <a:gd name="connsiteX1136" fmla="*/ 472945 w 6858000"/>
              <a:gd name="connsiteY1136" fmla="*/ 3783730 h 6858000"/>
              <a:gd name="connsiteX1137" fmla="*/ 709460 w 6858000"/>
              <a:gd name="connsiteY1137" fmla="*/ 3783730 h 6858000"/>
              <a:gd name="connsiteX1138" fmla="*/ 709460 w 6858000"/>
              <a:gd name="connsiteY1138" fmla="*/ 3547215 h 6858000"/>
              <a:gd name="connsiteX1139" fmla="*/ 472945 w 6858000"/>
              <a:gd name="connsiteY1139" fmla="*/ 3547215 h 6858000"/>
              <a:gd name="connsiteX1140" fmla="*/ 945890 w 6858000"/>
              <a:gd name="connsiteY1140" fmla="*/ 3547215 h 6858000"/>
              <a:gd name="connsiteX1141" fmla="*/ 945890 w 6858000"/>
              <a:gd name="connsiteY1141" fmla="*/ 3783730 h 6858000"/>
              <a:gd name="connsiteX1142" fmla="*/ 1182405 w 6858000"/>
              <a:gd name="connsiteY1142" fmla="*/ 3783730 h 6858000"/>
              <a:gd name="connsiteX1143" fmla="*/ 1182405 w 6858000"/>
              <a:gd name="connsiteY1143" fmla="*/ 3547215 h 6858000"/>
              <a:gd name="connsiteX1144" fmla="*/ 945890 w 6858000"/>
              <a:gd name="connsiteY1144" fmla="*/ 3547215 h 6858000"/>
              <a:gd name="connsiteX1145" fmla="*/ 1182405 w 6858000"/>
              <a:gd name="connsiteY1145" fmla="*/ 3547215 h 6858000"/>
              <a:gd name="connsiteX1146" fmla="*/ 1182405 w 6858000"/>
              <a:gd name="connsiteY1146" fmla="*/ 3783730 h 6858000"/>
              <a:gd name="connsiteX1147" fmla="*/ 1418920 w 6858000"/>
              <a:gd name="connsiteY1147" fmla="*/ 3783730 h 6858000"/>
              <a:gd name="connsiteX1148" fmla="*/ 1418920 w 6858000"/>
              <a:gd name="connsiteY1148" fmla="*/ 3547215 h 6858000"/>
              <a:gd name="connsiteX1149" fmla="*/ 1182405 w 6858000"/>
              <a:gd name="connsiteY1149" fmla="*/ 3547215 h 6858000"/>
              <a:gd name="connsiteX1150" fmla="*/ 1655350 w 6858000"/>
              <a:gd name="connsiteY1150" fmla="*/ 3547215 h 6858000"/>
              <a:gd name="connsiteX1151" fmla="*/ 1655350 w 6858000"/>
              <a:gd name="connsiteY1151" fmla="*/ 3783730 h 6858000"/>
              <a:gd name="connsiteX1152" fmla="*/ 1891865 w 6858000"/>
              <a:gd name="connsiteY1152" fmla="*/ 3783730 h 6858000"/>
              <a:gd name="connsiteX1153" fmla="*/ 1891865 w 6858000"/>
              <a:gd name="connsiteY1153" fmla="*/ 3547215 h 6858000"/>
              <a:gd name="connsiteX1154" fmla="*/ 1655350 w 6858000"/>
              <a:gd name="connsiteY1154" fmla="*/ 3547215 h 6858000"/>
              <a:gd name="connsiteX1155" fmla="*/ 2364810 w 6858000"/>
              <a:gd name="connsiteY1155" fmla="*/ 3547215 h 6858000"/>
              <a:gd name="connsiteX1156" fmla="*/ 2364810 w 6858000"/>
              <a:gd name="connsiteY1156" fmla="*/ 3783730 h 6858000"/>
              <a:gd name="connsiteX1157" fmla="*/ 2601325 w 6858000"/>
              <a:gd name="connsiteY1157" fmla="*/ 3783730 h 6858000"/>
              <a:gd name="connsiteX1158" fmla="*/ 2601325 w 6858000"/>
              <a:gd name="connsiteY1158" fmla="*/ 3547215 h 6858000"/>
              <a:gd name="connsiteX1159" fmla="*/ 2364810 w 6858000"/>
              <a:gd name="connsiteY1159" fmla="*/ 3547215 h 6858000"/>
              <a:gd name="connsiteX1160" fmla="*/ 2601325 w 6858000"/>
              <a:gd name="connsiteY1160" fmla="*/ 3547215 h 6858000"/>
              <a:gd name="connsiteX1161" fmla="*/ 2601325 w 6858000"/>
              <a:gd name="connsiteY1161" fmla="*/ 3783730 h 6858000"/>
              <a:gd name="connsiteX1162" fmla="*/ 2837755 w 6858000"/>
              <a:gd name="connsiteY1162" fmla="*/ 3783730 h 6858000"/>
              <a:gd name="connsiteX1163" fmla="*/ 2837755 w 6858000"/>
              <a:gd name="connsiteY1163" fmla="*/ 3547215 h 6858000"/>
              <a:gd name="connsiteX1164" fmla="*/ 2601325 w 6858000"/>
              <a:gd name="connsiteY1164" fmla="*/ 3547215 h 6858000"/>
              <a:gd name="connsiteX1165" fmla="*/ 3074270 w 6858000"/>
              <a:gd name="connsiteY1165" fmla="*/ 3547215 h 6858000"/>
              <a:gd name="connsiteX1166" fmla="*/ 3074270 w 6858000"/>
              <a:gd name="connsiteY1166" fmla="*/ 3783730 h 6858000"/>
              <a:gd name="connsiteX1167" fmla="*/ 3310785 w 6858000"/>
              <a:gd name="connsiteY1167" fmla="*/ 3783730 h 6858000"/>
              <a:gd name="connsiteX1168" fmla="*/ 3310785 w 6858000"/>
              <a:gd name="connsiteY1168" fmla="*/ 3547215 h 6858000"/>
              <a:gd name="connsiteX1169" fmla="*/ 3074270 w 6858000"/>
              <a:gd name="connsiteY1169" fmla="*/ 3547215 h 6858000"/>
              <a:gd name="connsiteX1170" fmla="*/ 3310785 w 6858000"/>
              <a:gd name="connsiteY1170" fmla="*/ 3547215 h 6858000"/>
              <a:gd name="connsiteX1171" fmla="*/ 3310785 w 6858000"/>
              <a:gd name="connsiteY1171" fmla="*/ 3783730 h 6858000"/>
              <a:gd name="connsiteX1172" fmla="*/ 3547215 w 6858000"/>
              <a:gd name="connsiteY1172" fmla="*/ 3783730 h 6858000"/>
              <a:gd name="connsiteX1173" fmla="*/ 3547215 w 6858000"/>
              <a:gd name="connsiteY1173" fmla="*/ 3547215 h 6858000"/>
              <a:gd name="connsiteX1174" fmla="*/ 3310785 w 6858000"/>
              <a:gd name="connsiteY1174" fmla="*/ 3547215 h 6858000"/>
              <a:gd name="connsiteX1175" fmla="*/ 3783730 w 6858000"/>
              <a:gd name="connsiteY1175" fmla="*/ 3547215 h 6858000"/>
              <a:gd name="connsiteX1176" fmla="*/ 3783730 w 6858000"/>
              <a:gd name="connsiteY1176" fmla="*/ 3783730 h 6858000"/>
              <a:gd name="connsiteX1177" fmla="*/ 4020245 w 6858000"/>
              <a:gd name="connsiteY1177" fmla="*/ 3783730 h 6858000"/>
              <a:gd name="connsiteX1178" fmla="*/ 4020245 w 6858000"/>
              <a:gd name="connsiteY1178" fmla="*/ 3547215 h 6858000"/>
              <a:gd name="connsiteX1179" fmla="*/ 3783730 w 6858000"/>
              <a:gd name="connsiteY1179" fmla="*/ 3547215 h 6858000"/>
              <a:gd name="connsiteX1180" fmla="*/ 4020245 w 6858000"/>
              <a:gd name="connsiteY1180" fmla="*/ 3547215 h 6858000"/>
              <a:gd name="connsiteX1181" fmla="*/ 4020245 w 6858000"/>
              <a:gd name="connsiteY1181" fmla="*/ 3783730 h 6858000"/>
              <a:gd name="connsiteX1182" fmla="*/ 4256675 w 6858000"/>
              <a:gd name="connsiteY1182" fmla="*/ 3783730 h 6858000"/>
              <a:gd name="connsiteX1183" fmla="*/ 4256675 w 6858000"/>
              <a:gd name="connsiteY1183" fmla="*/ 3547215 h 6858000"/>
              <a:gd name="connsiteX1184" fmla="*/ 4020245 w 6858000"/>
              <a:gd name="connsiteY1184" fmla="*/ 3547215 h 6858000"/>
              <a:gd name="connsiteX1185" fmla="*/ 4256675 w 6858000"/>
              <a:gd name="connsiteY1185" fmla="*/ 3547215 h 6858000"/>
              <a:gd name="connsiteX1186" fmla="*/ 4256675 w 6858000"/>
              <a:gd name="connsiteY1186" fmla="*/ 3783730 h 6858000"/>
              <a:gd name="connsiteX1187" fmla="*/ 4493191 w 6858000"/>
              <a:gd name="connsiteY1187" fmla="*/ 3783730 h 6858000"/>
              <a:gd name="connsiteX1188" fmla="*/ 4493191 w 6858000"/>
              <a:gd name="connsiteY1188" fmla="*/ 3547215 h 6858000"/>
              <a:gd name="connsiteX1189" fmla="*/ 4256675 w 6858000"/>
              <a:gd name="connsiteY1189" fmla="*/ 3547215 h 6858000"/>
              <a:gd name="connsiteX1190" fmla="*/ 4493191 w 6858000"/>
              <a:gd name="connsiteY1190" fmla="*/ 3547215 h 6858000"/>
              <a:gd name="connsiteX1191" fmla="*/ 4493191 w 6858000"/>
              <a:gd name="connsiteY1191" fmla="*/ 3783730 h 6858000"/>
              <a:gd name="connsiteX1192" fmla="*/ 4729620 w 6858000"/>
              <a:gd name="connsiteY1192" fmla="*/ 3783730 h 6858000"/>
              <a:gd name="connsiteX1193" fmla="*/ 4729620 w 6858000"/>
              <a:gd name="connsiteY1193" fmla="*/ 3547215 h 6858000"/>
              <a:gd name="connsiteX1194" fmla="*/ 4493191 w 6858000"/>
              <a:gd name="connsiteY1194" fmla="*/ 3547215 h 6858000"/>
              <a:gd name="connsiteX1195" fmla="*/ 4729620 w 6858000"/>
              <a:gd name="connsiteY1195" fmla="*/ 3547215 h 6858000"/>
              <a:gd name="connsiteX1196" fmla="*/ 4729620 w 6858000"/>
              <a:gd name="connsiteY1196" fmla="*/ 3783730 h 6858000"/>
              <a:gd name="connsiteX1197" fmla="*/ 4966135 w 6858000"/>
              <a:gd name="connsiteY1197" fmla="*/ 3783730 h 6858000"/>
              <a:gd name="connsiteX1198" fmla="*/ 4966135 w 6858000"/>
              <a:gd name="connsiteY1198" fmla="*/ 3547215 h 6858000"/>
              <a:gd name="connsiteX1199" fmla="*/ 4729620 w 6858000"/>
              <a:gd name="connsiteY1199" fmla="*/ 3547215 h 6858000"/>
              <a:gd name="connsiteX1200" fmla="*/ 4966135 w 6858000"/>
              <a:gd name="connsiteY1200" fmla="*/ 3547215 h 6858000"/>
              <a:gd name="connsiteX1201" fmla="*/ 4966135 w 6858000"/>
              <a:gd name="connsiteY1201" fmla="*/ 3783730 h 6858000"/>
              <a:gd name="connsiteX1202" fmla="*/ 5202651 w 6858000"/>
              <a:gd name="connsiteY1202" fmla="*/ 3783730 h 6858000"/>
              <a:gd name="connsiteX1203" fmla="*/ 5202651 w 6858000"/>
              <a:gd name="connsiteY1203" fmla="*/ 3547215 h 6858000"/>
              <a:gd name="connsiteX1204" fmla="*/ 4966135 w 6858000"/>
              <a:gd name="connsiteY1204" fmla="*/ 3547215 h 6858000"/>
              <a:gd name="connsiteX1205" fmla="*/ 5202651 w 6858000"/>
              <a:gd name="connsiteY1205" fmla="*/ 3547215 h 6858000"/>
              <a:gd name="connsiteX1206" fmla="*/ 5202651 w 6858000"/>
              <a:gd name="connsiteY1206" fmla="*/ 3783730 h 6858000"/>
              <a:gd name="connsiteX1207" fmla="*/ 5439080 w 6858000"/>
              <a:gd name="connsiteY1207" fmla="*/ 3783730 h 6858000"/>
              <a:gd name="connsiteX1208" fmla="*/ 5439080 w 6858000"/>
              <a:gd name="connsiteY1208" fmla="*/ 3547215 h 6858000"/>
              <a:gd name="connsiteX1209" fmla="*/ 5202651 w 6858000"/>
              <a:gd name="connsiteY1209" fmla="*/ 3547215 h 6858000"/>
              <a:gd name="connsiteX1210" fmla="*/ 5439080 w 6858000"/>
              <a:gd name="connsiteY1210" fmla="*/ 3547215 h 6858000"/>
              <a:gd name="connsiteX1211" fmla="*/ 5439080 w 6858000"/>
              <a:gd name="connsiteY1211" fmla="*/ 3783730 h 6858000"/>
              <a:gd name="connsiteX1212" fmla="*/ 5675595 w 6858000"/>
              <a:gd name="connsiteY1212" fmla="*/ 3783730 h 6858000"/>
              <a:gd name="connsiteX1213" fmla="*/ 5675595 w 6858000"/>
              <a:gd name="connsiteY1213" fmla="*/ 3547215 h 6858000"/>
              <a:gd name="connsiteX1214" fmla="*/ 5439080 w 6858000"/>
              <a:gd name="connsiteY1214" fmla="*/ 3547215 h 6858000"/>
              <a:gd name="connsiteX1215" fmla="*/ 5912110 w 6858000"/>
              <a:gd name="connsiteY1215" fmla="*/ 3547215 h 6858000"/>
              <a:gd name="connsiteX1216" fmla="*/ 5912110 w 6858000"/>
              <a:gd name="connsiteY1216" fmla="*/ 3783730 h 6858000"/>
              <a:gd name="connsiteX1217" fmla="*/ 6148540 w 6858000"/>
              <a:gd name="connsiteY1217" fmla="*/ 3783730 h 6858000"/>
              <a:gd name="connsiteX1218" fmla="*/ 6148540 w 6858000"/>
              <a:gd name="connsiteY1218" fmla="*/ 3547215 h 6858000"/>
              <a:gd name="connsiteX1219" fmla="*/ 5912110 w 6858000"/>
              <a:gd name="connsiteY1219" fmla="*/ 3547215 h 6858000"/>
              <a:gd name="connsiteX1220" fmla="*/ 6148540 w 6858000"/>
              <a:gd name="connsiteY1220" fmla="*/ 3547215 h 6858000"/>
              <a:gd name="connsiteX1221" fmla="*/ 6148540 w 6858000"/>
              <a:gd name="connsiteY1221" fmla="*/ 3783730 h 6858000"/>
              <a:gd name="connsiteX1222" fmla="*/ 6385056 w 6858000"/>
              <a:gd name="connsiteY1222" fmla="*/ 3783730 h 6858000"/>
              <a:gd name="connsiteX1223" fmla="*/ 6385056 w 6858000"/>
              <a:gd name="connsiteY1223" fmla="*/ 3547215 h 6858000"/>
              <a:gd name="connsiteX1224" fmla="*/ 6148540 w 6858000"/>
              <a:gd name="connsiteY1224" fmla="*/ 3547215 h 6858000"/>
              <a:gd name="connsiteX1225" fmla="*/ 6385056 w 6858000"/>
              <a:gd name="connsiteY1225" fmla="*/ 3547215 h 6858000"/>
              <a:gd name="connsiteX1226" fmla="*/ 6385056 w 6858000"/>
              <a:gd name="connsiteY1226" fmla="*/ 3783730 h 6858000"/>
              <a:gd name="connsiteX1227" fmla="*/ 6621485 w 6858000"/>
              <a:gd name="connsiteY1227" fmla="*/ 3783730 h 6858000"/>
              <a:gd name="connsiteX1228" fmla="*/ 6621485 w 6858000"/>
              <a:gd name="connsiteY1228" fmla="*/ 3547215 h 6858000"/>
              <a:gd name="connsiteX1229" fmla="*/ 6385056 w 6858000"/>
              <a:gd name="connsiteY1229" fmla="*/ 3547215 h 6858000"/>
              <a:gd name="connsiteX1230" fmla="*/ 6621485 w 6858000"/>
              <a:gd name="connsiteY1230" fmla="*/ 3547215 h 6858000"/>
              <a:gd name="connsiteX1231" fmla="*/ 6621485 w 6858000"/>
              <a:gd name="connsiteY1231" fmla="*/ 3783730 h 6858000"/>
              <a:gd name="connsiteX1232" fmla="*/ 6858000 w 6858000"/>
              <a:gd name="connsiteY1232" fmla="*/ 3783730 h 6858000"/>
              <a:gd name="connsiteX1233" fmla="*/ 6858000 w 6858000"/>
              <a:gd name="connsiteY1233" fmla="*/ 3547215 h 6858000"/>
              <a:gd name="connsiteX1234" fmla="*/ 6621485 w 6858000"/>
              <a:gd name="connsiteY1234" fmla="*/ 3547215 h 6858000"/>
              <a:gd name="connsiteX1235" fmla="*/ 0 w 6858000"/>
              <a:gd name="connsiteY1235" fmla="*/ 3783730 h 6858000"/>
              <a:gd name="connsiteX1236" fmla="*/ 0 w 6858000"/>
              <a:gd name="connsiteY1236" fmla="*/ 4020245 h 6858000"/>
              <a:gd name="connsiteX1237" fmla="*/ 236515 w 6858000"/>
              <a:gd name="connsiteY1237" fmla="*/ 4020245 h 6858000"/>
              <a:gd name="connsiteX1238" fmla="*/ 236515 w 6858000"/>
              <a:gd name="connsiteY1238" fmla="*/ 3783730 h 6858000"/>
              <a:gd name="connsiteX1239" fmla="*/ 0 w 6858000"/>
              <a:gd name="connsiteY1239" fmla="*/ 3783730 h 6858000"/>
              <a:gd name="connsiteX1240" fmla="*/ 236515 w 6858000"/>
              <a:gd name="connsiteY1240" fmla="*/ 3783730 h 6858000"/>
              <a:gd name="connsiteX1241" fmla="*/ 236515 w 6858000"/>
              <a:gd name="connsiteY1241" fmla="*/ 4020245 h 6858000"/>
              <a:gd name="connsiteX1242" fmla="*/ 472945 w 6858000"/>
              <a:gd name="connsiteY1242" fmla="*/ 4020245 h 6858000"/>
              <a:gd name="connsiteX1243" fmla="*/ 472945 w 6858000"/>
              <a:gd name="connsiteY1243" fmla="*/ 3783730 h 6858000"/>
              <a:gd name="connsiteX1244" fmla="*/ 236515 w 6858000"/>
              <a:gd name="connsiteY1244" fmla="*/ 3783730 h 6858000"/>
              <a:gd name="connsiteX1245" fmla="*/ 472945 w 6858000"/>
              <a:gd name="connsiteY1245" fmla="*/ 3783730 h 6858000"/>
              <a:gd name="connsiteX1246" fmla="*/ 472945 w 6858000"/>
              <a:gd name="connsiteY1246" fmla="*/ 4020245 h 6858000"/>
              <a:gd name="connsiteX1247" fmla="*/ 709460 w 6858000"/>
              <a:gd name="connsiteY1247" fmla="*/ 4020245 h 6858000"/>
              <a:gd name="connsiteX1248" fmla="*/ 709460 w 6858000"/>
              <a:gd name="connsiteY1248" fmla="*/ 3783730 h 6858000"/>
              <a:gd name="connsiteX1249" fmla="*/ 472945 w 6858000"/>
              <a:gd name="connsiteY1249" fmla="*/ 3783730 h 6858000"/>
              <a:gd name="connsiteX1250" fmla="*/ 709460 w 6858000"/>
              <a:gd name="connsiteY1250" fmla="*/ 3783730 h 6858000"/>
              <a:gd name="connsiteX1251" fmla="*/ 709460 w 6858000"/>
              <a:gd name="connsiteY1251" fmla="*/ 4020245 h 6858000"/>
              <a:gd name="connsiteX1252" fmla="*/ 945890 w 6858000"/>
              <a:gd name="connsiteY1252" fmla="*/ 4020245 h 6858000"/>
              <a:gd name="connsiteX1253" fmla="*/ 945890 w 6858000"/>
              <a:gd name="connsiteY1253" fmla="*/ 3783730 h 6858000"/>
              <a:gd name="connsiteX1254" fmla="*/ 709460 w 6858000"/>
              <a:gd name="connsiteY1254" fmla="*/ 3783730 h 6858000"/>
              <a:gd name="connsiteX1255" fmla="*/ 945890 w 6858000"/>
              <a:gd name="connsiteY1255" fmla="*/ 3783730 h 6858000"/>
              <a:gd name="connsiteX1256" fmla="*/ 945890 w 6858000"/>
              <a:gd name="connsiteY1256" fmla="*/ 4020245 h 6858000"/>
              <a:gd name="connsiteX1257" fmla="*/ 1182405 w 6858000"/>
              <a:gd name="connsiteY1257" fmla="*/ 4020245 h 6858000"/>
              <a:gd name="connsiteX1258" fmla="*/ 1182405 w 6858000"/>
              <a:gd name="connsiteY1258" fmla="*/ 3783730 h 6858000"/>
              <a:gd name="connsiteX1259" fmla="*/ 945890 w 6858000"/>
              <a:gd name="connsiteY1259" fmla="*/ 3783730 h 6858000"/>
              <a:gd name="connsiteX1260" fmla="*/ 1182405 w 6858000"/>
              <a:gd name="connsiteY1260" fmla="*/ 3783730 h 6858000"/>
              <a:gd name="connsiteX1261" fmla="*/ 1182405 w 6858000"/>
              <a:gd name="connsiteY1261" fmla="*/ 4020245 h 6858000"/>
              <a:gd name="connsiteX1262" fmla="*/ 1418920 w 6858000"/>
              <a:gd name="connsiteY1262" fmla="*/ 4020245 h 6858000"/>
              <a:gd name="connsiteX1263" fmla="*/ 1418920 w 6858000"/>
              <a:gd name="connsiteY1263" fmla="*/ 3783730 h 6858000"/>
              <a:gd name="connsiteX1264" fmla="*/ 1182405 w 6858000"/>
              <a:gd name="connsiteY1264" fmla="*/ 3783730 h 6858000"/>
              <a:gd name="connsiteX1265" fmla="*/ 1418920 w 6858000"/>
              <a:gd name="connsiteY1265" fmla="*/ 3783730 h 6858000"/>
              <a:gd name="connsiteX1266" fmla="*/ 1418920 w 6858000"/>
              <a:gd name="connsiteY1266" fmla="*/ 4020245 h 6858000"/>
              <a:gd name="connsiteX1267" fmla="*/ 1655350 w 6858000"/>
              <a:gd name="connsiteY1267" fmla="*/ 4020245 h 6858000"/>
              <a:gd name="connsiteX1268" fmla="*/ 1655350 w 6858000"/>
              <a:gd name="connsiteY1268" fmla="*/ 3783730 h 6858000"/>
              <a:gd name="connsiteX1269" fmla="*/ 1418920 w 6858000"/>
              <a:gd name="connsiteY1269" fmla="*/ 3783730 h 6858000"/>
              <a:gd name="connsiteX1270" fmla="*/ 1655350 w 6858000"/>
              <a:gd name="connsiteY1270" fmla="*/ 3783730 h 6858000"/>
              <a:gd name="connsiteX1271" fmla="*/ 1655350 w 6858000"/>
              <a:gd name="connsiteY1271" fmla="*/ 4020245 h 6858000"/>
              <a:gd name="connsiteX1272" fmla="*/ 1891865 w 6858000"/>
              <a:gd name="connsiteY1272" fmla="*/ 4020245 h 6858000"/>
              <a:gd name="connsiteX1273" fmla="*/ 1891865 w 6858000"/>
              <a:gd name="connsiteY1273" fmla="*/ 3783730 h 6858000"/>
              <a:gd name="connsiteX1274" fmla="*/ 1655350 w 6858000"/>
              <a:gd name="connsiteY1274" fmla="*/ 3783730 h 6858000"/>
              <a:gd name="connsiteX1275" fmla="*/ 1891865 w 6858000"/>
              <a:gd name="connsiteY1275" fmla="*/ 3783730 h 6858000"/>
              <a:gd name="connsiteX1276" fmla="*/ 1891865 w 6858000"/>
              <a:gd name="connsiteY1276" fmla="*/ 4020245 h 6858000"/>
              <a:gd name="connsiteX1277" fmla="*/ 2128380 w 6858000"/>
              <a:gd name="connsiteY1277" fmla="*/ 4020245 h 6858000"/>
              <a:gd name="connsiteX1278" fmla="*/ 2128380 w 6858000"/>
              <a:gd name="connsiteY1278" fmla="*/ 3783730 h 6858000"/>
              <a:gd name="connsiteX1279" fmla="*/ 1891865 w 6858000"/>
              <a:gd name="connsiteY1279" fmla="*/ 3783730 h 6858000"/>
              <a:gd name="connsiteX1280" fmla="*/ 2128380 w 6858000"/>
              <a:gd name="connsiteY1280" fmla="*/ 3783730 h 6858000"/>
              <a:gd name="connsiteX1281" fmla="*/ 2128380 w 6858000"/>
              <a:gd name="connsiteY1281" fmla="*/ 4020245 h 6858000"/>
              <a:gd name="connsiteX1282" fmla="*/ 2364810 w 6858000"/>
              <a:gd name="connsiteY1282" fmla="*/ 4020245 h 6858000"/>
              <a:gd name="connsiteX1283" fmla="*/ 2364810 w 6858000"/>
              <a:gd name="connsiteY1283" fmla="*/ 3783730 h 6858000"/>
              <a:gd name="connsiteX1284" fmla="*/ 2128380 w 6858000"/>
              <a:gd name="connsiteY1284" fmla="*/ 3783730 h 6858000"/>
              <a:gd name="connsiteX1285" fmla="*/ 2364810 w 6858000"/>
              <a:gd name="connsiteY1285" fmla="*/ 3783730 h 6858000"/>
              <a:gd name="connsiteX1286" fmla="*/ 2364810 w 6858000"/>
              <a:gd name="connsiteY1286" fmla="*/ 4020245 h 6858000"/>
              <a:gd name="connsiteX1287" fmla="*/ 2601325 w 6858000"/>
              <a:gd name="connsiteY1287" fmla="*/ 4020245 h 6858000"/>
              <a:gd name="connsiteX1288" fmla="*/ 2601325 w 6858000"/>
              <a:gd name="connsiteY1288" fmla="*/ 3783730 h 6858000"/>
              <a:gd name="connsiteX1289" fmla="*/ 2364810 w 6858000"/>
              <a:gd name="connsiteY1289" fmla="*/ 3783730 h 6858000"/>
              <a:gd name="connsiteX1290" fmla="*/ 2837755 w 6858000"/>
              <a:gd name="connsiteY1290" fmla="*/ 3783730 h 6858000"/>
              <a:gd name="connsiteX1291" fmla="*/ 2837755 w 6858000"/>
              <a:gd name="connsiteY1291" fmla="*/ 4020245 h 6858000"/>
              <a:gd name="connsiteX1292" fmla="*/ 3074270 w 6858000"/>
              <a:gd name="connsiteY1292" fmla="*/ 4020245 h 6858000"/>
              <a:gd name="connsiteX1293" fmla="*/ 3074270 w 6858000"/>
              <a:gd name="connsiteY1293" fmla="*/ 3783730 h 6858000"/>
              <a:gd name="connsiteX1294" fmla="*/ 2837755 w 6858000"/>
              <a:gd name="connsiteY1294" fmla="*/ 3783730 h 6858000"/>
              <a:gd name="connsiteX1295" fmla="*/ 4256675 w 6858000"/>
              <a:gd name="connsiteY1295" fmla="*/ 3783730 h 6858000"/>
              <a:gd name="connsiteX1296" fmla="*/ 4256675 w 6858000"/>
              <a:gd name="connsiteY1296" fmla="*/ 4020245 h 6858000"/>
              <a:gd name="connsiteX1297" fmla="*/ 4493191 w 6858000"/>
              <a:gd name="connsiteY1297" fmla="*/ 4020245 h 6858000"/>
              <a:gd name="connsiteX1298" fmla="*/ 4493191 w 6858000"/>
              <a:gd name="connsiteY1298" fmla="*/ 3783730 h 6858000"/>
              <a:gd name="connsiteX1299" fmla="*/ 4256675 w 6858000"/>
              <a:gd name="connsiteY1299" fmla="*/ 3783730 h 6858000"/>
              <a:gd name="connsiteX1300" fmla="*/ 4729620 w 6858000"/>
              <a:gd name="connsiteY1300" fmla="*/ 3783730 h 6858000"/>
              <a:gd name="connsiteX1301" fmla="*/ 4729620 w 6858000"/>
              <a:gd name="connsiteY1301" fmla="*/ 4020245 h 6858000"/>
              <a:gd name="connsiteX1302" fmla="*/ 4966135 w 6858000"/>
              <a:gd name="connsiteY1302" fmla="*/ 4020245 h 6858000"/>
              <a:gd name="connsiteX1303" fmla="*/ 4966135 w 6858000"/>
              <a:gd name="connsiteY1303" fmla="*/ 3783730 h 6858000"/>
              <a:gd name="connsiteX1304" fmla="*/ 4729620 w 6858000"/>
              <a:gd name="connsiteY1304" fmla="*/ 3783730 h 6858000"/>
              <a:gd name="connsiteX1305" fmla="*/ 5675595 w 6858000"/>
              <a:gd name="connsiteY1305" fmla="*/ 3783730 h 6858000"/>
              <a:gd name="connsiteX1306" fmla="*/ 5675595 w 6858000"/>
              <a:gd name="connsiteY1306" fmla="*/ 4020245 h 6858000"/>
              <a:gd name="connsiteX1307" fmla="*/ 5912110 w 6858000"/>
              <a:gd name="connsiteY1307" fmla="*/ 4020245 h 6858000"/>
              <a:gd name="connsiteX1308" fmla="*/ 5912110 w 6858000"/>
              <a:gd name="connsiteY1308" fmla="*/ 3783730 h 6858000"/>
              <a:gd name="connsiteX1309" fmla="*/ 5675595 w 6858000"/>
              <a:gd name="connsiteY1309" fmla="*/ 3783730 h 6858000"/>
              <a:gd name="connsiteX1310" fmla="*/ 6385056 w 6858000"/>
              <a:gd name="connsiteY1310" fmla="*/ 3783730 h 6858000"/>
              <a:gd name="connsiteX1311" fmla="*/ 6385056 w 6858000"/>
              <a:gd name="connsiteY1311" fmla="*/ 4020245 h 6858000"/>
              <a:gd name="connsiteX1312" fmla="*/ 6621485 w 6858000"/>
              <a:gd name="connsiteY1312" fmla="*/ 4020245 h 6858000"/>
              <a:gd name="connsiteX1313" fmla="*/ 6621485 w 6858000"/>
              <a:gd name="connsiteY1313" fmla="*/ 3783730 h 6858000"/>
              <a:gd name="connsiteX1314" fmla="*/ 6385056 w 6858000"/>
              <a:gd name="connsiteY1314" fmla="*/ 3783730 h 6858000"/>
              <a:gd name="connsiteX1315" fmla="*/ 6621485 w 6858000"/>
              <a:gd name="connsiteY1315" fmla="*/ 3783730 h 6858000"/>
              <a:gd name="connsiteX1316" fmla="*/ 6621485 w 6858000"/>
              <a:gd name="connsiteY1316" fmla="*/ 4020245 h 6858000"/>
              <a:gd name="connsiteX1317" fmla="*/ 6858000 w 6858000"/>
              <a:gd name="connsiteY1317" fmla="*/ 4020245 h 6858000"/>
              <a:gd name="connsiteX1318" fmla="*/ 6858000 w 6858000"/>
              <a:gd name="connsiteY1318" fmla="*/ 3783730 h 6858000"/>
              <a:gd name="connsiteX1319" fmla="*/ 6621485 w 6858000"/>
              <a:gd name="connsiteY1319" fmla="*/ 3783730 h 6858000"/>
              <a:gd name="connsiteX1320" fmla="*/ 0 w 6858000"/>
              <a:gd name="connsiteY1320" fmla="*/ 4020245 h 6858000"/>
              <a:gd name="connsiteX1321" fmla="*/ 0 w 6858000"/>
              <a:gd name="connsiteY1321" fmla="*/ 4256675 h 6858000"/>
              <a:gd name="connsiteX1322" fmla="*/ 236515 w 6858000"/>
              <a:gd name="connsiteY1322" fmla="*/ 4256675 h 6858000"/>
              <a:gd name="connsiteX1323" fmla="*/ 236515 w 6858000"/>
              <a:gd name="connsiteY1323" fmla="*/ 4020245 h 6858000"/>
              <a:gd name="connsiteX1324" fmla="*/ 0 w 6858000"/>
              <a:gd name="connsiteY1324" fmla="*/ 4020245 h 6858000"/>
              <a:gd name="connsiteX1325" fmla="*/ 236515 w 6858000"/>
              <a:gd name="connsiteY1325" fmla="*/ 4020245 h 6858000"/>
              <a:gd name="connsiteX1326" fmla="*/ 236515 w 6858000"/>
              <a:gd name="connsiteY1326" fmla="*/ 4256675 h 6858000"/>
              <a:gd name="connsiteX1327" fmla="*/ 472945 w 6858000"/>
              <a:gd name="connsiteY1327" fmla="*/ 4256675 h 6858000"/>
              <a:gd name="connsiteX1328" fmla="*/ 472945 w 6858000"/>
              <a:gd name="connsiteY1328" fmla="*/ 4020245 h 6858000"/>
              <a:gd name="connsiteX1329" fmla="*/ 236515 w 6858000"/>
              <a:gd name="connsiteY1329" fmla="*/ 4020245 h 6858000"/>
              <a:gd name="connsiteX1330" fmla="*/ 709460 w 6858000"/>
              <a:gd name="connsiteY1330" fmla="*/ 4020245 h 6858000"/>
              <a:gd name="connsiteX1331" fmla="*/ 709460 w 6858000"/>
              <a:gd name="connsiteY1331" fmla="*/ 4256675 h 6858000"/>
              <a:gd name="connsiteX1332" fmla="*/ 945890 w 6858000"/>
              <a:gd name="connsiteY1332" fmla="*/ 4256675 h 6858000"/>
              <a:gd name="connsiteX1333" fmla="*/ 945890 w 6858000"/>
              <a:gd name="connsiteY1333" fmla="*/ 4020245 h 6858000"/>
              <a:gd name="connsiteX1334" fmla="*/ 709460 w 6858000"/>
              <a:gd name="connsiteY1334" fmla="*/ 4020245 h 6858000"/>
              <a:gd name="connsiteX1335" fmla="*/ 945890 w 6858000"/>
              <a:gd name="connsiteY1335" fmla="*/ 4020245 h 6858000"/>
              <a:gd name="connsiteX1336" fmla="*/ 945890 w 6858000"/>
              <a:gd name="connsiteY1336" fmla="*/ 4256675 h 6858000"/>
              <a:gd name="connsiteX1337" fmla="*/ 1182405 w 6858000"/>
              <a:gd name="connsiteY1337" fmla="*/ 4256675 h 6858000"/>
              <a:gd name="connsiteX1338" fmla="*/ 1182405 w 6858000"/>
              <a:gd name="connsiteY1338" fmla="*/ 4020245 h 6858000"/>
              <a:gd name="connsiteX1339" fmla="*/ 945890 w 6858000"/>
              <a:gd name="connsiteY1339" fmla="*/ 4020245 h 6858000"/>
              <a:gd name="connsiteX1340" fmla="*/ 1891865 w 6858000"/>
              <a:gd name="connsiteY1340" fmla="*/ 4020245 h 6858000"/>
              <a:gd name="connsiteX1341" fmla="*/ 1891865 w 6858000"/>
              <a:gd name="connsiteY1341" fmla="*/ 4256675 h 6858000"/>
              <a:gd name="connsiteX1342" fmla="*/ 2128380 w 6858000"/>
              <a:gd name="connsiteY1342" fmla="*/ 4256675 h 6858000"/>
              <a:gd name="connsiteX1343" fmla="*/ 2128380 w 6858000"/>
              <a:gd name="connsiteY1343" fmla="*/ 4020245 h 6858000"/>
              <a:gd name="connsiteX1344" fmla="*/ 1891865 w 6858000"/>
              <a:gd name="connsiteY1344" fmla="*/ 4020245 h 6858000"/>
              <a:gd name="connsiteX1345" fmla="*/ 2364810 w 6858000"/>
              <a:gd name="connsiteY1345" fmla="*/ 4020245 h 6858000"/>
              <a:gd name="connsiteX1346" fmla="*/ 2364810 w 6858000"/>
              <a:gd name="connsiteY1346" fmla="*/ 4256675 h 6858000"/>
              <a:gd name="connsiteX1347" fmla="*/ 2601325 w 6858000"/>
              <a:gd name="connsiteY1347" fmla="*/ 4256675 h 6858000"/>
              <a:gd name="connsiteX1348" fmla="*/ 2601325 w 6858000"/>
              <a:gd name="connsiteY1348" fmla="*/ 4020245 h 6858000"/>
              <a:gd name="connsiteX1349" fmla="*/ 2364810 w 6858000"/>
              <a:gd name="connsiteY1349" fmla="*/ 4020245 h 6858000"/>
              <a:gd name="connsiteX1350" fmla="*/ 2601325 w 6858000"/>
              <a:gd name="connsiteY1350" fmla="*/ 4020245 h 6858000"/>
              <a:gd name="connsiteX1351" fmla="*/ 2601325 w 6858000"/>
              <a:gd name="connsiteY1351" fmla="*/ 4256675 h 6858000"/>
              <a:gd name="connsiteX1352" fmla="*/ 2837755 w 6858000"/>
              <a:gd name="connsiteY1352" fmla="*/ 4256675 h 6858000"/>
              <a:gd name="connsiteX1353" fmla="*/ 2837755 w 6858000"/>
              <a:gd name="connsiteY1353" fmla="*/ 4020245 h 6858000"/>
              <a:gd name="connsiteX1354" fmla="*/ 2601325 w 6858000"/>
              <a:gd name="connsiteY1354" fmla="*/ 4020245 h 6858000"/>
              <a:gd name="connsiteX1355" fmla="*/ 3310785 w 6858000"/>
              <a:gd name="connsiteY1355" fmla="*/ 4020245 h 6858000"/>
              <a:gd name="connsiteX1356" fmla="*/ 3310785 w 6858000"/>
              <a:gd name="connsiteY1356" fmla="*/ 4256675 h 6858000"/>
              <a:gd name="connsiteX1357" fmla="*/ 3547215 w 6858000"/>
              <a:gd name="connsiteY1357" fmla="*/ 4256675 h 6858000"/>
              <a:gd name="connsiteX1358" fmla="*/ 3547215 w 6858000"/>
              <a:gd name="connsiteY1358" fmla="*/ 4020245 h 6858000"/>
              <a:gd name="connsiteX1359" fmla="*/ 3310785 w 6858000"/>
              <a:gd name="connsiteY1359" fmla="*/ 4020245 h 6858000"/>
              <a:gd name="connsiteX1360" fmla="*/ 4020245 w 6858000"/>
              <a:gd name="connsiteY1360" fmla="*/ 4020245 h 6858000"/>
              <a:gd name="connsiteX1361" fmla="*/ 4020245 w 6858000"/>
              <a:gd name="connsiteY1361" fmla="*/ 4256675 h 6858000"/>
              <a:gd name="connsiteX1362" fmla="*/ 4256675 w 6858000"/>
              <a:gd name="connsiteY1362" fmla="*/ 4256675 h 6858000"/>
              <a:gd name="connsiteX1363" fmla="*/ 4256675 w 6858000"/>
              <a:gd name="connsiteY1363" fmla="*/ 4020245 h 6858000"/>
              <a:gd name="connsiteX1364" fmla="*/ 4020245 w 6858000"/>
              <a:gd name="connsiteY1364" fmla="*/ 4020245 h 6858000"/>
              <a:gd name="connsiteX1365" fmla="*/ 4729620 w 6858000"/>
              <a:gd name="connsiteY1365" fmla="*/ 4020245 h 6858000"/>
              <a:gd name="connsiteX1366" fmla="*/ 4729620 w 6858000"/>
              <a:gd name="connsiteY1366" fmla="*/ 4256675 h 6858000"/>
              <a:gd name="connsiteX1367" fmla="*/ 4966135 w 6858000"/>
              <a:gd name="connsiteY1367" fmla="*/ 4256675 h 6858000"/>
              <a:gd name="connsiteX1368" fmla="*/ 4966135 w 6858000"/>
              <a:gd name="connsiteY1368" fmla="*/ 4020245 h 6858000"/>
              <a:gd name="connsiteX1369" fmla="*/ 4729620 w 6858000"/>
              <a:gd name="connsiteY1369" fmla="*/ 4020245 h 6858000"/>
              <a:gd name="connsiteX1370" fmla="*/ 5202651 w 6858000"/>
              <a:gd name="connsiteY1370" fmla="*/ 4020245 h 6858000"/>
              <a:gd name="connsiteX1371" fmla="*/ 5202651 w 6858000"/>
              <a:gd name="connsiteY1371" fmla="*/ 4256675 h 6858000"/>
              <a:gd name="connsiteX1372" fmla="*/ 5439080 w 6858000"/>
              <a:gd name="connsiteY1372" fmla="*/ 4256675 h 6858000"/>
              <a:gd name="connsiteX1373" fmla="*/ 5439080 w 6858000"/>
              <a:gd name="connsiteY1373" fmla="*/ 4020245 h 6858000"/>
              <a:gd name="connsiteX1374" fmla="*/ 5202651 w 6858000"/>
              <a:gd name="connsiteY1374" fmla="*/ 4020245 h 6858000"/>
              <a:gd name="connsiteX1375" fmla="*/ 5439080 w 6858000"/>
              <a:gd name="connsiteY1375" fmla="*/ 4020245 h 6858000"/>
              <a:gd name="connsiteX1376" fmla="*/ 5439080 w 6858000"/>
              <a:gd name="connsiteY1376" fmla="*/ 4256675 h 6858000"/>
              <a:gd name="connsiteX1377" fmla="*/ 5675595 w 6858000"/>
              <a:gd name="connsiteY1377" fmla="*/ 4256675 h 6858000"/>
              <a:gd name="connsiteX1378" fmla="*/ 5675595 w 6858000"/>
              <a:gd name="connsiteY1378" fmla="*/ 4020245 h 6858000"/>
              <a:gd name="connsiteX1379" fmla="*/ 5439080 w 6858000"/>
              <a:gd name="connsiteY1379" fmla="*/ 4020245 h 6858000"/>
              <a:gd name="connsiteX1380" fmla="*/ 5912110 w 6858000"/>
              <a:gd name="connsiteY1380" fmla="*/ 4020245 h 6858000"/>
              <a:gd name="connsiteX1381" fmla="*/ 5912110 w 6858000"/>
              <a:gd name="connsiteY1381" fmla="*/ 4256675 h 6858000"/>
              <a:gd name="connsiteX1382" fmla="*/ 6148540 w 6858000"/>
              <a:gd name="connsiteY1382" fmla="*/ 4256675 h 6858000"/>
              <a:gd name="connsiteX1383" fmla="*/ 6148540 w 6858000"/>
              <a:gd name="connsiteY1383" fmla="*/ 4020245 h 6858000"/>
              <a:gd name="connsiteX1384" fmla="*/ 5912110 w 6858000"/>
              <a:gd name="connsiteY1384" fmla="*/ 4020245 h 6858000"/>
              <a:gd name="connsiteX1385" fmla="*/ 0 w 6858000"/>
              <a:gd name="connsiteY1385" fmla="*/ 4256675 h 6858000"/>
              <a:gd name="connsiteX1386" fmla="*/ 0 w 6858000"/>
              <a:gd name="connsiteY1386" fmla="*/ 4493191 h 6858000"/>
              <a:gd name="connsiteX1387" fmla="*/ 236515 w 6858000"/>
              <a:gd name="connsiteY1387" fmla="*/ 4493191 h 6858000"/>
              <a:gd name="connsiteX1388" fmla="*/ 236515 w 6858000"/>
              <a:gd name="connsiteY1388" fmla="*/ 4256675 h 6858000"/>
              <a:gd name="connsiteX1389" fmla="*/ 0 w 6858000"/>
              <a:gd name="connsiteY1389" fmla="*/ 4256675 h 6858000"/>
              <a:gd name="connsiteX1390" fmla="*/ 236515 w 6858000"/>
              <a:gd name="connsiteY1390" fmla="*/ 4256675 h 6858000"/>
              <a:gd name="connsiteX1391" fmla="*/ 236515 w 6858000"/>
              <a:gd name="connsiteY1391" fmla="*/ 4493191 h 6858000"/>
              <a:gd name="connsiteX1392" fmla="*/ 472945 w 6858000"/>
              <a:gd name="connsiteY1392" fmla="*/ 4493191 h 6858000"/>
              <a:gd name="connsiteX1393" fmla="*/ 472945 w 6858000"/>
              <a:gd name="connsiteY1393" fmla="*/ 4256675 h 6858000"/>
              <a:gd name="connsiteX1394" fmla="*/ 236515 w 6858000"/>
              <a:gd name="connsiteY1394" fmla="*/ 4256675 h 6858000"/>
              <a:gd name="connsiteX1395" fmla="*/ 472945 w 6858000"/>
              <a:gd name="connsiteY1395" fmla="*/ 4256675 h 6858000"/>
              <a:gd name="connsiteX1396" fmla="*/ 472945 w 6858000"/>
              <a:gd name="connsiteY1396" fmla="*/ 4493191 h 6858000"/>
              <a:gd name="connsiteX1397" fmla="*/ 709460 w 6858000"/>
              <a:gd name="connsiteY1397" fmla="*/ 4493191 h 6858000"/>
              <a:gd name="connsiteX1398" fmla="*/ 709460 w 6858000"/>
              <a:gd name="connsiteY1398" fmla="*/ 4256675 h 6858000"/>
              <a:gd name="connsiteX1399" fmla="*/ 472945 w 6858000"/>
              <a:gd name="connsiteY1399" fmla="*/ 4256675 h 6858000"/>
              <a:gd name="connsiteX1400" fmla="*/ 1182405 w 6858000"/>
              <a:gd name="connsiteY1400" fmla="*/ 4256675 h 6858000"/>
              <a:gd name="connsiteX1401" fmla="*/ 1182405 w 6858000"/>
              <a:gd name="connsiteY1401" fmla="*/ 4493191 h 6858000"/>
              <a:gd name="connsiteX1402" fmla="*/ 1418920 w 6858000"/>
              <a:gd name="connsiteY1402" fmla="*/ 4493191 h 6858000"/>
              <a:gd name="connsiteX1403" fmla="*/ 1418920 w 6858000"/>
              <a:gd name="connsiteY1403" fmla="*/ 4256675 h 6858000"/>
              <a:gd name="connsiteX1404" fmla="*/ 1182405 w 6858000"/>
              <a:gd name="connsiteY1404" fmla="*/ 4256675 h 6858000"/>
              <a:gd name="connsiteX1405" fmla="*/ 1418920 w 6858000"/>
              <a:gd name="connsiteY1405" fmla="*/ 4256675 h 6858000"/>
              <a:gd name="connsiteX1406" fmla="*/ 1418920 w 6858000"/>
              <a:gd name="connsiteY1406" fmla="*/ 4493191 h 6858000"/>
              <a:gd name="connsiteX1407" fmla="*/ 1655350 w 6858000"/>
              <a:gd name="connsiteY1407" fmla="*/ 4493191 h 6858000"/>
              <a:gd name="connsiteX1408" fmla="*/ 1655350 w 6858000"/>
              <a:gd name="connsiteY1408" fmla="*/ 4256675 h 6858000"/>
              <a:gd name="connsiteX1409" fmla="*/ 1418920 w 6858000"/>
              <a:gd name="connsiteY1409" fmla="*/ 4256675 h 6858000"/>
              <a:gd name="connsiteX1410" fmla="*/ 1655350 w 6858000"/>
              <a:gd name="connsiteY1410" fmla="*/ 4256675 h 6858000"/>
              <a:gd name="connsiteX1411" fmla="*/ 1655350 w 6858000"/>
              <a:gd name="connsiteY1411" fmla="*/ 4493191 h 6858000"/>
              <a:gd name="connsiteX1412" fmla="*/ 1891865 w 6858000"/>
              <a:gd name="connsiteY1412" fmla="*/ 4493191 h 6858000"/>
              <a:gd name="connsiteX1413" fmla="*/ 1891865 w 6858000"/>
              <a:gd name="connsiteY1413" fmla="*/ 4256675 h 6858000"/>
              <a:gd name="connsiteX1414" fmla="*/ 1655350 w 6858000"/>
              <a:gd name="connsiteY1414" fmla="*/ 4256675 h 6858000"/>
              <a:gd name="connsiteX1415" fmla="*/ 3310785 w 6858000"/>
              <a:gd name="connsiteY1415" fmla="*/ 4256675 h 6858000"/>
              <a:gd name="connsiteX1416" fmla="*/ 3310785 w 6858000"/>
              <a:gd name="connsiteY1416" fmla="*/ 4493191 h 6858000"/>
              <a:gd name="connsiteX1417" fmla="*/ 3547215 w 6858000"/>
              <a:gd name="connsiteY1417" fmla="*/ 4493191 h 6858000"/>
              <a:gd name="connsiteX1418" fmla="*/ 3547215 w 6858000"/>
              <a:gd name="connsiteY1418" fmla="*/ 4256675 h 6858000"/>
              <a:gd name="connsiteX1419" fmla="*/ 3310785 w 6858000"/>
              <a:gd name="connsiteY1419" fmla="*/ 4256675 h 6858000"/>
              <a:gd name="connsiteX1420" fmla="*/ 4256675 w 6858000"/>
              <a:gd name="connsiteY1420" fmla="*/ 4256675 h 6858000"/>
              <a:gd name="connsiteX1421" fmla="*/ 4256675 w 6858000"/>
              <a:gd name="connsiteY1421" fmla="*/ 4493191 h 6858000"/>
              <a:gd name="connsiteX1422" fmla="*/ 4493191 w 6858000"/>
              <a:gd name="connsiteY1422" fmla="*/ 4493191 h 6858000"/>
              <a:gd name="connsiteX1423" fmla="*/ 4493191 w 6858000"/>
              <a:gd name="connsiteY1423" fmla="*/ 4256675 h 6858000"/>
              <a:gd name="connsiteX1424" fmla="*/ 4256675 w 6858000"/>
              <a:gd name="connsiteY1424" fmla="*/ 4256675 h 6858000"/>
              <a:gd name="connsiteX1425" fmla="*/ 4966135 w 6858000"/>
              <a:gd name="connsiteY1425" fmla="*/ 4256675 h 6858000"/>
              <a:gd name="connsiteX1426" fmla="*/ 4966135 w 6858000"/>
              <a:gd name="connsiteY1426" fmla="*/ 4493191 h 6858000"/>
              <a:gd name="connsiteX1427" fmla="*/ 5202651 w 6858000"/>
              <a:gd name="connsiteY1427" fmla="*/ 4493191 h 6858000"/>
              <a:gd name="connsiteX1428" fmla="*/ 5202651 w 6858000"/>
              <a:gd name="connsiteY1428" fmla="*/ 4256675 h 6858000"/>
              <a:gd name="connsiteX1429" fmla="*/ 4966135 w 6858000"/>
              <a:gd name="connsiteY1429" fmla="*/ 4256675 h 6858000"/>
              <a:gd name="connsiteX1430" fmla="*/ 5912110 w 6858000"/>
              <a:gd name="connsiteY1430" fmla="*/ 4256675 h 6858000"/>
              <a:gd name="connsiteX1431" fmla="*/ 5912110 w 6858000"/>
              <a:gd name="connsiteY1431" fmla="*/ 4493191 h 6858000"/>
              <a:gd name="connsiteX1432" fmla="*/ 6148540 w 6858000"/>
              <a:gd name="connsiteY1432" fmla="*/ 4493191 h 6858000"/>
              <a:gd name="connsiteX1433" fmla="*/ 6148540 w 6858000"/>
              <a:gd name="connsiteY1433" fmla="*/ 4256675 h 6858000"/>
              <a:gd name="connsiteX1434" fmla="*/ 5912110 w 6858000"/>
              <a:gd name="connsiteY1434" fmla="*/ 4256675 h 6858000"/>
              <a:gd name="connsiteX1435" fmla="*/ 6385056 w 6858000"/>
              <a:gd name="connsiteY1435" fmla="*/ 4256675 h 6858000"/>
              <a:gd name="connsiteX1436" fmla="*/ 6385056 w 6858000"/>
              <a:gd name="connsiteY1436" fmla="*/ 4493191 h 6858000"/>
              <a:gd name="connsiteX1437" fmla="*/ 6621485 w 6858000"/>
              <a:gd name="connsiteY1437" fmla="*/ 4493191 h 6858000"/>
              <a:gd name="connsiteX1438" fmla="*/ 6621485 w 6858000"/>
              <a:gd name="connsiteY1438" fmla="*/ 4256675 h 6858000"/>
              <a:gd name="connsiteX1439" fmla="*/ 6385056 w 6858000"/>
              <a:gd name="connsiteY1439" fmla="*/ 4256675 h 6858000"/>
              <a:gd name="connsiteX1440" fmla="*/ 236515 w 6858000"/>
              <a:gd name="connsiteY1440" fmla="*/ 4493191 h 6858000"/>
              <a:gd name="connsiteX1441" fmla="*/ 236515 w 6858000"/>
              <a:gd name="connsiteY1441" fmla="*/ 4729620 h 6858000"/>
              <a:gd name="connsiteX1442" fmla="*/ 472945 w 6858000"/>
              <a:gd name="connsiteY1442" fmla="*/ 4729620 h 6858000"/>
              <a:gd name="connsiteX1443" fmla="*/ 472945 w 6858000"/>
              <a:gd name="connsiteY1443" fmla="*/ 4493191 h 6858000"/>
              <a:gd name="connsiteX1444" fmla="*/ 236515 w 6858000"/>
              <a:gd name="connsiteY1444" fmla="*/ 4493191 h 6858000"/>
              <a:gd name="connsiteX1445" fmla="*/ 472945 w 6858000"/>
              <a:gd name="connsiteY1445" fmla="*/ 4493191 h 6858000"/>
              <a:gd name="connsiteX1446" fmla="*/ 472945 w 6858000"/>
              <a:gd name="connsiteY1446" fmla="*/ 4729620 h 6858000"/>
              <a:gd name="connsiteX1447" fmla="*/ 709460 w 6858000"/>
              <a:gd name="connsiteY1447" fmla="*/ 4729620 h 6858000"/>
              <a:gd name="connsiteX1448" fmla="*/ 709460 w 6858000"/>
              <a:gd name="connsiteY1448" fmla="*/ 4493191 h 6858000"/>
              <a:gd name="connsiteX1449" fmla="*/ 472945 w 6858000"/>
              <a:gd name="connsiteY1449" fmla="*/ 4493191 h 6858000"/>
              <a:gd name="connsiteX1450" fmla="*/ 709460 w 6858000"/>
              <a:gd name="connsiteY1450" fmla="*/ 4493191 h 6858000"/>
              <a:gd name="connsiteX1451" fmla="*/ 709460 w 6858000"/>
              <a:gd name="connsiteY1451" fmla="*/ 4729620 h 6858000"/>
              <a:gd name="connsiteX1452" fmla="*/ 945890 w 6858000"/>
              <a:gd name="connsiteY1452" fmla="*/ 4729620 h 6858000"/>
              <a:gd name="connsiteX1453" fmla="*/ 945890 w 6858000"/>
              <a:gd name="connsiteY1453" fmla="*/ 4493191 h 6858000"/>
              <a:gd name="connsiteX1454" fmla="*/ 709460 w 6858000"/>
              <a:gd name="connsiteY1454" fmla="*/ 4493191 h 6858000"/>
              <a:gd name="connsiteX1455" fmla="*/ 945890 w 6858000"/>
              <a:gd name="connsiteY1455" fmla="*/ 4493191 h 6858000"/>
              <a:gd name="connsiteX1456" fmla="*/ 945890 w 6858000"/>
              <a:gd name="connsiteY1456" fmla="*/ 4729620 h 6858000"/>
              <a:gd name="connsiteX1457" fmla="*/ 1182405 w 6858000"/>
              <a:gd name="connsiteY1457" fmla="*/ 4729620 h 6858000"/>
              <a:gd name="connsiteX1458" fmla="*/ 1182405 w 6858000"/>
              <a:gd name="connsiteY1458" fmla="*/ 4493191 h 6858000"/>
              <a:gd name="connsiteX1459" fmla="*/ 945890 w 6858000"/>
              <a:gd name="connsiteY1459" fmla="*/ 4493191 h 6858000"/>
              <a:gd name="connsiteX1460" fmla="*/ 1891865 w 6858000"/>
              <a:gd name="connsiteY1460" fmla="*/ 4493191 h 6858000"/>
              <a:gd name="connsiteX1461" fmla="*/ 1891865 w 6858000"/>
              <a:gd name="connsiteY1461" fmla="*/ 4729620 h 6858000"/>
              <a:gd name="connsiteX1462" fmla="*/ 2128380 w 6858000"/>
              <a:gd name="connsiteY1462" fmla="*/ 4729620 h 6858000"/>
              <a:gd name="connsiteX1463" fmla="*/ 2128380 w 6858000"/>
              <a:gd name="connsiteY1463" fmla="*/ 4493191 h 6858000"/>
              <a:gd name="connsiteX1464" fmla="*/ 1891865 w 6858000"/>
              <a:gd name="connsiteY1464" fmla="*/ 4493191 h 6858000"/>
              <a:gd name="connsiteX1465" fmla="*/ 2128380 w 6858000"/>
              <a:gd name="connsiteY1465" fmla="*/ 4493191 h 6858000"/>
              <a:gd name="connsiteX1466" fmla="*/ 2128380 w 6858000"/>
              <a:gd name="connsiteY1466" fmla="*/ 4729620 h 6858000"/>
              <a:gd name="connsiteX1467" fmla="*/ 2364810 w 6858000"/>
              <a:gd name="connsiteY1467" fmla="*/ 4729620 h 6858000"/>
              <a:gd name="connsiteX1468" fmla="*/ 2364810 w 6858000"/>
              <a:gd name="connsiteY1468" fmla="*/ 4493191 h 6858000"/>
              <a:gd name="connsiteX1469" fmla="*/ 2128380 w 6858000"/>
              <a:gd name="connsiteY1469" fmla="*/ 4493191 h 6858000"/>
              <a:gd name="connsiteX1470" fmla="*/ 2601325 w 6858000"/>
              <a:gd name="connsiteY1470" fmla="*/ 4493191 h 6858000"/>
              <a:gd name="connsiteX1471" fmla="*/ 2601325 w 6858000"/>
              <a:gd name="connsiteY1471" fmla="*/ 4729620 h 6858000"/>
              <a:gd name="connsiteX1472" fmla="*/ 2837755 w 6858000"/>
              <a:gd name="connsiteY1472" fmla="*/ 4729620 h 6858000"/>
              <a:gd name="connsiteX1473" fmla="*/ 2837755 w 6858000"/>
              <a:gd name="connsiteY1473" fmla="*/ 4493191 h 6858000"/>
              <a:gd name="connsiteX1474" fmla="*/ 2601325 w 6858000"/>
              <a:gd name="connsiteY1474" fmla="*/ 4493191 h 6858000"/>
              <a:gd name="connsiteX1475" fmla="*/ 2837755 w 6858000"/>
              <a:gd name="connsiteY1475" fmla="*/ 4493191 h 6858000"/>
              <a:gd name="connsiteX1476" fmla="*/ 2837755 w 6858000"/>
              <a:gd name="connsiteY1476" fmla="*/ 4729620 h 6858000"/>
              <a:gd name="connsiteX1477" fmla="*/ 3074270 w 6858000"/>
              <a:gd name="connsiteY1477" fmla="*/ 4729620 h 6858000"/>
              <a:gd name="connsiteX1478" fmla="*/ 3074270 w 6858000"/>
              <a:gd name="connsiteY1478" fmla="*/ 4493191 h 6858000"/>
              <a:gd name="connsiteX1479" fmla="*/ 2837755 w 6858000"/>
              <a:gd name="connsiteY1479" fmla="*/ 4493191 h 6858000"/>
              <a:gd name="connsiteX1480" fmla="*/ 3310785 w 6858000"/>
              <a:gd name="connsiteY1480" fmla="*/ 4493191 h 6858000"/>
              <a:gd name="connsiteX1481" fmla="*/ 3310785 w 6858000"/>
              <a:gd name="connsiteY1481" fmla="*/ 4729620 h 6858000"/>
              <a:gd name="connsiteX1482" fmla="*/ 3547215 w 6858000"/>
              <a:gd name="connsiteY1482" fmla="*/ 4729620 h 6858000"/>
              <a:gd name="connsiteX1483" fmla="*/ 3547215 w 6858000"/>
              <a:gd name="connsiteY1483" fmla="*/ 4493191 h 6858000"/>
              <a:gd name="connsiteX1484" fmla="*/ 3310785 w 6858000"/>
              <a:gd name="connsiteY1484" fmla="*/ 4493191 h 6858000"/>
              <a:gd name="connsiteX1485" fmla="*/ 4020245 w 6858000"/>
              <a:gd name="connsiteY1485" fmla="*/ 4493191 h 6858000"/>
              <a:gd name="connsiteX1486" fmla="*/ 4020245 w 6858000"/>
              <a:gd name="connsiteY1486" fmla="*/ 4729620 h 6858000"/>
              <a:gd name="connsiteX1487" fmla="*/ 4256675 w 6858000"/>
              <a:gd name="connsiteY1487" fmla="*/ 4729620 h 6858000"/>
              <a:gd name="connsiteX1488" fmla="*/ 4256675 w 6858000"/>
              <a:gd name="connsiteY1488" fmla="*/ 4493191 h 6858000"/>
              <a:gd name="connsiteX1489" fmla="*/ 4020245 w 6858000"/>
              <a:gd name="connsiteY1489" fmla="*/ 4493191 h 6858000"/>
              <a:gd name="connsiteX1490" fmla="*/ 4256675 w 6858000"/>
              <a:gd name="connsiteY1490" fmla="*/ 4493191 h 6858000"/>
              <a:gd name="connsiteX1491" fmla="*/ 4256675 w 6858000"/>
              <a:gd name="connsiteY1491" fmla="*/ 4729620 h 6858000"/>
              <a:gd name="connsiteX1492" fmla="*/ 4493191 w 6858000"/>
              <a:gd name="connsiteY1492" fmla="*/ 4729620 h 6858000"/>
              <a:gd name="connsiteX1493" fmla="*/ 4493191 w 6858000"/>
              <a:gd name="connsiteY1493" fmla="*/ 4493191 h 6858000"/>
              <a:gd name="connsiteX1494" fmla="*/ 4256675 w 6858000"/>
              <a:gd name="connsiteY1494" fmla="*/ 4493191 h 6858000"/>
              <a:gd name="connsiteX1495" fmla="*/ 4493191 w 6858000"/>
              <a:gd name="connsiteY1495" fmla="*/ 4493191 h 6858000"/>
              <a:gd name="connsiteX1496" fmla="*/ 4493191 w 6858000"/>
              <a:gd name="connsiteY1496" fmla="*/ 4729620 h 6858000"/>
              <a:gd name="connsiteX1497" fmla="*/ 4729620 w 6858000"/>
              <a:gd name="connsiteY1497" fmla="*/ 4729620 h 6858000"/>
              <a:gd name="connsiteX1498" fmla="*/ 4729620 w 6858000"/>
              <a:gd name="connsiteY1498" fmla="*/ 4493191 h 6858000"/>
              <a:gd name="connsiteX1499" fmla="*/ 4493191 w 6858000"/>
              <a:gd name="connsiteY1499" fmla="*/ 4493191 h 6858000"/>
              <a:gd name="connsiteX1500" fmla="*/ 5202651 w 6858000"/>
              <a:gd name="connsiteY1500" fmla="*/ 4493191 h 6858000"/>
              <a:gd name="connsiteX1501" fmla="*/ 5202651 w 6858000"/>
              <a:gd name="connsiteY1501" fmla="*/ 4729620 h 6858000"/>
              <a:gd name="connsiteX1502" fmla="*/ 5439080 w 6858000"/>
              <a:gd name="connsiteY1502" fmla="*/ 4729620 h 6858000"/>
              <a:gd name="connsiteX1503" fmla="*/ 5439080 w 6858000"/>
              <a:gd name="connsiteY1503" fmla="*/ 4493191 h 6858000"/>
              <a:gd name="connsiteX1504" fmla="*/ 5202651 w 6858000"/>
              <a:gd name="connsiteY1504" fmla="*/ 4493191 h 6858000"/>
              <a:gd name="connsiteX1505" fmla="*/ 5439080 w 6858000"/>
              <a:gd name="connsiteY1505" fmla="*/ 4493191 h 6858000"/>
              <a:gd name="connsiteX1506" fmla="*/ 5439080 w 6858000"/>
              <a:gd name="connsiteY1506" fmla="*/ 4729620 h 6858000"/>
              <a:gd name="connsiteX1507" fmla="*/ 5675595 w 6858000"/>
              <a:gd name="connsiteY1507" fmla="*/ 4729620 h 6858000"/>
              <a:gd name="connsiteX1508" fmla="*/ 5675595 w 6858000"/>
              <a:gd name="connsiteY1508" fmla="*/ 4493191 h 6858000"/>
              <a:gd name="connsiteX1509" fmla="*/ 5439080 w 6858000"/>
              <a:gd name="connsiteY1509" fmla="*/ 4493191 h 6858000"/>
              <a:gd name="connsiteX1510" fmla="*/ 5675595 w 6858000"/>
              <a:gd name="connsiteY1510" fmla="*/ 4493191 h 6858000"/>
              <a:gd name="connsiteX1511" fmla="*/ 5675595 w 6858000"/>
              <a:gd name="connsiteY1511" fmla="*/ 4729620 h 6858000"/>
              <a:gd name="connsiteX1512" fmla="*/ 5912110 w 6858000"/>
              <a:gd name="connsiteY1512" fmla="*/ 4729620 h 6858000"/>
              <a:gd name="connsiteX1513" fmla="*/ 5912110 w 6858000"/>
              <a:gd name="connsiteY1513" fmla="*/ 4493191 h 6858000"/>
              <a:gd name="connsiteX1514" fmla="*/ 5675595 w 6858000"/>
              <a:gd name="connsiteY1514" fmla="*/ 4493191 h 6858000"/>
              <a:gd name="connsiteX1515" fmla="*/ 6148540 w 6858000"/>
              <a:gd name="connsiteY1515" fmla="*/ 4493191 h 6858000"/>
              <a:gd name="connsiteX1516" fmla="*/ 6148540 w 6858000"/>
              <a:gd name="connsiteY1516" fmla="*/ 4729620 h 6858000"/>
              <a:gd name="connsiteX1517" fmla="*/ 6385056 w 6858000"/>
              <a:gd name="connsiteY1517" fmla="*/ 4729620 h 6858000"/>
              <a:gd name="connsiteX1518" fmla="*/ 6385056 w 6858000"/>
              <a:gd name="connsiteY1518" fmla="*/ 4493191 h 6858000"/>
              <a:gd name="connsiteX1519" fmla="*/ 6148540 w 6858000"/>
              <a:gd name="connsiteY1519" fmla="*/ 4493191 h 6858000"/>
              <a:gd name="connsiteX1520" fmla="*/ 6621485 w 6858000"/>
              <a:gd name="connsiteY1520" fmla="*/ 4493191 h 6858000"/>
              <a:gd name="connsiteX1521" fmla="*/ 6621485 w 6858000"/>
              <a:gd name="connsiteY1521" fmla="*/ 4729620 h 6858000"/>
              <a:gd name="connsiteX1522" fmla="*/ 6858000 w 6858000"/>
              <a:gd name="connsiteY1522" fmla="*/ 4729620 h 6858000"/>
              <a:gd name="connsiteX1523" fmla="*/ 6858000 w 6858000"/>
              <a:gd name="connsiteY1523" fmla="*/ 4493191 h 6858000"/>
              <a:gd name="connsiteX1524" fmla="*/ 6621485 w 6858000"/>
              <a:gd name="connsiteY1524" fmla="*/ 4493191 h 6858000"/>
              <a:gd name="connsiteX1525" fmla="*/ 236515 w 6858000"/>
              <a:gd name="connsiteY1525" fmla="*/ 4729620 h 6858000"/>
              <a:gd name="connsiteX1526" fmla="*/ 236515 w 6858000"/>
              <a:gd name="connsiteY1526" fmla="*/ 4966135 h 6858000"/>
              <a:gd name="connsiteX1527" fmla="*/ 472945 w 6858000"/>
              <a:gd name="connsiteY1527" fmla="*/ 4966135 h 6858000"/>
              <a:gd name="connsiteX1528" fmla="*/ 472945 w 6858000"/>
              <a:gd name="connsiteY1528" fmla="*/ 4729620 h 6858000"/>
              <a:gd name="connsiteX1529" fmla="*/ 236515 w 6858000"/>
              <a:gd name="connsiteY1529" fmla="*/ 4729620 h 6858000"/>
              <a:gd name="connsiteX1530" fmla="*/ 709460 w 6858000"/>
              <a:gd name="connsiteY1530" fmla="*/ 4729620 h 6858000"/>
              <a:gd name="connsiteX1531" fmla="*/ 709460 w 6858000"/>
              <a:gd name="connsiteY1531" fmla="*/ 4966135 h 6858000"/>
              <a:gd name="connsiteX1532" fmla="*/ 945890 w 6858000"/>
              <a:gd name="connsiteY1532" fmla="*/ 4966135 h 6858000"/>
              <a:gd name="connsiteX1533" fmla="*/ 945890 w 6858000"/>
              <a:gd name="connsiteY1533" fmla="*/ 4729620 h 6858000"/>
              <a:gd name="connsiteX1534" fmla="*/ 709460 w 6858000"/>
              <a:gd name="connsiteY1534" fmla="*/ 4729620 h 6858000"/>
              <a:gd name="connsiteX1535" fmla="*/ 1182405 w 6858000"/>
              <a:gd name="connsiteY1535" fmla="*/ 4729620 h 6858000"/>
              <a:gd name="connsiteX1536" fmla="*/ 1182405 w 6858000"/>
              <a:gd name="connsiteY1536" fmla="*/ 4966135 h 6858000"/>
              <a:gd name="connsiteX1537" fmla="*/ 1418920 w 6858000"/>
              <a:gd name="connsiteY1537" fmla="*/ 4966135 h 6858000"/>
              <a:gd name="connsiteX1538" fmla="*/ 1418920 w 6858000"/>
              <a:gd name="connsiteY1538" fmla="*/ 4729620 h 6858000"/>
              <a:gd name="connsiteX1539" fmla="*/ 1182405 w 6858000"/>
              <a:gd name="connsiteY1539" fmla="*/ 4729620 h 6858000"/>
              <a:gd name="connsiteX1540" fmla="*/ 1418920 w 6858000"/>
              <a:gd name="connsiteY1540" fmla="*/ 4729620 h 6858000"/>
              <a:gd name="connsiteX1541" fmla="*/ 1418920 w 6858000"/>
              <a:gd name="connsiteY1541" fmla="*/ 4966135 h 6858000"/>
              <a:gd name="connsiteX1542" fmla="*/ 1655350 w 6858000"/>
              <a:gd name="connsiteY1542" fmla="*/ 4966135 h 6858000"/>
              <a:gd name="connsiteX1543" fmla="*/ 1655350 w 6858000"/>
              <a:gd name="connsiteY1543" fmla="*/ 4729620 h 6858000"/>
              <a:gd name="connsiteX1544" fmla="*/ 1418920 w 6858000"/>
              <a:gd name="connsiteY1544" fmla="*/ 4729620 h 6858000"/>
              <a:gd name="connsiteX1545" fmla="*/ 1655350 w 6858000"/>
              <a:gd name="connsiteY1545" fmla="*/ 4729620 h 6858000"/>
              <a:gd name="connsiteX1546" fmla="*/ 1655350 w 6858000"/>
              <a:gd name="connsiteY1546" fmla="*/ 4966135 h 6858000"/>
              <a:gd name="connsiteX1547" fmla="*/ 1891865 w 6858000"/>
              <a:gd name="connsiteY1547" fmla="*/ 4966135 h 6858000"/>
              <a:gd name="connsiteX1548" fmla="*/ 1891865 w 6858000"/>
              <a:gd name="connsiteY1548" fmla="*/ 4729620 h 6858000"/>
              <a:gd name="connsiteX1549" fmla="*/ 1655350 w 6858000"/>
              <a:gd name="connsiteY1549" fmla="*/ 4729620 h 6858000"/>
              <a:gd name="connsiteX1550" fmla="*/ 2364810 w 6858000"/>
              <a:gd name="connsiteY1550" fmla="*/ 4729620 h 6858000"/>
              <a:gd name="connsiteX1551" fmla="*/ 2364810 w 6858000"/>
              <a:gd name="connsiteY1551" fmla="*/ 4966135 h 6858000"/>
              <a:gd name="connsiteX1552" fmla="*/ 2601325 w 6858000"/>
              <a:gd name="connsiteY1552" fmla="*/ 4966135 h 6858000"/>
              <a:gd name="connsiteX1553" fmla="*/ 2601325 w 6858000"/>
              <a:gd name="connsiteY1553" fmla="*/ 4729620 h 6858000"/>
              <a:gd name="connsiteX1554" fmla="*/ 2364810 w 6858000"/>
              <a:gd name="connsiteY1554" fmla="*/ 4729620 h 6858000"/>
              <a:gd name="connsiteX1555" fmla="*/ 3310785 w 6858000"/>
              <a:gd name="connsiteY1555" fmla="*/ 4729620 h 6858000"/>
              <a:gd name="connsiteX1556" fmla="*/ 3310785 w 6858000"/>
              <a:gd name="connsiteY1556" fmla="*/ 4966135 h 6858000"/>
              <a:gd name="connsiteX1557" fmla="*/ 3547215 w 6858000"/>
              <a:gd name="connsiteY1557" fmla="*/ 4966135 h 6858000"/>
              <a:gd name="connsiteX1558" fmla="*/ 3547215 w 6858000"/>
              <a:gd name="connsiteY1558" fmla="*/ 4729620 h 6858000"/>
              <a:gd name="connsiteX1559" fmla="*/ 3310785 w 6858000"/>
              <a:gd name="connsiteY1559" fmla="*/ 4729620 h 6858000"/>
              <a:gd name="connsiteX1560" fmla="*/ 4020245 w 6858000"/>
              <a:gd name="connsiteY1560" fmla="*/ 4729620 h 6858000"/>
              <a:gd name="connsiteX1561" fmla="*/ 4020245 w 6858000"/>
              <a:gd name="connsiteY1561" fmla="*/ 4966135 h 6858000"/>
              <a:gd name="connsiteX1562" fmla="*/ 4256675 w 6858000"/>
              <a:gd name="connsiteY1562" fmla="*/ 4966135 h 6858000"/>
              <a:gd name="connsiteX1563" fmla="*/ 4256675 w 6858000"/>
              <a:gd name="connsiteY1563" fmla="*/ 4729620 h 6858000"/>
              <a:gd name="connsiteX1564" fmla="*/ 4020245 w 6858000"/>
              <a:gd name="connsiteY1564" fmla="*/ 4729620 h 6858000"/>
              <a:gd name="connsiteX1565" fmla="*/ 4256675 w 6858000"/>
              <a:gd name="connsiteY1565" fmla="*/ 4729620 h 6858000"/>
              <a:gd name="connsiteX1566" fmla="*/ 4256675 w 6858000"/>
              <a:gd name="connsiteY1566" fmla="*/ 4966135 h 6858000"/>
              <a:gd name="connsiteX1567" fmla="*/ 4493191 w 6858000"/>
              <a:gd name="connsiteY1567" fmla="*/ 4966135 h 6858000"/>
              <a:gd name="connsiteX1568" fmla="*/ 4493191 w 6858000"/>
              <a:gd name="connsiteY1568" fmla="*/ 4729620 h 6858000"/>
              <a:gd name="connsiteX1569" fmla="*/ 4256675 w 6858000"/>
              <a:gd name="connsiteY1569" fmla="*/ 4729620 h 6858000"/>
              <a:gd name="connsiteX1570" fmla="*/ 4493191 w 6858000"/>
              <a:gd name="connsiteY1570" fmla="*/ 4729620 h 6858000"/>
              <a:gd name="connsiteX1571" fmla="*/ 4493191 w 6858000"/>
              <a:gd name="connsiteY1571" fmla="*/ 4966135 h 6858000"/>
              <a:gd name="connsiteX1572" fmla="*/ 4729620 w 6858000"/>
              <a:gd name="connsiteY1572" fmla="*/ 4966135 h 6858000"/>
              <a:gd name="connsiteX1573" fmla="*/ 4729620 w 6858000"/>
              <a:gd name="connsiteY1573" fmla="*/ 4729620 h 6858000"/>
              <a:gd name="connsiteX1574" fmla="*/ 4493191 w 6858000"/>
              <a:gd name="connsiteY1574" fmla="*/ 4729620 h 6858000"/>
              <a:gd name="connsiteX1575" fmla="*/ 4729620 w 6858000"/>
              <a:gd name="connsiteY1575" fmla="*/ 4729620 h 6858000"/>
              <a:gd name="connsiteX1576" fmla="*/ 4729620 w 6858000"/>
              <a:gd name="connsiteY1576" fmla="*/ 4966135 h 6858000"/>
              <a:gd name="connsiteX1577" fmla="*/ 4966135 w 6858000"/>
              <a:gd name="connsiteY1577" fmla="*/ 4966135 h 6858000"/>
              <a:gd name="connsiteX1578" fmla="*/ 4966135 w 6858000"/>
              <a:gd name="connsiteY1578" fmla="*/ 4729620 h 6858000"/>
              <a:gd name="connsiteX1579" fmla="*/ 4729620 w 6858000"/>
              <a:gd name="connsiteY1579" fmla="*/ 4729620 h 6858000"/>
              <a:gd name="connsiteX1580" fmla="*/ 4966135 w 6858000"/>
              <a:gd name="connsiteY1580" fmla="*/ 4729620 h 6858000"/>
              <a:gd name="connsiteX1581" fmla="*/ 4966135 w 6858000"/>
              <a:gd name="connsiteY1581" fmla="*/ 4966135 h 6858000"/>
              <a:gd name="connsiteX1582" fmla="*/ 5202651 w 6858000"/>
              <a:gd name="connsiteY1582" fmla="*/ 4966135 h 6858000"/>
              <a:gd name="connsiteX1583" fmla="*/ 5202651 w 6858000"/>
              <a:gd name="connsiteY1583" fmla="*/ 4729620 h 6858000"/>
              <a:gd name="connsiteX1584" fmla="*/ 4966135 w 6858000"/>
              <a:gd name="connsiteY1584" fmla="*/ 4729620 h 6858000"/>
              <a:gd name="connsiteX1585" fmla="*/ 5202651 w 6858000"/>
              <a:gd name="connsiteY1585" fmla="*/ 4729620 h 6858000"/>
              <a:gd name="connsiteX1586" fmla="*/ 5202651 w 6858000"/>
              <a:gd name="connsiteY1586" fmla="*/ 4966135 h 6858000"/>
              <a:gd name="connsiteX1587" fmla="*/ 5439080 w 6858000"/>
              <a:gd name="connsiteY1587" fmla="*/ 4966135 h 6858000"/>
              <a:gd name="connsiteX1588" fmla="*/ 5439080 w 6858000"/>
              <a:gd name="connsiteY1588" fmla="*/ 4729620 h 6858000"/>
              <a:gd name="connsiteX1589" fmla="*/ 5202651 w 6858000"/>
              <a:gd name="connsiteY1589" fmla="*/ 4729620 h 6858000"/>
              <a:gd name="connsiteX1590" fmla="*/ 5439080 w 6858000"/>
              <a:gd name="connsiteY1590" fmla="*/ 4729620 h 6858000"/>
              <a:gd name="connsiteX1591" fmla="*/ 5439080 w 6858000"/>
              <a:gd name="connsiteY1591" fmla="*/ 4966135 h 6858000"/>
              <a:gd name="connsiteX1592" fmla="*/ 5675595 w 6858000"/>
              <a:gd name="connsiteY1592" fmla="*/ 4966135 h 6858000"/>
              <a:gd name="connsiteX1593" fmla="*/ 5675595 w 6858000"/>
              <a:gd name="connsiteY1593" fmla="*/ 4729620 h 6858000"/>
              <a:gd name="connsiteX1594" fmla="*/ 5439080 w 6858000"/>
              <a:gd name="connsiteY1594" fmla="*/ 4729620 h 6858000"/>
              <a:gd name="connsiteX1595" fmla="*/ 5675595 w 6858000"/>
              <a:gd name="connsiteY1595" fmla="*/ 4729620 h 6858000"/>
              <a:gd name="connsiteX1596" fmla="*/ 5675595 w 6858000"/>
              <a:gd name="connsiteY1596" fmla="*/ 4966135 h 6858000"/>
              <a:gd name="connsiteX1597" fmla="*/ 5912110 w 6858000"/>
              <a:gd name="connsiteY1597" fmla="*/ 4966135 h 6858000"/>
              <a:gd name="connsiteX1598" fmla="*/ 5912110 w 6858000"/>
              <a:gd name="connsiteY1598" fmla="*/ 4729620 h 6858000"/>
              <a:gd name="connsiteX1599" fmla="*/ 5675595 w 6858000"/>
              <a:gd name="connsiteY1599" fmla="*/ 4729620 h 6858000"/>
              <a:gd name="connsiteX1600" fmla="*/ 6621485 w 6858000"/>
              <a:gd name="connsiteY1600" fmla="*/ 4729620 h 6858000"/>
              <a:gd name="connsiteX1601" fmla="*/ 6621485 w 6858000"/>
              <a:gd name="connsiteY1601" fmla="*/ 4966135 h 6858000"/>
              <a:gd name="connsiteX1602" fmla="*/ 6858000 w 6858000"/>
              <a:gd name="connsiteY1602" fmla="*/ 4966135 h 6858000"/>
              <a:gd name="connsiteX1603" fmla="*/ 6858000 w 6858000"/>
              <a:gd name="connsiteY1603" fmla="*/ 4729620 h 6858000"/>
              <a:gd name="connsiteX1604" fmla="*/ 6621485 w 6858000"/>
              <a:gd name="connsiteY1604" fmla="*/ 4729620 h 6858000"/>
              <a:gd name="connsiteX1605" fmla="*/ 1891865 w 6858000"/>
              <a:gd name="connsiteY1605" fmla="*/ 4966135 h 6858000"/>
              <a:gd name="connsiteX1606" fmla="*/ 1891865 w 6858000"/>
              <a:gd name="connsiteY1606" fmla="*/ 5202651 h 6858000"/>
              <a:gd name="connsiteX1607" fmla="*/ 2128380 w 6858000"/>
              <a:gd name="connsiteY1607" fmla="*/ 5202651 h 6858000"/>
              <a:gd name="connsiteX1608" fmla="*/ 2128380 w 6858000"/>
              <a:gd name="connsiteY1608" fmla="*/ 4966135 h 6858000"/>
              <a:gd name="connsiteX1609" fmla="*/ 1891865 w 6858000"/>
              <a:gd name="connsiteY1609" fmla="*/ 4966135 h 6858000"/>
              <a:gd name="connsiteX1610" fmla="*/ 2364810 w 6858000"/>
              <a:gd name="connsiteY1610" fmla="*/ 4966135 h 6858000"/>
              <a:gd name="connsiteX1611" fmla="*/ 2364810 w 6858000"/>
              <a:gd name="connsiteY1611" fmla="*/ 5202651 h 6858000"/>
              <a:gd name="connsiteX1612" fmla="*/ 2601325 w 6858000"/>
              <a:gd name="connsiteY1612" fmla="*/ 5202651 h 6858000"/>
              <a:gd name="connsiteX1613" fmla="*/ 2601325 w 6858000"/>
              <a:gd name="connsiteY1613" fmla="*/ 4966135 h 6858000"/>
              <a:gd name="connsiteX1614" fmla="*/ 2364810 w 6858000"/>
              <a:gd name="connsiteY1614" fmla="*/ 4966135 h 6858000"/>
              <a:gd name="connsiteX1615" fmla="*/ 2601325 w 6858000"/>
              <a:gd name="connsiteY1615" fmla="*/ 4966135 h 6858000"/>
              <a:gd name="connsiteX1616" fmla="*/ 2601325 w 6858000"/>
              <a:gd name="connsiteY1616" fmla="*/ 5202651 h 6858000"/>
              <a:gd name="connsiteX1617" fmla="*/ 2837755 w 6858000"/>
              <a:gd name="connsiteY1617" fmla="*/ 5202651 h 6858000"/>
              <a:gd name="connsiteX1618" fmla="*/ 2837755 w 6858000"/>
              <a:gd name="connsiteY1618" fmla="*/ 4966135 h 6858000"/>
              <a:gd name="connsiteX1619" fmla="*/ 2601325 w 6858000"/>
              <a:gd name="connsiteY1619" fmla="*/ 4966135 h 6858000"/>
              <a:gd name="connsiteX1620" fmla="*/ 3074270 w 6858000"/>
              <a:gd name="connsiteY1620" fmla="*/ 4966135 h 6858000"/>
              <a:gd name="connsiteX1621" fmla="*/ 3074270 w 6858000"/>
              <a:gd name="connsiteY1621" fmla="*/ 5202651 h 6858000"/>
              <a:gd name="connsiteX1622" fmla="*/ 3310785 w 6858000"/>
              <a:gd name="connsiteY1622" fmla="*/ 5202651 h 6858000"/>
              <a:gd name="connsiteX1623" fmla="*/ 3310785 w 6858000"/>
              <a:gd name="connsiteY1623" fmla="*/ 4966135 h 6858000"/>
              <a:gd name="connsiteX1624" fmla="*/ 3074270 w 6858000"/>
              <a:gd name="connsiteY1624" fmla="*/ 4966135 h 6858000"/>
              <a:gd name="connsiteX1625" fmla="*/ 3310785 w 6858000"/>
              <a:gd name="connsiteY1625" fmla="*/ 4966135 h 6858000"/>
              <a:gd name="connsiteX1626" fmla="*/ 3310785 w 6858000"/>
              <a:gd name="connsiteY1626" fmla="*/ 5202651 h 6858000"/>
              <a:gd name="connsiteX1627" fmla="*/ 3547215 w 6858000"/>
              <a:gd name="connsiteY1627" fmla="*/ 5202651 h 6858000"/>
              <a:gd name="connsiteX1628" fmla="*/ 3547215 w 6858000"/>
              <a:gd name="connsiteY1628" fmla="*/ 4966135 h 6858000"/>
              <a:gd name="connsiteX1629" fmla="*/ 3310785 w 6858000"/>
              <a:gd name="connsiteY1629" fmla="*/ 4966135 h 6858000"/>
              <a:gd name="connsiteX1630" fmla="*/ 3547215 w 6858000"/>
              <a:gd name="connsiteY1630" fmla="*/ 4966135 h 6858000"/>
              <a:gd name="connsiteX1631" fmla="*/ 3547215 w 6858000"/>
              <a:gd name="connsiteY1631" fmla="*/ 5202651 h 6858000"/>
              <a:gd name="connsiteX1632" fmla="*/ 3783730 w 6858000"/>
              <a:gd name="connsiteY1632" fmla="*/ 5202651 h 6858000"/>
              <a:gd name="connsiteX1633" fmla="*/ 3783730 w 6858000"/>
              <a:gd name="connsiteY1633" fmla="*/ 4966135 h 6858000"/>
              <a:gd name="connsiteX1634" fmla="*/ 3547215 w 6858000"/>
              <a:gd name="connsiteY1634" fmla="*/ 4966135 h 6858000"/>
              <a:gd name="connsiteX1635" fmla="*/ 4729620 w 6858000"/>
              <a:gd name="connsiteY1635" fmla="*/ 4966135 h 6858000"/>
              <a:gd name="connsiteX1636" fmla="*/ 4729620 w 6858000"/>
              <a:gd name="connsiteY1636" fmla="*/ 5202651 h 6858000"/>
              <a:gd name="connsiteX1637" fmla="*/ 4966135 w 6858000"/>
              <a:gd name="connsiteY1637" fmla="*/ 5202651 h 6858000"/>
              <a:gd name="connsiteX1638" fmla="*/ 4966135 w 6858000"/>
              <a:gd name="connsiteY1638" fmla="*/ 4966135 h 6858000"/>
              <a:gd name="connsiteX1639" fmla="*/ 4729620 w 6858000"/>
              <a:gd name="connsiteY1639" fmla="*/ 4966135 h 6858000"/>
              <a:gd name="connsiteX1640" fmla="*/ 5675595 w 6858000"/>
              <a:gd name="connsiteY1640" fmla="*/ 4966135 h 6858000"/>
              <a:gd name="connsiteX1641" fmla="*/ 5675595 w 6858000"/>
              <a:gd name="connsiteY1641" fmla="*/ 5202651 h 6858000"/>
              <a:gd name="connsiteX1642" fmla="*/ 5912110 w 6858000"/>
              <a:gd name="connsiteY1642" fmla="*/ 5202651 h 6858000"/>
              <a:gd name="connsiteX1643" fmla="*/ 5912110 w 6858000"/>
              <a:gd name="connsiteY1643" fmla="*/ 4966135 h 6858000"/>
              <a:gd name="connsiteX1644" fmla="*/ 5675595 w 6858000"/>
              <a:gd name="connsiteY1644" fmla="*/ 4966135 h 6858000"/>
              <a:gd name="connsiteX1645" fmla="*/ 5912110 w 6858000"/>
              <a:gd name="connsiteY1645" fmla="*/ 4966135 h 6858000"/>
              <a:gd name="connsiteX1646" fmla="*/ 5912110 w 6858000"/>
              <a:gd name="connsiteY1646" fmla="*/ 5202651 h 6858000"/>
              <a:gd name="connsiteX1647" fmla="*/ 6148540 w 6858000"/>
              <a:gd name="connsiteY1647" fmla="*/ 5202651 h 6858000"/>
              <a:gd name="connsiteX1648" fmla="*/ 6148540 w 6858000"/>
              <a:gd name="connsiteY1648" fmla="*/ 4966135 h 6858000"/>
              <a:gd name="connsiteX1649" fmla="*/ 5912110 w 6858000"/>
              <a:gd name="connsiteY1649" fmla="*/ 4966135 h 6858000"/>
              <a:gd name="connsiteX1650" fmla="*/ 6148540 w 6858000"/>
              <a:gd name="connsiteY1650" fmla="*/ 4966135 h 6858000"/>
              <a:gd name="connsiteX1651" fmla="*/ 6148540 w 6858000"/>
              <a:gd name="connsiteY1651" fmla="*/ 5202651 h 6858000"/>
              <a:gd name="connsiteX1652" fmla="*/ 6385056 w 6858000"/>
              <a:gd name="connsiteY1652" fmla="*/ 5202651 h 6858000"/>
              <a:gd name="connsiteX1653" fmla="*/ 6385056 w 6858000"/>
              <a:gd name="connsiteY1653" fmla="*/ 4966135 h 6858000"/>
              <a:gd name="connsiteX1654" fmla="*/ 6148540 w 6858000"/>
              <a:gd name="connsiteY1654" fmla="*/ 4966135 h 6858000"/>
              <a:gd name="connsiteX1655" fmla="*/ 0 w 6858000"/>
              <a:gd name="connsiteY1655" fmla="*/ 5202651 h 6858000"/>
              <a:gd name="connsiteX1656" fmla="*/ 0 w 6858000"/>
              <a:gd name="connsiteY1656" fmla="*/ 5439080 h 6858000"/>
              <a:gd name="connsiteX1657" fmla="*/ 236515 w 6858000"/>
              <a:gd name="connsiteY1657" fmla="*/ 5439080 h 6858000"/>
              <a:gd name="connsiteX1658" fmla="*/ 236515 w 6858000"/>
              <a:gd name="connsiteY1658" fmla="*/ 5202651 h 6858000"/>
              <a:gd name="connsiteX1659" fmla="*/ 0 w 6858000"/>
              <a:gd name="connsiteY1659" fmla="*/ 5202651 h 6858000"/>
              <a:gd name="connsiteX1660" fmla="*/ 236515 w 6858000"/>
              <a:gd name="connsiteY1660" fmla="*/ 5202651 h 6858000"/>
              <a:gd name="connsiteX1661" fmla="*/ 236515 w 6858000"/>
              <a:gd name="connsiteY1661" fmla="*/ 5439080 h 6858000"/>
              <a:gd name="connsiteX1662" fmla="*/ 472945 w 6858000"/>
              <a:gd name="connsiteY1662" fmla="*/ 5439080 h 6858000"/>
              <a:gd name="connsiteX1663" fmla="*/ 472945 w 6858000"/>
              <a:gd name="connsiteY1663" fmla="*/ 5202651 h 6858000"/>
              <a:gd name="connsiteX1664" fmla="*/ 236515 w 6858000"/>
              <a:gd name="connsiteY1664" fmla="*/ 5202651 h 6858000"/>
              <a:gd name="connsiteX1665" fmla="*/ 472945 w 6858000"/>
              <a:gd name="connsiteY1665" fmla="*/ 5202651 h 6858000"/>
              <a:gd name="connsiteX1666" fmla="*/ 472945 w 6858000"/>
              <a:gd name="connsiteY1666" fmla="*/ 5439080 h 6858000"/>
              <a:gd name="connsiteX1667" fmla="*/ 709460 w 6858000"/>
              <a:gd name="connsiteY1667" fmla="*/ 5439080 h 6858000"/>
              <a:gd name="connsiteX1668" fmla="*/ 709460 w 6858000"/>
              <a:gd name="connsiteY1668" fmla="*/ 5202651 h 6858000"/>
              <a:gd name="connsiteX1669" fmla="*/ 472945 w 6858000"/>
              <a:gd name="connsiteY1669" fmla="*/ 5202651 h 6858000"/>
              <a:gd name="connsiteX1670" fmla="*/ 709460 w 6858000"/>
              <a:gd name="connsiteY1670" fmla="*/ 5202651 h 6858000"/>
              <a:gd name="connsiteX1671" fmla="*/ 709460 w 6858000"/>
              <a:gd name="connsiteY1671" fmla="*/ 5439080 h 6858000"/>
              <a:gd name="connsiteX1672" fmla="*/ 945890 w 6858000"/>
              <a:gd name="connsiteY1672" fmla="*/ 5439080 h 6858000"/>
              <a:gd name="connsiteX1673" fmla="*/ 945890 w 6858000"/>
              <a:gd name="connsiteY1673" fmla="*/ 5202651 h 6858000"/>
              <a:gd name="connsiteX1674" fmla="*/ 709460 w 6858000"/>
              <a:gd name="connsiteY1674" fmla="*/ 5202651 h 6858000"/>
              <a:gd name="connsiteX1675" fmla="*/ 945890 w 6858000"/>
              <a:gd name="connsiteY1675" fmla="*/ 5202651 h 6858000"/>
              <a:gd name="connsiteX1676" fmla="*/ 945890 w 6858000"/>
              <a:gd name="connsiteY1676" fmla="*/ 5439080 h 6858000"/>
              <a:gd name="connsiteX1677" fmla="*/ 1182405 w 6858000"/>
              <a:gd name="connsiteY1677" fmla="*/ 5439080 h 6858000"/>
              <a:gd name="connsiteX1678" fmla="*/ 1182405 w 6858000"/>
              <a:gd name="connsiteY1678" fmla="*/ 5202651 h 6858000"/>
              <a:gd name="connsiteX1679" fmla="*/ 945890 w 6858000"/>
              <a:gd name="connsiteY1679" fmla="*/ 5202651 h 6858000"/>
              <a:gd name="connsiteX1680" fmla="*/ 1182405 w 6858000"/>
              <a:gd name="connsiteY1680" fmla="*/ 5202651 h 6858000"/>
              <a:gd name="connsiteX1681" fmla="*/ 1182405 w 6858000"/>
              <a:gd name="connsiteY1681" fmla="*/ 5439080 h 6858000"/>
              <a:gd name="connsiteX1682" fmla="*/ 1418920 w 6858000"/>
              <a:gd name="connsiteY1682" fmla="*/ 5439080 h 6858000"/>
              <a:gd name="connsiteX1683" fmla="*/ 1418920 w 6858000"/>
              <a:gd name="connsiteY1683" fmla="*/ 5202651 h 6858000"/>
              <a:gd name="connsiteX1684" fmla="*/ 1182405 w 6858000"/>
              <a:gd name="connsiteY1684" fmla="*/ 5202651 h 6858000"/>
              <a:gd name="connsiteX1685" fmla="*/ 1418920 w 6858000"/>
              <a:gd name="connsiteY1685" fmla="*/ 5202651 h 6858000"/>
              <a:gd name="connsiteX1686" fmla="*/ 1418920 w 6858000"/>
              <a:gd name="connsiteY1686" fmla="*/ 5439080 h 6858000"/>
              <a:gd name="connsiteX1687" fmla="*/ 1655350 w 6858000"/>
              <a:gd name="connsiteY1687" fmla="*/ 5439080 h 6858000"/>
              <a:gd name="connsiteX1688" fmla="*/ 1655350 w 6858000"/>
              <a:gd name="connsiteY1688" fmla="*/ 5202651 h 6858000"/>
              <a:gd name="connsiteX1689" fmla="*/ 1418920 w 6858000"/>
              <a:gd name="connsiteY1689" fmla="*/ 5202651 h 6858000"/>
              <a:gd name="connsiteX1690" fmla="*/ 2364810 w 6858000"/>
              <a:gd name="connsiteY1690" fmla="*/ 5202651 h 6858000"/>
              <a:gd name="connsiteX1691" fmla="*/ 2364810 w 6858000"/>
              <a:gd name="connsiteY1691" fmla="*/ 5439080 h 6858000"/>
              <a:gd name="connsiteX1692" fmla="*/ 2601325 w 6858000"/>
              <a:gd name="connsiteY1692" fmla="*/ 5439080 h 6858000"/>
              <a:gd name="connsiteX1693" fmla="*/ 2601325 w 6858000"/>
              <a:gd name="connsiteY1693" fmla="*/ 5202651 h 6858000"/>
              <a:gd name="connsiteX1694" fmla="*/ 2364810 w 6858000"/>
              <a:gd name="connsiteY1694" fmla="*/ 5202651 h 6858000"/>
              <a:gd name="connsiteX1695" fmla="*/ 2601325 w 6858000"/>
              <a:gd name="connsiteY1695" fmla="*/ 5202651 h 6858000"/>
              <a:gd name="connsiteX1696" fmla="*/ 2601325 w 6858000"/>
              <a:gd name="connsiteY1696" fmla="*/ 5439080 h 6858000"/>
              <a:gd name="connsiteX1697" fmla="*/ 2837755 w 6858000"/>
              <a:gd name="connsiteY1697" fmla="*/ 5439080 h 6858000"/>
              <a:gd name="connsiteX1698" fmla="*/ 2837755 w 6858000"/>
              <a:gd name="connsiteY1698" fmla="*/ 5202651 h 6858000"/>
              <a:gd name="connsiteX1699" fmla="*/ 2601325 w 6858000"/>
              <a:gd name="connsiteY1699" fmla="*/ 5202651 h 6858000"/>
              <a:gd name="connsiteX1700" fmla="*/ 2837755 w 6858000"/>
              <a:gd name="connsiteY1700" fmla="*/ 5202651 h 6858000"/>
              <a:gd name="connsiteX1701" fmla="*/ 2837755 w 6858000"/>
              <a:gd name="connsiteY1701" fmla="*/ 5439080 h 6858000"/>
              <a:gd name="connsiteX1702" fmla="*/ 3074270 w 6858000"/>
              <a:gd name="connsiteY1702" fmla="*/ 5439080 h 6858000"/>
              <a:gd name="connsiteX1703" fmla="*/ 3074270 w 6858000"/>
              <a:gd name="connsiteY1703" fmla="*/ 5202651 h 6858000"/>
              <a:gd name="connsiteX1704" fmla="*/ 2837755 w 6858000"/>
              <a:gd name="connsiteY1704" fmla="*/ 5202651 h 6858000"/>
              <a:gd name="connsiteX1705" fmla="*/ 3074270 w 6858000"/>
              <a:gd name="connsiteY1705" fmla="*/ 5202651 h 6858000"/>
              <a:gd name="connsiteX1706" fmla="*/ 3074270 w 6858000"/>
              <a:gd name="connsiteY1706" fmla="*/ 5439080 h 6858000"/>
              <a:gd name="connsiteX1707" fmla="*/ 3310785 w 6858000"/>
              <a:gd name="connsiteY1707" fmla="*/ 5439080 h 6858000"/>
              <a:gd name="connsiteX1708" fmla="*/ 3310785 w 6858000"/>
              <a:gd name="connsiteY1708" fmla="*/ 5202651 h 6858000"/>
              <a:gd name="connsiteX1709" fmla="*/ 3074270 w 6858000"/>
              <a:gd name="connsiteY1709" fmla="*/ 5202651 h 6858000"/>
              <a:gd name="connsiteX1710" fmla="*/ 3310785 w 6858000"/>
              <a:gd name="connsiteY1710" fmla="*/ 5202651 h 6858000"/>
              <a:gd name="connsiteX1711" fmla="*/ 3310785 w 6858000"/>
              <a:gd name="connsiteY1711" fmla="*/ 5439080 h 6858000"/>
              <a:gd name="connsiteX1712" fmla="*/ 3547215 w 6858000"/>
              <a:gd name="connsiteY1712" fmla="*/ 5439080 h 6858000"/>
              <a:gd name="connsiteX1713" fmla="*/ 3547215 w 6858000"/>
              <a:gd name="connsiteY1713" fmla="*/ 5202651 h 6858000"/>
              <a:gd name="connsiteX1714" fmla="*/ 3310785 w 6858000"/>
              <a:gd name="connsiteY1714" fmla="*/ 5202651 h 6858000"/>
              <a:gd name="connsiteX1715" fmla="*/ 4256675 w 6858000"/>
              <a:gd name="connsiteY1715" fmla="*/ 5202651 h 6858000"/>
              <a:gd name="connsiteX1716" fmla="*/ 4256675 w 6858000"/>
              <a:gd name="connsiteY1716" fmla="*/ 5439080 h 6858000"/>
              <a:gd name="connsiteX1717" fmla="*/ 4493191 w 6858000"/>
              <a:gd name="connsiteY1717" fmla="*/ 5439080 h 6858000"/>
              <a:gd name="connsiteX1718" fmla="*/ 4493191 w 6858000"/>
              <a:gd name="connsiteY1718" fmla="*/ 5202651 h 6858000"/>
              <a:gd name="connsiteX1719" fmla="*/ 4256675 w 6858000"/>
              <a:gd name="connsiteY1719" fmla="*/ 5202651 h 6858000"/>
              <a:gd name="connsiteX1720" fmla="*/ 4729620 w 6858000"/>
              <a:gd name="connsiteY1720" fmla="*/ 5202651 h 6858000"/>
              <a:gd name="connsiteX1721" fmla="*/ 4729620 w 6858000"/>
              <a:gd name="connsiteY1721" fmla="*/ 5439080 h 6858000"/>
              <a:gd name="connsiteX1722" fmla="*/ 4966135 w 6858000"/>
              <a:gd name="connsiteY1722" fmla="*/ 5439080 h 6858000"/>
              <a:gd name="connsiteX1723" fmla="*/ 4966135 w 6858000"/>
              <a:gd name="connsiteY1723" fmla="*/ 5202651 h 6858000"/>
              <a:gd name="connsiteX1724" fmla="*/ 4729620 w 6858000"/>
              <a:gd name="connsiteY1724" fmla="*/ 5202651 h 6858000"/>
              <a:gd name="connsiteX1725" fmla="*/ 5202651 w 6858000"/>
              <a:gd name="connsiteY1725" fmla="*/ 5202651 h 6858000"/>
              <a:gd name="connsiteX1726" fmla="*/ 5202651 w 6858000"/>
              <a:gd name="connsiteY1726" fmla="*/ 5439080 h 6858000"/>
              <a:gd name="connsiteX1727" fmla="*/ 5439080 w 6858000"/>
              <a:gd name="connsiteY1727" fmla="*/ 5439080 h 6858000"/>
              <a:gd name="connsiteX1728" fmla="*/ 5439080 w 6858000"/>
              <a:gd name="connsiteY1728" fmla="*/ 5202651 h 6858000"/>
              <a:gd name="connsiteX1729" fmla="*/ 5202651 w 6858000"/>
              <a:gd name="connsiteY1729" fmla="*/ 5202651 h 6858000"/>
              <a:gd name="connsiteX1730" fmla="*/ 5675595 w 6858000"/>
              <a:gd name="connsiteY1730" fmla="*/ 5202651 h 6858000"/>
              <a:gd name="connsiteX1731" fmla="*/ 5675595 w 6858000"/>
              <a:gd name="connsiteY1731" fmla="*/ 5439080 h 6858000"/>
              <a:gd name="connsiteX1732" fmla="*/ 5912110 w 6858000"/>
              <a:gd name="connsiteY1732" fmla="*/ 5439080 h 6858000"/>
              <a:gd name="connsiteX1733" fmla="*/ 5912110 w 6858000"/>
              <a:gd name="connsiteY1733" fmla="*/ 5202651 h 6858000"/>
              <a:gd name="connsiteX1734" fmla="*/ 5675595 w 6858000"/>
              <a:gd name="connsiteY1734" fmla="*/ 5202651 h 6858000"/>
              <a:gd name="connsiteX1735" fmla="*/ 6385056 w 6858000"/>
              <a:gd name="connsiteY1735" fmla="*/ 5202651 h 6858000"/>
              <a:gd name="connsiteX1736" fmla="*/ 6385056 w 6858000"/>
              <a:gd name="connsiteY1736" fmla="*/ 5439080 h 6858000"/>
              <a:gd name="connsiteX1737" fmla="*/ 6621485 w 6858000"/>
              <a:gd name="connsiteY1737" fmla="*/ 5439080 h 6858000"/>
              <a:gd name="connsiteX1738" fmla="*/ 6621485 w 6858000"/>
              <a:gd name="connsiteY1738" fmla="*/ 5202651 h 6858000"/>
              <a:gd name="connsiteX1739" fmla="*/ 6385056 w 6858000"/>
              <a:gd name="connsiteY1739" fmla="*/ 5202651 h 6858000"/>
              <a:gd name="connsiteX1740" fmla="*/ 0 w 6858000"/>
              <a:gd name="connsiteY1740" fmla="*/ 5439080 h 6858000"/>
              <a:gd name="connsiteX1741" fmla="*/ 0 w 6858000"/>
              <a:gd name="connsiteY1741" fmla="*/ 5675595 h 6858000"/>
              <a:gd name="connsiteX1742" fmla="*/ 236515 w 6858000"/>
              <a:gd name="connsiteY1742" fmla="*/ 5675595 h 6858000"/>
              <a:gd name="connsiteX1743" fmla="*/ 236515 w 6858000"/>
              <a:gd name="connsiteY1743" fmla="*/ 5439080 h 6858000"/>
              <a:gd name="connsiteX1744" fmla="*/ 0 w 6858000"/>
              <a:gd name="connsiteY1744" fmla="*/ 5439080 h 6858000"/>
              <a:gd name="connsiteX1745" fmla="*/ 1418920 w 6858000"/>
              <a:gd name="connsiteY1745" fmla="*/ 5439080 h 6858000"/>
              <a:gd name="connsiteX1746" fmla="*/ 1418920 w 6858000"/>
              <a:gd name="connsiteY1746" fmla="*/ 5675595 h 6858000"/>
              <a:gd name="connsiteX1747" fmla="*/ 1655350 w 6858000"/>
              <a:gd name="connsiteY1747" fmla="*/ 5675595 h 6858000"/>
              <a:gd name="connsiteX1748" fmla="*/ 1655350 w 6858000"/>
              <a:gd name="connsiteY1748" fmla="*/ 5439080 h 6858000"/>
              <a:gd name="connsiteX1749" fmla="*/ 1418920 w 6858000"/>
              <a:gd name="connsiteY1749" fmla="*/ 5439080 h 6858000"/>
              <a:gd name="connsiteX1750" fmla="*/ 2128380 w 6858000"/>
              <a:gd name="connsiteY1750" fmla="*/ 5439080 h 6858000"/>
              <a:gd name="connsiteX1751" fmla="*/ 2128380 w 6858000"/>
              <a:gd name="connsiteY1751" fmla="*/ 5675595 h 6858000"/>
              <a:gd name="connsiteX1752" fmla="*/ 2364810 w 6858000"/>
              <a:gd name="connsiteY1752" fmla="*/ 5675595 h 6858000"/>
              <a:gd name="connsiteX1753" fmla="*/ 2364810 w 6858000"/>
              <a:gd name="connsiteY1753" fmla="*/ 5439080 h 6858000"/>
              <a:gd name="connsiteX1754" fmla="*/ 2128380 w 6858000"/>
              <a:gd name="connsiteY1754" fmla="*/ 5439080 h 6858000"/>
              <a:gd name="connsiteX1755" fmla="*/ 2364810 w 6858000"/>
              <a:gd name="connsiteY1755" fmla="*/ 5439080 h 6858000"/>
              <a:gd name="connsiteX1756" fmla="*/ 2364810 w 6858000"/>
              <a:gd name="connsiteY1756" fmla="*/ 5675595 h 6858000"/>
              <a:gd name="connsiteX1757" fmla="*/ 2601325 w 6858000"/>
              <a:gd name="connsiteY1757" fmla="*/ 5675595 h 6858000"/>
              <a:gd name="connsiteX1758" fmla="*/ 2601325 w 6858000"/>
              <a:gd name="connsiteY1758" fmla="*/ 5439080 h 6858000"/>
              <a:gd name="connsiteX1759" fmla="*/ 2364810 w 6858000"/>
              <a:gd name="connsiteY1759" fmla="*/ 5439080 h 6858000"/>
              <a:gd name="connsiteX1760" fmla="*/ 2837755 w 6858000"/>
              <a:gd name="connsiteY1760" fmla="*/ 5439080 h 6858000"/>
              <a:gd name="connsiteX1761" fmla="*/ 2837755 w 6858000"/>
              <a:gd name="connsiteY1761" fmla="*/ 5675595 h 6858000"/>
              <a:gd name="connsiteX1762" fmla="*/ 3074270 w 6858000"/>
              <a:gd name="connsiteY1762" fmla="*/ 5675595 h 6858000"/>
              <a:gd name="connsiteX1763" fmla="*/ 3074270 w 6858000"/>
              <a:gd name="connsiteY1763" fmla="*/ 5439080 h 6858000"/>
              <a:gd name="connsiteX1764" fmla="*/ 2837755 w 6858000"/>
              <a:gd name="connsiteY1764" fmla="*/ 5439080 h 6858000"/>
              <a:gd name="connsiteX1765" fmla="*/ 3310785 w 6858000"/>
              <a:gd name="connsiteY1765" fmla="*/ 5439080 h 6858000"/>
              <a:gd name="connsiteX1766" fmla="*/ 3310785 w 6858000"/>
              <a:gd name="connsiteY1766" fmla="*/ 5675595 h 6858000"/>
              <a:gd name="connsiteX1767" fmla="*/ 3547215 w 6858000"/>
              <a:gd name="connsiteY1767" fmla="*/ 5675595 h 6858000"/>
              <a:gd name="connsiteX1768" fmla="*/ 3547215 w 6858000"/>
              <a:gd name="connsiteY1768" fmla="*/ 5439080 h 6858000"/>
              <a:gd name="connsiteX1769" fmla="*/ 3310785 w 6858000"/>
              <a:gd name="connsiteY1769" fmla="*/ 5439080 h 6858000"/>
              <a:gd name="connsiteX1770" fmla="*/ 3547215 w 6858000"/>
              <a:gd name="connsiteY1770" fmla="*/ 5439080 h 6858000"/>
              <a:gd name="connsiteX1771" fmla="*/ 3547215 w 6858000"/>
              <a:gd name="connsiteY1771" fmla="*/ 5675595 h 6858000"/>
              <a:gd name="connsiteX1772" fmla="*/ 3783730 w 6858000"/>
              <a:gd name="connsiteY1772" fmla="*/ 5675595 h 6858000"/>
              <a:gd name="connsiteX1773" fmla="*/ 3783730 w 6858000"/>
              <a:gd name="connsiteY1773" fmla="*/ 5439080 h 6858000"/>
              <a:gd name="connsiteX1774" fmla="*/ 3547215 w 6858000"/>
              <a:gd name="connsiteY1774" fmla="*/ 5439080 h 6858000"/>
              <a:gd name="connsiteX1775" fmla="*/ 4493191 w 6858000"/>
              <a:gd name="connsiteY1775" fmla="*/ 5439080 h 6858000"/>
              <a:gd name="connsiteX1776" fmla="*/ 4493191 w 6858000"/>
              <a:gd name="connsiteY1776" fmla="*/ 5675595 h 6858000"/>
              <a:gd name="connsiteX1777" fmla="*/ 4729620 w 6858000"/>
              <a:gd name="connsiteY1777" fmla="*/ 5675595 h 6858000"/>
              <a:gd name="connsiteX1778" fmla="*/ 4729620 w 6858000"/>
              <a:gd name="connsiteY1778" fmla="*/ 5439080 h 6858000"/>
              <a:gd name="connsiteX1779" fmla="*/ 4493191 w 6858000"/>
              <a:gd name="connsiteY1779" fmla="*/ 5439080 h 6858000"/>
              <a:gd name="connsiteX1780" fmla="*/ 4729620 w 6858000"/>
              <a:gd name="connsiteY1780" fmla="*/ 5439080 h 6858000"/>
              <a:gd name="connsiteX1781" fmla="*/ 4729620 w 6858000"/>
              <a:gd name="connsiteY1781" fmla="*/ 5675595 h 6858000"/>
              <a:gd name="connsiteX1782" fmla="*/ 4966135 w 6858000"/>
              <a:gd name="connsiteY1782" fmla="*/ 5675595 h 6858000"/>
              <a:gd name="connsiteX1783" fmla="*/ 4966135 w 6858000"/>
              <a:gd name="connsiteY1783" fmla="*/ 5439080 h 6858000"/>
              <a:gd name="connsiteX1784" fmla="*/ 4729620 w 6858000"/>
              <a:gd name="connsiteY1784" fmla="*/ 5439080 h 6858000"/>
              <a:gd name="connsiteX1785" fmla="*/ 5675595 w 6858000"/>
              <a:gd name="connsiteY1785" fmla="*/ 5439080 h 6858000"/>
              <a:gd name="connsiteX1786" fmla="*/ 5675595 w 6858000"/>
              <a:gd name="connsiteY1786" fmla="*/ 5675595 h 6858000"/>
              <a:gd name="connsiteX1787" fmla="*/ 5912110 w 6858000"/>
              <a:gd name="connsiteY1787" fmla="*/ 5675595 h 6858000"/>
              <a:gd name="connsiteX1788" fmla="*/ 5912110 w 6858000"/>
              <a:gd name="connsiteY1788" fmla="*/ 5439080 h 6858000"/>
              <a:gd name="connsiteX1789" fmla="*/ 5675595 w 6858000"/>
              <a:gd name="connsiteY1789" fmla="*/ 5439080 h 6858000"/>
              <a:gd name="connsiteX1790" fmla="*/ 5912110 w 6858000"/>
              <a:gd name="connsiteY1790" fmla="*/ 5439080 h 6858000"/>
              <a:gd name="connsiteX1791" fmla="*/ 5912110 w 6858000"/>
              <a:gd name="connsiteY1791" fmla="*/ 5675595 h 6858000"/>
              <a:gd name="connsiteX1792" fmla="*/ 6148540 w 6858000"/>
              <a:gd name="connsiteY1792" fmla="*/ 5675595 h 6858000"/>
              <a:gd name="connsiteX1793" fmla="*/ 6148540 w 6858000"/>
              <a:gd name="connsiteY1793" fmla="*/ 5439080 h 6858000"/>
              <a:gd name="connsiteX1794" fmla="*/ 5912110 w 6858000"/>
              <a:gd name="connsiteY1794" fmla="*/ 5439080 h 6858000"/>
              <a:gd name="connsiteX1795" fmla="*/ 6148540 w 6858000"/>
              <a:gd name="connsiteY1795" fmla="*/ 5439080 h 6858000"/>
              <a:gd name="connsiteX1796" fmla="*/ 6148540 w 6858000"/>
              <a:gd name="connsiteY1796" fmla="*/ 5675595 h 6858000"/>
              <a:gd name="connsiteX1797" fmla="*/ 6385056 w 6858000"/>
              <a:gd name="connsiteY1797" fmla="*/ 5675595 h 6858000"/>
              <a:gd name="connsiteX1798" fmla="*/ 6385056 w 6858000"/>
              <a:gd name="connsiteY1798" fmla="*/ 5439080 h 6858000"/>
              <a:gd name="connsiteX1799" fmla="*/ 6148540 w 6858000"/>
              <a:gd name="connsiteY1799" fmla="*/ 5439080 h 6858000"/>
              <a:gd name="connsiteX1800" fmla="*/ 6385056 w 6858000"/>
              <a:gd name="connsiteY1800" fmla="*/ 5439080 h 6858000"/>
              <a:gd name="connsiteX1801" fmla="*/ 6385056 w 6858000"/>
              <a:gd name="connsiteY1801" fmla="*/ 5675595 h 6858000"/>
              <a:gd name="connsiteX1802" fmla="*/ 6621485 w 6858000"/>
              <a:gd name="connsiteY1802" fmla="*/ 5675595 h 6858000"/>
              <a:gd name="connsiteX1803" fmla="*/ 6621485 w 6858000"/>
              <a:gd name="connsiteY1803" fmla="*/ 5439080 h 6858000"/>
              <a:gd name="connsiteX1804" fmla="*/ 6385056 w 6858000"/>
              <a:gd name="connsiteY1804" fmla="*/ 5439080 h 6858000"/>
              <a:gd name="connsiteX1805" fmla="*/ 0 w 6858000"/>
              <a:gd name="connsiteY1805" fmla="*/ 5675595 h 6858000"/>
              <a:gd name="connsiteX1806" fmla="*/ 0 w 6858000"/>
              <a:gd name="connsiteY1806" fmla="*/ 5912110 h 6858000"/>
              <a:gd name="connsiteX1807" fmla="*/ 236515 w 6858000"/>
              <a:gd name="connsiteY1807" fmla="*/ 5912110 h 6858000"/>
              <a:gd name="connsiteX1808" fmla="*/ 236515 w 6858000"/>
              <a:gd name="connsiteY1808" fmla="*/ 5675595 h 6858000"/>
              <a:gd name="connsiteX1809" fmla="*/ 0 w 6858000"/>
              <a:gd name="connsiteY1809" fmla="*/ 5675595 h 6858000"/>
              <a:gd name="connsiteX1810" fmla="*/ 472945 w 6858000"/>
              <a:gd name="connsiteY1810" fmla="*/ 5675595 h 6858000"/>
              <a:gd name="connsiteX1811" fmla="*/ 472945 w 6858000"/>
              <a:gd name="connsiteY1811" fmla="*/ 5912110 h 6858000"/>
              <a:gd name="connsiteX1812" fmla="*/ 709460 w 6858000"/>
              <a:gd name="connsiteY1812" fmla="*/ 5912110 h 6858000"/>
              <a:gd name="connsiteX1813" fmla="*/ 709460 w 6858000"/>
              <a:gd name="connsiteY1813" fmla="*/ 5675595 h 6858000"/>
              <a:gd name="connsiteX1814" fmla="*/ 472945 w 6858000"/>
              <a:gd name="connsiteY1814" fmla="*/ 5675595 h 6858000"/>
              <a:gd name="connsiteX1815" fmla="*/ 709460 w 6858000"/>
              <a:gd name="connsiteY1815" fmla="*/ 5675595 h 6858000"/>
              <a:gd name="connsiteX1816" fmla="*/ 709460 w 6858000"/>
              <a:gd name="connsiteY1816" fmla="*/ 5912110 h 6858000"/>
              <a:gd name="connsiteX1817" fmla="*/ 945890 w 6858000"/>
              <a:gd name="connsiteY1817" fmla="*/ 5912110 h 6858000"/>
              <a:gd name="connsiteX1818" fmla="*/ 945890 w 6858000"/>
              <a:gd name="connsiteY1818" fmla="*/ 5675595 h 6858000"/>
              <a:gd name="connsiteX1819" fmla="*/ 709460 w 6858000"/>
              <a:gd name="connsiteY1819" fmla="*/ 5675595 h 6858000"/>
              <a:gd name="connsiteX1820" fmla="*/ 945890 w 6858000"/>
              <a:gd name="connsiteY1820" fmla="*/ 5675595 h 6858000"/>
              <a:gd name="connsiteX1821" fmla="*/ 945890 w 6858000"/>
              <a:gd name="connsiteY1821" fmla="*/ 5912110 h 6858000"/>
              <a:gd name="connsiteX1822" fmla="*/ 1182405 w 6858000"/>
              <a:gd name="connsiteY1822" fmla="*/ 5912110 h 6858000"/>
              <a:gd name="connsiteX1823" fmla="*/ 1182405 w 6858000"/>
              <a:gd name="connsiteY1823" fmla="*/ 5675595 h 6858000"/>
              <a:gd name="connsiteX1824" fmla="*/ 945890 w 6858000"/>
              <a:gd name="connsiteY1824" fmla="*/ 5675595 h 6858000"/>
              <a:gd name="connsiteX1825" fmla="*/ 1418920 w 6858000"/>
              <a:gd name="connsiteY1825" fmla="*/ 5675595 h 6858000"/>
              <a:gd name="connsiteX1826" fmla="*/ 1418920 w 6858000"/>
              <a:gd name="connsiteY1826" fmla="*/ 5912110 h 6858000"/>
              <a:gd name="connsiteX1827" fmla="*/ 1655350 w 6858000"/>
              <a:gd name="connsiteY1827" fmla="*/ 5912110 h 6858000"/>
              <a:gd name="connsiteX1828" fmla="*/ 1655350 w 6858000"/>
              <a:gd name="connsiteY1828" fmla="*/ 5675595 h 6858000"/>
              <a:gd name="connsiteX1829" fmla="*/ 1418920 w 6858000"/>
              <a:gd name="connsiteY1829" fmla="*/ 5675595 h 6858000"/>
              <a:gd name="connsiteX1830" fmla="*/ 1891865 w 6858000"/>
              <a:gd name="connsiteY1830" fmla="*/ 5675595 h 6858000"/>
              <a:gd name="connsiteX1831" fmla="*/ 1891865 w 6858000"/>
              <a:gd name="connsiteY1831" fmla="*/ 5912110 h 6858000"/>
              <a:gd name="connsiteX1832" fmla="*/ 2128380 w 6858000"/>
              <a:gd name="connsiteY1832" fmla="*/ 5912110 h 6858000"/>
              <a:gd name="connsiteX1833" fmla="*/ 2128380 w 6858000"/>
              <a:gd name="connsiteY1833" fmla="*/ 5675595 h 6858000"/>
              <a:gd name="connsiteX1834" fmla="*/ 1891865 w 6858000"/>
              <a:gd name="connsiteY1834" fmla="*/ 5675595 h 6858000"/>
              <a:gd name="connsiteX1835" fmla="*/ 2128380 w 6858000"/>
              <a:gd name="connsiteY1835" fmla="*/ 5675595 h 6858000"/>
              <a:gd name="connsiteX1836" fmla="*/ 2128380 w 6858000"/>
              <a:gd name="connsiteY1836" fmla="*/ 5912110 h 6858000"/>
              <a:gd name="connsiteX1837" fmla="*/ 2364810 w 6858000"/>
              <a:gd name="connsiteY1837" fmla="*/ 5912110 h 6858000"/>
              <a:gd name="connsiteX1838" fmla="*/ 2364810 w 6858000"/>
              <a:gd name="connsiteY1838" fmla="*/ 5675595 h 6858000"/>
              <a:gd name="connsiteX1839" fmla="*/ 2128380 w 6858000"/>
              <a:gd name="connsiteY1839" fmla="*/ 5675595 h 6858000"/>
              <a:gd name="connsiteX1840" fmla="*/ 3074270 w 6858000"/>
              <a:gd name="connsiteY1840" fmla="*/ 5675595 h 6858000"/>
              <a:gd name="connsiteX1841" fmla="*/ 3074270 w 6858000"/>
              <a:gd name="connsiteY1841" fmla="*/ 5912110 h 6858000"/>
              <a:gd name="connsiteX1842" fmla="*/ 3310785 w 6858000"/>
              <a:gd name="connsiteY1842" fmla="*/ 5912110 h 6858000"/>
              <a:gd name="connsiteX1843" fmla="*/ 3310785 w 6858000"/>
              <a:gd name="connsiteY1843" fmla="*/ 5675595 h 6858000"/>
              <a:gd name="connsiteX1844" fmla="*/ 3074270 w 6858000"/>
              <a:gd name="connsiteY1844" fmla="*/ 5675595 h 6858000"/>
              <a:gd name="connsiteX1845" fmla="*/ 3547215 w 6858000"/>
              <a:gd name="connsiteY1845" fmla="*/ 5675595 h 6858000"/>
              <a:gd name="connsiteX1846" fmla="*/ 3547215 w 6858000"/>
              <a:gd name="connsiteY1846" fmla="*/ 5912110 h 6858000"/>
              <a:gd name="connsiteX1847" fmla="*/ 3783730 w 6858000"/>
              <a:gd name="connsiteY1847" fmla="*/ 5912110 h 6858000"/>
              <a:gd name="connsiteX1848" fmla="*/ 3783730 w 6858000"/>
              <a:gd name="connsiteY1848" fmla="*/ 5675595 h 6858000"/>
              <a:gd name="connsiteX1849" fmla="*/ 3547215 w 6858000"/>
              <a:gd name="connsiteY1849" fmla="*/ 5675595 h 6858000"/>
              <a:gd name="connsiteX1850" fmla="*/ 4020245 w 6858000"/>
              <a:gd name="connsiteY1850" fmla="*/ 5675595 h 6858000"/>
              <a:gd name="connsiteX1851" fmla="*/ 4020245 w 6858000"/>
              <a:gd name="connsiteY1851" fmla="*/ 5912110 h 6858000"/>
              <a:gd name="connsiteX1852" fmla="*/ 4256675 w 6858000"/>
              <a:gd name="connsiteY1852" fmla="*/ 5912110 h 6858000"/>
              <a:gd name="connsiteX1853" fmla="*/ 4256675 w 6858000"/>
              <a:gd name="connsiteY1853" fmla="*/ 5675595 h 6858000"/>
              <a:gd name="connsiteX1854" fmla="*/ 4020245 w 6858000"/>
              <a:gd name="connsiteY1854" fmla="*/ 5675595 h 6858000"/>
              <a:gd name="connsiteX1855" fmla="*/ 4493191 w 6858000"/>
              <a:gd name="connsiteY1855" fmla="*/ 5675595 h 6858000"/>
              <a:gd name="connsiteX1856" fmla="*/ 4493191 w 6858000"/>
              <a:gd name="connsiteY1856" fmla="*/ 5912110 h 6858000"/>
              <a:gd name="connsiteX1857" fmla="*/ 4729620 w 6858000"/>
              <a:gd name="connsiteY1857" fmla="*/ 5912110 h 6858000"/>
              <a:gd name="connsiteX1858" fmla="*/ 4729620 w 6858000"/>
              <a:gd name="connsiteY1858" fmla="*/ 5675595 h 6858000"/>
              <a:gd name="connsiteX1859" fmla="*/ 4493191 w 6858000"/>
              <a:gd name="connsiteY1859" fmla="*/ 5675595 h 6858000"/>
              <a:gd name="connsiteX1860" fmla="*/ 4729620 w 6858000"/>
              <a:gd name="connsiteY1860" fmla="*/ 5675595 h 6858000"/>
              <a:gd name="connsiteX1861" fmla="*/ 4729620 w 6858000"/>
              <a:gd name="connsiteY1861" fmla="*/ 5912110 h 6858000"/>
              <a:gd name="connsiteX1862" fmla="*/ 4966135 w 6858000"/>
              <a:gd name="connsiteY1862" fmla="*/ 5912110 h 6858000"/>
              <a:gd name="connsiteX1863" fmla="*/ 4966135 w 6858000"/>
              <a:gd name="connsiteY1863" fmla="*/ 5675595 h 6858000"/>
              <a:gd name="connsiteX1864" fmla="*/ 4729620 w 6858000"/>
              <a:gd name="connsiteY1864" fmla="*/ 5675595 h 6858000"/>
              <a:gd name="connsiteX1865" fmla="*/ 4966135 w 6858000"/>
              <a:gd name="connsiteY1865" fmla="*/ 5675595 h 6858000"/>
              <a:gd name="connsiteX1866" fmla="*/ 4966135 w 6858000"/>
              <a:gd name="connsiteY1866" fmla="*/ 5912110 h 6858000"/>
              <a:gd name="connsiteX1867" fmla="*/ 5202651 w 6858000"/>
              <a:gd name="connsiteY1867" fmla="*/ 5912110 h 6858000"/>
              <a:gd name="connsiteX1868" fmla="*/ 5202651 w 6858000"/>
              <a:gd name="connsiteY1868" fmla="*/ 5675595 h 6858000"/>
              <a:gd name="connsiteX1869" fmla="*/ 4966135 w 6858000"/>
              <a:gd name="connsiteY1869" fmla="*/ 5675595 h 6858000"/>
              <a:gd name="connsiteX1870" fmla="*/ 5202651 w 6858000"/>
              <a:gd name="connsiteY1870" fmla="*/ 5675595 h 6858000"/>
              <a:gd name="connsiteX1871" fmla="*/ 5202651 w 6858000"/>
              <a:gd name="connsiteY1871" fmla="*/ 5912110 h 6858000"/>
              <a:gd name="connsiteX1872" fmla="*/ 5439080 w 6858000"/>
              <a:gd name="connsiteY1872" fmla="*/ 5912110 h 6858000"/>
              <a:gd name="connsiteX1873" fmla="*/ 5439080 w 6858000"/>
              <a:gd name="connsiteY1873" fmla="*/ 5675595 h 6858000"/>
              <a:gd name="connsiteX1874" fmla="*/ 5202651 w 6858000"/>
              <a:gd name="connsiteY1874" fmla="*/ 5675595 h 6858000"/>
              <a:gd name="connsiteX1875" fmla="*/ 5439080 w 6858000"/>
              <a:gd name="connsiteY1875" fmla="*/ 5675595 h 6858000"/>
              <a:gd name="connsiteX1876" fmla="*/ 5439080 w 6858000"/>
              <a:gd name="connsiteY1876" fmla="*/ 5912110 h 6858000"/>
              <a:gd name="connsiteX1877" fmla="*/ 5675595 w 6858000"/>
              <a:gd name="connsiteY1877" fmla="*/ 5912110 h 6858000"/>
              <a:gd name="connsiteX1878" fmla="*/ 5675595 w 6858000"/>
              <a:gd name="connsiteY1878" fmla="*/ 5675595 h 6858000"/>
              <a:gd name="connsiteX1879" fmla="*/ 5439080 w 6858000"/>
              <a:gd name="connsiteY1879" fmla="*/ 5675595 h 6858000"/>
              <a:gd name="connsiteX1880" fmla="*/ 5675595 w 6858000"/>
              <a:gd name="connsiteY1880" fmla="*/ 5675595 h 6858000"/>
              <a:gd name="connsiteX1881" fmla="*/ 5675595 w 6858000"/>
              <a:gd name="connsiteY1881" fmla="*/ 5912110 h 6858000"/>
              <a:gd name="connsiteX1882" fmla="*/ 5912110 w 6858000"/>
              <a:gd name="connsiteY1882" fmla="*/ 5912110 h 6858000"/>
              <a:gd name="connsiteX1883" fmla="*/ 5912110 w 6858000"/>
              <a:gd name="connsiteY1883" fmla="*/ 5675595 h 6858000"/>
              <a:gd name="connsiteX1884" fmla="*/ 5675595 w 6858000"/>
              <a:gd name="connsiteY1884" fmla="*/ 5675595 h 6858000"/>
              <a:gd name="connsiteX1885" fmla="*/ 6148540 w 6858000"/>
              <a:gd name="connsiteY1885" fmla="*/ 5675595 h 6858000"/>
              <a:gd name="connsiteX1886" fmla="*/ 6148540 w 6858000"/>
              <a:gd name="connsiteY1886" fmla="*/ 5912110 h 6858000"/>
              <a:gd name="connsiteX1887" fmla="*/ 6385056 w 6858000"/>
              <a:gd name="connsiteY1887" fmla="*/ 5912110 h 6858000"/>
              <a:gd name="connsiteX1888" fmla="*/ 6385056 w 6858000"/>
              <a:gd name="connsiteY1888" fmla="*/ 5675595 h 6858000"/>
              <a:gd name="connsiteX1889" fmla="*/ 6148540 w 6858000"/>
              <a:gd name="connsiteY1889" fmla="*/ 5675595 h 6858000"/>
              <a:gd name="connsiteX1890" fmla="*/ 6621485 w 6858000"/>
              <a:gd name="connsiteY1890" fmla="*/ 5675595 h 6858000"/>
              <a:gd name="connsiteX1891" fmla="*/ 6621485 w 6858000"/>
              <a:gd name="connsiteY1891" fmla="*/ 5912110 h 6858000"/>
              <a:gd name="connsiteX1892" fmla="*/ 6858000 w 6858000"/>
              <a:gd name="connsiteY1892" fmla="*/ 5912110 h 6858000"/>
              <a:gd name="connsiteX1893" fmla="*/ 6858000 w 6858000"/>
              <a:gd name="connsiteY1893" fmla="*/ 5675595 h 6858000"/>
              <a:gd name="connsiteX1894" fmla="*/ 6621485 w 6858000"/>
              <a:gd name="connsiteY1894" fmla="*/ 5675595 h 6858000"/>
              <a:gd name="connsiteX1895" fmla="*/ 0 w 6858000"/>
              <a:gd name="connsiteY1895" fmla="*/ 5912110 h 6858000"/>
              <a:gd name="connsiteX1896" fmla="*/ 0 w 6858000"/>
              <a:gd name="connsiteY1896" fmla="*/ 6148540 h 6858000"/>
              <a:gd name="connsiteX1897" fmla="*/ 236515 w 6858000"/>
              <a:gd name="connsiteY1897" fmla="*/ 6148540 h 6858000"/>
              <a:gd name="connsiteX1898" fmla="*/ 236515 w 6858000"/>
              <a:gd name="connsiteY1898" fmla="*/ 5912110 h 6858000"/>
              <a:gd name="connsiteX1899" fmla="*/ 0 w 6858000"/>
              <a:gd name="connsiteY1899" fmla="*/ 5912110 h 6858000"/>
              <a:gd name="connsiteX1900" fmla="*/ 472945 w 6858000"/>
              <a:gd name="connsiteY1900" fmla="*/ 5912110 h 6858000"/>
              <a:gd name="connsiteX1901" fmla="*/ 472945 w 6858000"/>
              <a:gd name="connsiteY1901" fmla="*/ 6148540 h 6858000"/>
              <a:gd name="connsiteX1902" fmla="*/ 709460 w 6858000"/>
              <a:gd name="connsiteY1902" fmla="*/ 6148540 h 6858000"/>
              <a:gd name="connsiteX1903" fmla="*/ 709460 w 6858000"/>
              <a:gd name="connsiteY1903" fmla="*/ 5912110 h 6858000"/>
              <a:gd name="connsiteX1904" fmla="*/ 472945 w 6858000"/>
              <a:gd name="connsiteY1904" fmla="*/ 5912110 h 6858000"/>
              <a:gd name="connsiteX1905" fmla="*/ 709460 w 6858000"/>
              <a:gd name="connsiteY1905" fmla="*/ 5912110 h 6858000"/>
              <a:gd name="connsiteX1906" fmla="*/ 709460 w 6858000"/>
              <a:gd name="connsiteY1906" fmla="*/ 6148540 h 6858000"/>
              <a:gd name="connsiteX1907" fmla="*/ 945890 w 6858000"/>
              <a:gd name="connsiteY1907" fmla="*/ 6148540 h 6858000"/>
              <a:gd name="connsiteX1908" fmla="*/ 945890 w 6858000"/>
              <a:gd name="connsiteY1908" fmla="*/ 5912110 h 6858000"/>
              <a:gd name="connsiteX1909" fmla="*/ 709460 w 6858000"/>
              <a:gd name="connsiteY1909" fmla="*/ 5912110 h 6858000"/>
              <a:gd name="connsiteX1910" fmla="*/ 945890 w 6858000"/>
              <a:gd name="connsiteY1910" fmla="*/ 5912110 h 6858000"/>
              <a:gd name="connsiteX1911" fmla="*/ 945890 w 6858000"/>
              <a:gd name="connsiteY1911" fmla="*/ 6148540 h 6858000"/>
              <a:gd name="connsiteX1912" fmla="*/ 1182405 w 6858000"/>
              <a:gd name="connsiteY1912" fmla="*/ 6148540 h 6858000"/>
              <a:gd name="connsiteX1913" fmla="*/ 1182405 w 6858000"/>
              <a:gd name="connsiteY1913" fmla="*/ 5912110 h 6858000"/>
              <a:gd name="connsiteX1914" fmla="*/ 945890 w 6858000"/>
              <a:gd name="connsiteY1914" fmla="*/ 5912110 h 6858000"/>
              <a:gd name="connsiteX1915" fmla="*/ 1418920 w 6858000"/>
              <a:gd name="connsiteY1915" fmla="*/ 5912110 h 6858000"/>
              <a:gd name="connsiteX1916" fmla="*/ 1418920 w 6858000"/>
              <a:gd name="connsiteY1916" fmla="*/ 6148540 h 6858000"/>
              <a:gd name="connsiteX1917" fmla="*/ 1655350 w 6858000"/>
              <a:gd name="connsiteY1917" fmla="*/ 6148540 h 6858000"/>
              <a:gd name="connsiteX1918" fmla="*/ 1655350 w 6858000"/>
              <a:gd name="connsiteY1918" fmla="*/ 5912110 h 6858000"/>
              <a:gd name="connsiteX1919" fmla="*/ 1418920 w 6858000"/>
              <a:gd name="connsiteY1919" fmla="*/ 5912110 h 6858000"/>
              <a:gd name="connsiteX1920" fmla="*/ 2601325 w 6858000"/>
              <a:gd name="connsiteY1920" fmla="*/ 5912110 h 6858000"/>
              <a:gd name="connsiteX1921" fmla="*/ 2601325 w 6858000"/>
              <a:gd name="connsiteY1921" fmla="*/ 6148540 h 6858000"/>
              <a:gd name="connsiteX1922" fmla="*/ 2837755 w 6858000"/>
              <a:gd name="connsiteY1922" fmla="*/ 6148540 h 6858000"/>
              <a:gd name="connsiteX1923" fmla="*/ 2837755 w 6858000"/>
              <a:gd name="connsiteY1923" fmla="*/ 5912110 h 6858000"/>
              <a:gd name="connsiteX1924" fmla="*/ 2601325 w 6858000"/>
              <a:gd name="connsiteY1924" fmla="*/ 5912110 h 6858000"/>
              <a:gd name="connsiteX1925" fmla="*/ 3074270 w 6858000"/>
              <a:gd name="connsiteY1925" fmla="*/ 5912110 h 6858000"/>
              <a:gd name="connsiteX1926" fmla="*/ 3074270 w 6858000"/>
              <a:gd name="connsiteY1926" fmla="*/ 6148540 h 6858000"/>
              <a:gd name="connsiteX1927" fmla="*/ 3310785 w 6858000"/>
              <a:gd name="connsiteY1927" fmla="*/ 6148540 h 6858000"/>
              <a:gd name="connsiteX1928" fmla="*/ 3310785 w 6858000"/>
              <a:gd name="connsiteY1928" fmla="*/ 5912110 h 6858000"/>
              <a:gd name="connsiteX1929" fmla="*/ 3074270 w 6858000"/>
              <a:gd name="connsiteY1929" fmla="*/ 5912110 h 6858000"/>
              <a:gd name="connsiteX1930" fmla="*/ 3783730 w 6858000"/>
              <a:gd name="connsiteY1930" fmla="*/ 5912110 h 6858000"/>
              <a:gd name="connsiteX1931" fmla="*/ 3783730 w 6858000"/>
              <a:gd name="connsiteY1931" fmla="*/ 6148540 h 6858000"/>
              <a:gd name="connsiteX1932" fmla="*/ 4020245 w 6858000"/>
              <a:gd name="connsiteY1932" fmla="*/ 6148540 h 6858000"/>
              <a:gd name="connsiteX1933" fmla="*/ 4020245 w 6858000"/>
              <a:gd name="connsiteY1933" fmla="*/ 5912110 h 6858000"/>
              <a:gd name="connsiteX1934" fmla="*/ 3783730 w 6858000"/>
              <a:gd name="connsiteY1934" fmla="*/ 5912110 h 6858000"/>
              <a:gd name="connsiteX1935" fmla="*/ 4256675 w 6858000"/>
              <a:gd name="connsiteY1935" fmla="*/ 5912110 h 6858000"/>
              <a:gd name="connsiteX1936" fmla="*/ 4256675 w 6858000"/>
              <a:gd name="connsiteY1936" fmla="*/ 6148540 h 6858000"/>
              <a:gd name="connsiteX1937" fmla="*/ 4493191 w 6858000"/>
              <a:gd name="connsiteY1937" fmla="*/ 6148540 h 6858000"/>
              <a:gd name="connsiteX1938" fmla="*/ 4493191 w 6858000"/>
              <a:gd name="connsiteY1938" fmla="*/ 5912110 h 6858000"/>
              <a:gd name="connsiteX1939" fmla="*/ 4256675 w 6858000"/>
              <a:gd name="connsiteY1939" fmla="*/ 5912110 h 6858000"/>
              <a:gd name="connsiteX1940" fmla="*/ 4493191 w 6858000"/>
              <a:gd name="connsiteY1940" fmla="*/ 5912110 h 6858000"/>
              <a:gd name="connsiteX1941" fmla="*/ 4493191 w 6858000"/>
              <a:gd name="connsiteY1941" fmla="*/ 6148540 h 6858000"/>
              <a:gd name="connsiteX1942" fmla="*/ 4729620 w 6858000"/>
              <a:gd name="connsiteY1942" fmla="*/ 6148540 h 6858000"/>
              <a:gd name="connsiteX1943" fmla="*/ 4729620 w 6858000"/>
              <a:gd name="connsiteY1943" fmla="*/ 5912110 h 6858000"/>
              <a:gd name="connsiteX1944" fmla="*/ 4493191 w 6858000"/>
              <a:gd name="connsiteY1944" fmla="*/ 5912110 h 6858000"/>
              <a:gd name="connsiteX1945" fmla="*/ 4729620 w 6858000"/>
              <a:gd name="connsiteY1945" fmla="*/ 5912110 h 6858000"/>
              <a:gd name="connsiteX1946" fmla="*/ 4729620 w 6858000"/>
              <a:gd name="connsiteY1946" fmla="*/ 6148540 h 6858000"/>
              <a:gd name="connsiteX1947" fmla="*/ 4966135 w 6858000"/>
              <a:gd name="connsiteY1947" fmla="*/ 6148540 h 6858000"/>
              <a:gd name="connsiteX1948" fmla="*/ 4966135 w 6858000"/>
              <a:gd name="connsiteY1948" fmla="*/ 5912110 h 6858000"/>
              <a:gd name="connsiteX1949" fmla="*/ 4729620 w 6858000"/>
              <a:gd name="connsiteY1949" fmla="*/ 5912110 h 6858000"/>
              <a:gd name="connsiteX1950" fmla="*/ 4966135 w 6858000"/>
              <a:gd name="connsiteY1950" fmla="*/ 5912110 h 6858000"/>
              <a:gd name="connsiteX1951" fmla="*/ 4966135 w 6858000"/>
              <a:gd name="connsiteY1951" fmla="*/ 6148540 h 6858000"/>
              <a:gd name="connsiteX1952" fmla="*/ 5202651 w 6858000"/>
              <a:gd name="connsiteY1952" fmla="*/ 6148540 h 6858000"/>
              <a:gd name="connsiteX1953" fmla="*/ 5202651 w 6858000"/>
              <a:gd name="connsiteY1953" fmla="*/ 5912110 h 6858000"/>
              <a:gd name="connsiteX1954" fmla="*/ 4966135 w 6858000"/>
              <a:gd name="connsiteY1954" fmla="*/ 5912110 h 6858000"/>
              <a:gd name="connsiteX1955" fmla="*/ 5202651 w 6858000"/>
              <a:gd name="connsiteY1955" fmla="*/ 5912110 h 6858000"/>
              <a:gd name="connsiteX1956" fmla="*/ 5202651 w 6858000"/>
              <a:gd name="connsiteY1956" fmla="*/ 6148540 h 6858000"/>
              <a:gd name="connsiteX1957" fmla="*/ 5439080 w 6858000"/>
              <a:gd name="connsiteY1957" fmla="*/ 6148540 h 6858000"/>
              <a:gd name="connsiteX1958" fmla="*/ 5439080 w 6858000"/>
              <a:gd name="connsiteY1958" fmla="*/ 5912110 h 6858000"/>
              <a:gd name="connsiteX1959" fmla="*/ 5202651 w 6858000"/>
              <a:gd name="connsiteY1959" fmla="*/ 5912110 h 6858000"/>
              <a:gd name="connsiteX1960" fmla="*/ 5675595 w 6858000"/>
              <a:gd name="connsiteY1960" fmla="*/ 5912110 h 6858000"/>
              <a:gd name="connsiteX1961" fmla="*/ 5675595 w 6858000"/>
              <a:gd name="connsiteY1961" fmla="*/ 6148540 h 6858000"/>
              <a:gd name="connsiteX1962" fmla="*/ 5912110 w 6858000"/>
              <a:gd name="connsiteY1962" fmla="*/ 6148540 h 6858000"/>
              <a:gd name="connsiteX1963" fmla="*/ 5912110 w 6858000"/>
              <a:gd name="connsiteY1963" fmla="*/ 5912110 h 6858000"/>
              <a:gd name="connsiteX1964" fmla="*/ 5675595 w 6858000"/>
              <a:gd name="connsiteY1964" fmla="*/ 5912110 h 6858000"/>
              <a:gd name="connsiteX1965" fmla="*/ 6385056 w 6858000"/>
              <a:gd name="connsiteY1965" fmla="*/ 5912110 h 6858000"/>
              <a:gd name="connsiteX1966" fmla="*/ 6385056 w 6858000"/>
              <a:gd name="connsiteY1966" fmla="*/ 6148540 h 6858000"/>
              <a:gd name="connsiteX1967" fmla="*/ 6621485 w 6858000"/>
              <a:gd name="connsiteY1967" fmla="*/ 6148540 h 6858000"/>
              <a:gd name="connsiteX1968" fmla="*/ 6621485 w 6858000"/>
              <a:gd name="connsiteY1968" fmla="*/ 5912110 h 6858000"/>
              <a:gd name="connsiteX1969" fmla="*/ 6385056 w 6858000"/>
              <a:gd name="connsiteY1969" fmla="*/ 5912110 h 6858000"/>
              <a:gd name="connsiteX1970" fmla="*/ 6621485 w 6858000"/>
              <a:gd name="connsiteY1970" fmla="*/ 5912110 h 6858000"/>
              <a:gd name="connsiteX1971" fmla="*/ 6621485 w 6858000"/>
              <a:gd name="connsiteY1971" fmla="*/ 6148540 h 6858000"/>
              <a:gd name="connsiteX1972" fmla="*/ 6858000 w 6858000"/>
              <a:gd name="connsiteY1972" fmla="*/ 6148540 h 6858000"/>
              <a:gd name="connsiteX1973" fmla="*/ 6858000 w 6858000"/>
              <a:gd name="connsiteY1973" fmla="*/ 5912110 h 6858000"/>
              <a:gd name="connsiteX1974" fmla="*/ 6621485 w 6858000"/>
              <a:gd name="connsiteY1974" fmla="*/ 5912110 h 6858000"/>
              <a:gd name="connsiteX1975" fmla="*/ 0 w 6858000"/>
              <a:gd name="connsiteY1975" fmla="*/ 6148540 h 6858000"/>
              <a:gd name="connsiteX1976" fmla="*/ 0 w 6858000"/>
              <a:gd name="connsiteY1976" fmla="*/ 6385056 h 6858000"/>
              <a:gd name="connsiteX1977" fmla="*/ 236515 w 6858000"/>
              <a:gd name="connsiteY1977" fmla="*/ 6385056 h 6858000"/>
              <a:gd name="connsiteX1978" fmla="*/ 236515 w 6858000"/>
              <a:gd name="connsiteY1978" fmla="*/ 6148540 h 6858000"/>
              <a:gd name="connsiteX1979" fmla="*/ 0 w 6858000"/>
              <a:gd name="connsiteY1979" fmla="*/ 6148540 h 6858000"/>
              <a:gd name="connsiteX1980" fmla="*/ 472945 w 6858000"/>
              <a:gd name="connsiteY1980" fmla="*/ 6148540 h 6858000"/>
              <a:gd name="connsiteX1981" fmla="*/ 472945 w 6858000"/>
              <a:gd name="connsiteY1981" fmla="*/ 6385056 h 6858000"/>
              <a:gd name="connsiteX1982" fmla="*/ 709460 w 6858000"/>
              <a:gd name="connsiteY1982" fmla="*/ 6385056 h 6858000"/>
              <a:gd name="connsiteX1983" fmla="*/ 709460 w 6858000"/>
              <a:gd name="connsiteY1983" fmla="*/ 6148540 h 6858000"/>
              <a:gd name="connsiteX1984" fmla="*/ 472945 w 6858000"/>
              <a:gd name="connsiteY1984" fmla="*/ 6148540 h 6858000"/>
              <a:gd name="connsiteX1985" fmla="*/ 709460 w 6858000"/>
              <a:gd name="connsiteY1985" fmla="*/ 6148540 h 6858000"/>
              <a:gd name="connsiteX1986" fmla="*/ 709460 w 6858000"/>
              <a:gd name="connsiteY1986" fmla="*/ 6385056 h 6858000"/>
              <a:gd name="connsiteX1987" fmla="*/ 945890 w 6858000"/>
              <a:gd name="connsiteY1987" fmla="*/ 6385056 h 6858000"/>
              <a:gd name="connsiteX1988" fmla="*/ 945890 w 6858000"/>
              <a:gd name="connsiteY1988" fmla="*/ 6148540 h 6858000"/>
              <a:gd name="connsiteX1989" fmla="*/ 709460 w 6858000"/>
              <a:gd name="connsiteY1989" fmla="*/ 6148540 h 6858000"/>
              <a:gd name="connsiteX1990" fmla="*/ 945890 w 6858000"/>
              <a:gd name="connsiteY1990" fmla="*/ 6148540 h 6858000"/>
              <a:gd name="connsiteX1991" fmla="*/ 945890 w 6858000"/>
              <a:gd name="connsiteY1991" fmla="*/ 6385056 h 6858000"/>
              <a:gd name="connsiteX1992" fmla="*/ 1182405 w 6858000"/>
              <a:gd name="connsiteY1992" fmla="*/ 6385056 h 6858000"/>
              <a:gd name="connsiteX1993" fmla="*/ 1182405 w 6858000"/>
              <a:gd name="connsiteY1993" fmla="*/ 6148540 h 6858000"/>
              <a:gd name="connsiteX1994" fmla="*/ 945890 w 6858000"/>
              <a:gd name="connsiteY1994" fmla="*/ 6148540 h 6858000"/>
              <a:gd name="connsiteX1995" fmla="*/ 1418920 w 6858000"/>
              <a:gd name="connsiteY1995" fmla="*/ 6148540 h 6858000"/>
              <a:gd name="connsiteX1996" fmla="*/ 1418920 w 6858000"/>
              <a:gd name="connsiteY1996" fmla="*/ 6385056 h 6858000"/>
              <a:gd name="connsiteX1997" fmla="*/ 1655350 w 6858000"/>
              <a:gd name="connsiteY1997" fmla="*/ 6385056 h 6858000"/>
              <a:gd name="connsiteX1998" fmla="*/ 1655350 w 6858000"/>
              <a:gd name="connsiteY1998" fmla="*/ 6148540 h 6858000"/>
              <a:gd name="connsiteX1999" fmla="*/ 1418920 w 6858000"/>
              <a:gd name="connsiteY1999" fmla="*/ 6148540 h 6858000"/>
              <a:gd name="connsiteX2000" fmla="*/ 1891865 w 6858000"/>
              <a:gd name="connsiteY2000" fmla="*/ 6148540 h 6858000"/>
              <a:gd name="connsiteX2001" fmla="*/ 1891865 w 6858000"/>
              <a:gd name="connsiteY2001" fmla="*/ 6385056 h 6858000"/>
              <a:gd name="connsiteX2002" fmla="*/ 2128380 w 6858000"/>
              <a:gd name="connsiteY2002" fmla="*/ 6385056 h 6858000"/>
              <a:gd name="connsiteX2003" fmla="*/ 2128380 w 6858000"/>
              <a:gd name="connsiteY2003" fmla="*/ 6148540 h 6858000"/>
              <a:gd name="connsiteX2004" fmla="*/ 1891865 w 6858000"/>
              <a:gd name="connsiteY2004" fmla="*/ 6148540 h 6858000"/>
              <a:gd name="connsiteX2005" fmla="*/ 2128380 w 6858000"/>
              <a:gd name="connsiteY2005" fmla="*/ 6148540 h 6858000"/>
              <a:gd name="connsiteX2006" fmla="*/ 2128380 w 6858000"/>
              <a:gd name="connsiteY2006" fmla="*/ 6385056 h 6858000"/>
              <a:gd name="connsiteX2007" fmla="*/ 2364810 w 6858000"/>
              <a:gd name="connsiteY2007" fmla="*/ 6385056 h 6858000"/>
              <a:gd name="connsiteX2008" fmla="*/ 2364810 w 6858000"/>
              <a:gd name="connsiteY2008" fmla="*/ 6148540 h 6858000"/>
              <a:gd name="connsiteX2009" fmla="*/ 2128380 w 6858000"/>
              <a:gd name="connsiteY2009" fmla="*/ 6148540 h 6858000"/>
              <a:gd name="connsiteX2010" fmla="*/ 2364810 w 6858000"/>
              <a:gd name="connsiteY2010" fmla="*/ 6148540 h 6858000"/>
              <a:gd name="connsiteX2011" fmla="*/ 2364810 w 6858000"/>
              <a:gd name="connsiteY2011" fmla="*/ 6385056 h 6858000"/>
              <a:gd name="connsiteX2012" fmla="*/ 2601325 w 6858000"/>
              <a:gd name="connsiteY2012" fmla="*/ 6385056 h 6858000"/>
              <a:gd name="connsiteX2013" fmla="*/ 2601325 w 6858000"/>
              <a:gd name="connsiteY2013" fmla="*/ 6148540 h 6858000"/>
              <a:gd name="connsiteX2014" fmla="*/ 2364810 w 6858000"/>
              <a:gd name="connsiteY2014" fmla="*/ 6148540 h 6858000"/>
              <a:gd name="connsiteX2015" fmla="*/ 3074270 w 6858000"/>
              <a:gd name="connsiteY2015" fmla="*/ 6148540 h 6858000"/>
              <a:gd name="connsiteX2016" fmla="*/ 3074270 w 6858000"/>
              <a:gd name="connsiteY2016" fmla="*/ 6385056 h 6858000"/>
              <a:gd name="connsiteX2017" fmla="*/ 3310785 w 6858000"/>
              <a:gd name="connsiteY2017" fmla="*/ 6385056 h 6858000"/>
              <a:gd name="connsiteX2018" fmla="*/ 3310785 w 6858000"/>
              <a:gd name="connsiteY2018" fmla="*/ 6148540 h 6858000"/>
              <a:gd name="connsiteX2019" fmla="*/ 3074270 w 6858000"/>
              <a:gd name="connsiteY2019" fmla="*/ 6148540 h 6858000"/>
              <a:gd name="connsiteX2020" fmla="*/ 3310785 w 6858000"/>
              <a:gd name="connsiteY2020" fmla="*/ 6148540 h 6858000"/>
              <a:gd name="connsiteX2021" fmla="*/ 3310785 w 6858000"/>
              <a:gd name="connsiteY2021" fmla="*/ 6385056 h 6858000"/>
              <a:gd name="connsiteX2022" fmla="*/ 3547215 w 6858000"/>
              <a:gd name="connsiteY2022" fmla="*/ 6385056 h 6858000"/>
              <a:gd name="connsiteX2023" fmla="*/ 3547215 w 6858000"/>
              <a:gd name="connsiteY2023" fmla="*/ 6148540 h 6858000"/>
              <a:gd name="connsiteX2024" fmla="*/ 3310785 w 6858000"/>
              <a:gd name="connsiteY2024" fmla="*/ 6148540 h 6858000"/>
              <a:gd name="connsiteX2025" fmla="*/ 3547215 w 6858000"/>
              <a:gd name="connsiteY2025" fmla="*/ 6148540 h 6858000"/>
              <a:gd name="connsiteX2026" fmla="*/ 3547215 w 6858000"/>
              <a:gd name="connsiteY2026" fmla="*/ 6385056 h 6858000"/>
              <a:gd name="connsiteX2027" fmla="*/ 3783730 w 6858000"/>
              <a:gd name="connsiteY2027" fmla="*/ 6385056 h 6858000"/>
              <a:gd name="connsiteX2028" fmla="*/ 3783730 w 6858000"/>
              <a:gd name="connsiteY2028" fmla="*/ 6148540 h 6858000"/>
              <a:gd name="connsiteX2029" fmla="*/ 3547215 w 6858000"/>
              <a:gd name="connsiteY2029" fmla="*/ 6148540 h 6858000"/>
              <a:gd name="connsiteX2030" fmla="*/ 4020245 w 6858000"/>
              <a:gd name="connsiteY2030" fmla="*/ 6148540 h 6858000"/>
              <a:gd name="connsiteX2031" fmla="*/ 4020245 w 6858000"/>
              <a:gd name="connsiteY2031" fmla="*/ 6385056 h 6858000"/>
              <a:gd name="connsiteX2032" fmla="*/ 4256675 w 6858000"/>
              <a:gd name="connsiteY2032" fmla="*/ 6385056 h 6858000"/>
              <a:gd name="connsiteX2033" fmla="*/ 4256675 w 6858000"/>
              <a:gd name="connsiteY2033" fmla="*/ 6148540 h 6858000"/>
              <a:gd name="connsiteX2034" fmla="*/ 4020245 w 6858000"/>
              <a:gd name="connsiteY2034" fmla="*/ 6148540 h 6858000"/>
              <a:gd name="connsiteX2035" fmla="*/ 4493191 w 6858000"/>
              <a:gd name="connsiteY2035" fmla="*/ 6148540 h 6858000"/>
              <a:gd name="connsiteX2036" fmla="*/ 4493191 w 6858000"/>
              <a:gd name="connsiteY2036" fmla="*/ 6385056 h 6858000"/>
              <a:gd name="connsiteX2037" fmla="*/ 4729620 w 6858000"/>
              <a:gd name="connsiteY2037" fmla="*/ 6385056 h 6858000"/>
              <a:gd name="connsiteX2038" fmla="*/ 4729620 w 6858000"/>
              <a:gd name="connsiteY2038" fmla="*/ 6148540 h 6858000"/>
              <a:gd name="connsiteX2039" fmla="*/ 4493191 w 6858000"/>
              <a:gd name="connsiteY2039" fmla="*/ 6148540 h 6858000"/>
              <a:gd name="connsiteX2040" fmla="*/ 4729620 w 6858000"/>
              <a:gd name="connsiteY2040" fmla="*/ 6148540 h 6858000"/>
              <a:gd name="connsiteX2041" fmla="*/ 4729620 w 6858000"/>
              <a:gd name="connsiteY2041" fmla="*/ 6385056 h 6858000"/>
              <a:gd name="connsiteX2042" fmla="*/ 4966135 w 6858000"/>
              <a:gd name="connsiteY2042" fmla="*/ 6385056 h 6858000"/>
              <a:gd name="connsiteX2043" fmla="*/ 4966135 w 6858000"/>
              <a:gd name="connsiteY2043" fmla="*/ 6148540 h 6858000"/>
              <a:gd name="connsiteX2044" fmla="*/ 4729620 w 6858000"/>
              <a:gd name="connsiteY2044" fmla="*/ 6148540 h 6858000"/>
              <a:gd name="connsiteX2045" fmla="*/ 6148540 w 6858000"/>
              <a:gd name="connsiteY2045" fmla="*/ 6148540 h 6858000"/>
              <a:gd name="connsiteX2046" fmla="*/ 6148540 w 6858000"/>
              <a:gd name="connsiteY2046" fmla="*/ 6385056 h 6858000"/>
              <a:gd name="connsiteX2047" fmla="*/ 6385056 w 6858000"/>
              <a:gd name="connsiteY2047" fmla="*/ 6385056 h 6858000"/>
              <a:gd name="connsiteX2048" fmla="*/ 6385056 w 6858000"/>
              <a:gd name="connsiteY2048" fmla="*/ 6148540 h 6858000"/>
              <a:gd name="connsiteX2049" fmla="*/ 6148540 w 6858000"/>
              <a:gd name="connsiteY2049" fmla="*/ 6148540 h 6858000"/>
              <a:gd name="connsiteX2050" fmla="*/ 6385056 w 6858000"/>
              <a:gd name="connsiteY2050" fmla="*/ 6148540 h 6858000"/>
              <a:gd name="connsiteX2051" fmla="*/ 6385056 w 6858000"/>
              <a:gd name="connsiteY2051" fmla="*/ 6385056 h 6858000"/>
              <a:gd name="connsiteX2052" fmla="*/ 6621485 w 6858000"/>
              <a:gd name="connsiteY2052" fmla="*/ 6385056 h 6858000"/>
              <a:gd name="connsiteX2053" fmla="*/ 6621485 w 6858000"/>
              <a:gd name="connsiteY2053" fmla="*/ 6148540 h 6858000"/>
              <a:gd name="connsiteX2054" fmla="*/ 6385056 w 6858000"/>
              <a:gd name="connsiteY2054" fmla="*/ 6148540 h 6858000"/>
              <a:gd name="connsiteX2055" fmla="*/ 0 w 6858000"/>
              <a:gd name="connsiteY2055" fmla="*/ 6385056 h 6858000"/>
              <a:gd name="connsiteX2056" fmla="*/ 0 w 6858000"/>
              <a:gd name="connsiteY2056" fmla="*/ 6621485 h 6858000"/>
              <a:gd name="connsiteX2057" fmla="*/ 236515 w 6858000"/>
              <a:gd name="connsiteY2057" fmla="*/ 6621485 h 6858000"/>
              <a:gd name="connsiteX2058" fmla="*/ 236515 w 6858000"/>
              <a:gd name="connsiteY2058" fmla="*/ 6385056 h 6858000"/>
              <a:gd name="connsiteX2059" fmla="*/ 0 w 6858000"/>
              <a:gd name="connsiteY2059" fmla="*/ 6385056 h 6858000"/>
              <a:gd name="connsiteX2060" fmla="*/ 1418920 w 6858000"/>
              <a:gd name="connsiteY2060" fmla="*/ 6385056 h 6858000"/>
              <a:gd name="connsiteX2061" fmla="*/ 1418920 w 6858000"/>
              <a:gd name="connsiteY2061" fmla="*/ 6621485 h 6858000"/>
              <a:gd name="connsiteX2062" fmla="*/ 1655350 w 6858000"/>
              <a:gd name="connsiteY2062" fmla="*/ 6621485 h 6858000"/>
              <a:gd name="connsiteX2063" fmla="*/ 1655350 w 6858000"/>
              <a:gd name="connsiteY2063" fmla="*/ 6385056 h 6858000"/>
              <a:gd name="connsiteX2064" fmla="*/ 1418920 w 6858000"/>
              <a:gd name="connsiteY2064" fmla="*/ 6385056 h 6858000"/>
              <a:gd name="connsiteX2065" fmla="*/ 1891865 w 6858000"/>
              <a:gd name="connsiteY2065" fmla="*/ 6385056 h 6858000"/>
              <a:gd name="connsiteX2066" fmla="*/ 1891865 w 6858000"/>
              <a:gd name="connsiteY2066" fmla="*/ 6621485 h 6858000"/>
              <a:gd name="connsiteX2067" fmla="*/ 2128380 w 6858000"/>
              <a:gd name="connsiteY2067" fmla="*/ 6621485 h 6858000"/>
              <a:gd name="connsiteX2068" fmla="*/ 2128380 w 6858000"/>
              <a:gd name="connsiteY2068" fmla="*/ 6385056 h 6858000"/>
              <a:gd name="connsiteX2069" fmla="*/ 1891865 w 6858000"/>
              <a:gd name="connsiteY2069" fmla="*/ 6385056 h 6858000"/>
              <a:gd name="connsiteX2070" fmla="*/ 2128380 w 6858000"/>
              <a:gd name="connsiteY2070" fmla="*/ 6385056 h 6858000"/>
              <a:gd name="connsiteX2071" fmla="*/ 2128380 w 6858000"/>
              <a:gd name="connsiteY2071" fmla="*/ 6621485 h 6858000"/>
              <a:gd name="connsiteX2072" fmla="*/ 2364810 w 6858000"/>
              <a:gd name="connsiteY2072" fmla="*/ 6621485 h 6858000"/>
              <a:gd name="connsiteX2073" fmla="*/ 2364810 w 6858000"/>
              <a:gd name="connsiteY2073" fmla="*/ 6385056 h 6858000"/>
              <a:gd name="connsiteX2074" fmla="*/ 2128380 w 6858000"/>
              <a:gd name="connsiteY2074" fmla="*/ 6385056 h 6858000"/>
              <a:gd name="connsiteX2075" fmla="*/ 3074270 w 6858000"/>
              <a:gd name="connsiteY2075" fmla="*/ 6385056 h 6858000"/>
              <a:gd name="connsiteX2076" fmla="*/ 3074270 w 6858000"/>
              <a:gd name="connsiteY2076" fmla="*/ 6621485 h 6858000"/>
              <a:gd name="connsiteX2077" fmla="*/ 3310785 w 6858000"/>
              <a:gd name="connsiteY2077" fmla="*/ 6621485 h 6858000"/>
              <a:gd name="connsiteX2078" fmla="*/ 3310785 w 6858000"/>
              <a:gd name="connsiteY2078" fmla="*/ 6385056 h 6858000"/>
              <a:gd name="connsiteX2079" fmla="*/ 3074270 w 6858000"/>
              <a:gd name="connsiteY2079" fmla="*/ 6385056 h 6858000"/>
              <a:gd name="connsiteX2080" fmla="*/ 4020245 w 6858000"/>
              <a:gd name="connsiteY2080" fmla="*/ 6385056 h 6858000"/>
              <a:gd name="connsiteX2081" fmla="*/ 4020245 w 6858000"/>
              <a:gd name="connsiteY2081" fmla="*/ 6621485 h 6858000"/>
              <a:gd name="connsiteX2082" fmla="*/ 4256675 w 6858000"/>
              <a:gd name="connsiteY2082" fmla="*/ 6621485 h 6858000"/>
              <a:gd name="connsiteX2083" fmla="*/ 4256675 w 6858000"/>
              <a:gd name="connsiteY2083" fmla="*/ 6385056 h 6858000"/>
              <a:gd name="connsiteX2084" fmla="*/ 4020245 w 6858000"/>
              <a:gd name="connsiteY2084" fmla="*/ 6385056 h 6858000"/>
              <a:gd name="connsiteX2085" fmla="*/ 4729620 w 6858000"/>
              <a:gd name="connsiteY2085" fmla="*/ 6385056 h 6858000"/>
              <a:gd name="connsiteX2086" fmla="*/ 4729620 w 6858000"/>
              <a:gd name="connsiteY2086" fmla="*/ 6621485 h 6858000"/>
              <a:gd name="connsiteX2087" fmla="*/ 4966135 w 6858000"/>
              <a:gd name="connsiteY2087" fmla="*/ 6621485 h 6858000"/>
              <a:gd name="connsiteX2088" fmla="*/ 4966135 w 6858000"/>
              <a:gd name="connsiteY2088" fmla="*/ 6385056 h 6858000"/>
              <a:gd name="connsiteX2089" fmla="*/ 4729620 w 6858000"/>
              <a:gd name="connsiteY2089" fmla="*/ 6385056 h 6858000"/>
              <a:gd name="connsiteX2090" fmla="*/ 5675595 w 6858000"/>
              <a:gd name="connsiteY2090" fmla="*/ 6385056 h 6858000"/>
              <a:gd name="connsiteX2091" fmla="*/ 5675595 w 6858000"/>
              <a:gd name="connsiteY2091" fmla="*/ 6621485 h 6858000"/>
              <a:gd name="connsiteX2092" fmla="*/ 5912110 w 6858000"/>
              <a:gd name="connsiteY2092" fmla="*/ 6621485 h 6858000"/>
              <a:gd name="connsiteX2093" fmla="*/ 5912110 w 6858000"/>
              <a:gd name="connsiteY2093" fmla="*/ 6385056 h 6858000"/>
              <a:gd name="connsiteX2094" fmla="*/ 5675595 w 6858000"/>
              <a:gd name="connsiteY2094" fmla="*/ 6385056 h 6858000"/>
              <a:gd name="connsiteX2095" fmla="*/ 6148540 w 6858000"/>
              <a:gd name="connsiteY2095" fmla="*/ 6385056 h 6858000"/>
              <a:gd name="connsiteX2096" fmla="*/ 6148540 w 6858000"/>
              <a:gd name="connsiteY2096" fmla="*/ 6621485 h 6858000"/>
              <a:gd name="connsiteX2097" fmla="*/ 6385056 w 6858000"/>
              <a:gd name="connsiteY2097" fmla="*/ 6621485 h 6858000"/>
              <a:gd name="connsiteX2098" fmla="*/ 6385056 w 6858000"/>
              <a:gd name="connsiteY2098" fmla="*/ 6385056 h 6858000"/>
              <a:gd name="connsiteX2099" fmla="*/ 6148540 w 6858000"/>
              <a:gd name="connsiteY2099" fmla="*/ 6385056 h 6858000"/>
              <a:gd name="connsiteX2100" fmla="*/ 0 w 6858000"/>
              <a:gd name="connsiteY2100" fmla="*/ 6621485 h 6858000"/>
              <a:gd name="connsiteX2101" fmla="*/ 0 w 6858000"/>
              <a:gd name="connsiteY2101" fmla="*/ 6858000 h 6858000"/>
              <a:gd name="connsiteX2102" fmla="*/ 236515 w 6858000"/>
              <a:gd name="connsiteY2102" fmla="*/ 6858000 h 6858000"/>
              <a:gd name="connsiteX2103" fmla="*/ 236515 w 6858000"/>
              <a:gd name="connsiteY2103" fmla="*/ 6621485 h 6858000"/>
              <a:gd name="connsiteX2104" fmla="*/ 0 w 6858000"/>
              <a:gd name="connsiteY2104" fmla="*/ 6621485 h 6858000"/>
              <a:gd name="connsiteX2105" fmla="*/ 236515 w 6858000"/>
              <a:gd name="connsiteY2105" fmla="*/ 6621485 h 6858000"/>
              <a:gd name="connsiteX2106" fmla="*/ 236515 w 6858000"/>
              <a:gd name="connsiteY2106" fmla="*/ 6858000 h 6858000"/>
              <a:gd name="connsiteX2107" fmla="*/ 472945 w 6858000"/>
              <a:gd name="connsiteY2107" fmla="*/ 6858000 h 6858000"/>
              <a:gd name="connsiteX2108" fmla="*/ 472945 w 6858000"/>
              <a:gd name="connsiteY2108" fmla="*/ 6621485 h 6858000"/>
              <a:gd name="connsiteX2109" fmla="*/ 236515 w 6858000"/>
              <a:gd name="connsiteY2109" fmla="*/ 6621485 h 6858000"/>
              <a:gd name="connsiteX2110" fmla="*/ 472945 w 6858000"/>
              <a:gd name="connsiteY2110" fmla="*/ 6621485 h 6858000"/>
              <a:gd name="connsiteX2111" fmla="*/ 472945 w 6858000"/>
              <a:gd name="connsiteY2111" fmla="*/ 6858000 h 6858000"/>
              <a:gd name="connsiteX2112" fmla="*/ 709460 w 6858000"/>
              <a:gd name="connsiteY2112" fmla="*/ 6858000 h 6858000"/>
              <a:gd name="connsiteX2113" fmla="*/ 709460 w 6858000"/>
              <a:gd name="connsiteY2113" fmla="*/ 6621485 h 6858000"/>
              <a:gd name="connsiteX2114" fmla="*/ 472945 w 6858000"/>
              <a:gd name="connsiteY2114" fmla="*/ 6621485 h 6858000"/>
              <a:gd name="connsiteX2115" fmla="*/ 709460 w 6858000"/>
              <a:gd name="connsiteY2115" fmla="*/ 6621485 h 6858000"/>
              <a:gd name="connsiteX2116" fmla="*/ 709460 w 6858000"/>
              <a:gd name="connsiteY2116" fmla="*/ 6858000 h 6858000"/>
              <a:gd name="connsiteX2117" fmla="*/ 945890 w 6858000"/>
              <a:gd name="connsiteY2117" fmla="*/ 6858000 h 6858000"/>
              <a:gd name="connsiteX2118" fmla="*/ 945890 w 6858000"/>
              <a:gd name="connsiteY2118" fmla="*/ 6621485 h 6858000"/>
              <a:gd name="connsiteX2119" fmla="*/ 709460 w 6858000"/>
              <a:gd name="connsiteY2119" fmla="*/ 6621485 h 6858000"/>
              <a:gd name="connsiteX2120" fmla="*/ 945890 w 6858000"/>
              <a:gd name="connsiteY2120" fmla="*/ 6621485 h 6858000"/>
              <a:gd name="connsiteX2121" fmla="*/ 945890 w 6858000"/>
              <a:gd name="connsiteY2121" fmla="*/ 6858000 h 6858000"/>
              <a:gd name="connsiteX2122" fmla="*/ 1182405 w 6858000"/>
              <a:gd name="connsiteY2122" fmla="*/ 6858000 h 6858000"/>
              <a:gd name="connsiteX2123" fmla="*/ 1182405 w 6858000"/>
              <a:gd name="connsiteY2123" fmla="*/ 6621485 h 6858000"/>
              <a:gd name="connsiteX2124" fmla="*/ 945890 w 6858000"/>
              <a:gd name="connsiteY2124" fmla="*/ 6621485 h 6858000"/>
              <a:gd name="connsiteX2125" fmla="*/ 1182405 w 6858000"/>
              <a:gd name="connsiteY2125" fmla="*/ 6621485 h 6858000"/>
              <a:gd name="connsiteX2126" fmla="*/ 1182405 w 6858000"/>
              <a:gd name="connsiteY2126" fmla="*/ 6858000 h 6858000"/>
              <a:gd name="connsiteX2127" fmla="*/ 1418920 w 6858000"/>
              <a:gd name="connsiteY2127" fmla="*/ 6858000 h 6858000"/>
              <a:gd name="connsiteX2128" fmla="*/ 1418920 w 6858000"/>
              <a:gd name="connsiteY2128" fmla="*/ 6621485 h 6858000"/>
              <a:gd name="connsiteX2129" fmla="*/ 1182405 w 6858000"/>
              <a:gd name="connsiteY2129" fmla="*/ 6621485 h 6858000"/>
              <a:gd name="connsiteX2130" fmla="*/ 1418920 w 6858000"/>
              <a:gd name="connsiteY2130" fmla="*/ 6621485 h 6858000"/>
              <a:gd name="connsiteX2131" fmla="*/ 1418920 w 6858000"/>
              <a:gd name="connsiteY2131" fmla="*/ 6858000 h 6858000"/>
              <a:gd name="connsiteX2132" fmla="*/ 1655350 w 6858000"/>
              <a:gd name="connsiteY2132" fmla="*/ 6858000 h 6858000"/>
              <a:gd name="connsiteX2133" fmla="*/ 1655350 w 6858000"/>
              <a:gd name="connsiteY2133" fmla="*/ 6621485 h 6858000"/>
              <a:gd name="connsiteX2134" fmla="*/ 1418920 w 6858000"/>
              <a:gd name="connsiteY2134" fmla="*/ 6621485 h 6858000"/>
              <a:gd name="connsiteX2135" fmla="*/ 1891865 w 6858000"/>
              <a:gd name="connsiteY2135" fmla="*/ 6621485 h 6858000"/>
              <a:gd name="connsiteX2136" fmla="*/ 1891865 w 6858000"/>
              <a:gd name="connsiteY2136" fmla="*/ 6858000 h 6858000"/>
              <a:gd name="connsiteX2137" fmla="*/ 2128380 w 6858000"/>
              <a:gd name="connsiteY2137" fmla="*/ 6858000 h 6858000"/>
              <a:gd name="connsiteX2138" fmla="*/ 2128380 w 6858000"/>
              <a:gd name="connsiteY2138" fmla="*/ 6621485 h 6858000"/>
              <a:gd name="connsiteX2139" fmla="*/ 1891865 w 6858000"/>
              <a:gd name="connsiteY2139" fmla="*/ 6621485 h 6858000"/>
              <a:gd name="connsiteX2140" fmla="*/ 2601325 w 6858000"/>
              <a:gd name="connsiteY2140" fmla="*/ 6621485 h 6858000"/>
              <a:gd name="connsiteX2141" fmla="*/ 2601325 w 6858000"/>
              <a:gd name="connsiteY2141" fmla="*/ 6858000 h 6858000"/>
              <a:gd name="connsiteX2142" fmla="*/ 2837755 w 6858000"/>
              <a:gd name="connsiteY2142" fmla="*/ 6858000 h 6858000"/>
              <a:gd name="connsiteX2143" fmla="*/ 2837755 w 6858000"/>
              <a:gd name="connsiteY2143" fmla="*/ 6621485 h 6858000"/>
              <a:gd name="connsiteX2144" fmla="*/ 2601325 w 6858000"/>
              <a:gd name="connsiteY2144" fmla="*/ 6621485 h 6858000"/>
              <a:gd name="connsiteX2145" fmla="*/ 2837755 w 6858000"/>
              <a:gd name="connsiteY2145" fmla="*/ 6621485 h 6858000"/>
              <a:gd name="connsiteX2146" fmla="*/ 2837755 w 6858000"/>
              <a:gd name="connsiteY2146" fmla="*/ 6858000 h 6858000"/>
              <a:gd name="connsiteX2147" fmla="*/ 3074270 w 6858000"/>
              <a:gd name="connsiteY2147" fmla="*/ 6858000 h 6858000"/>
              <a:gd name="connsiteX2148" fmla="*/ 3074270 w 6858000"/>
              <a:gd name="connsiteY2148" fmla="*/ 6621485 h 6858000"/>
              <a:gd name="connsiteX2149" fmla="*/ 2837755 w 6858000"/>
              <a:gd name="connsiteY2149" fmla="*/ 6621485 h 6858000"/>
              <a:gd name="connsiteX2150" fmla="*/ 3074270 w 6858000"/>
              <a:gd name="connsiteY2150" fmla="*/ 6621485 h 6858000"/>
              <a:gd name="connsiteX2151" fmla="*/ 3074270 w 6858000"/>
              <a:gd name="connsiteY2151" fmla="*/ 6858000 h 6858000"/>
              <a:gd name="connsiteX2152" fmla="*/ 3310785 w 6858000"/>
              <a:gd name="connsiteY2152" fmla="*/ 6858000 h 6858000"/>
              <a:gd name="connsiteX2153" fmla="*/ 3310785 w 6858000"/>
              <a:gd name="connsiteY2153" fmla="*/ 6621485 h 6858000"/>
              <a:gd name="connsiteX2154" fmla="*/ 3074270 w 6858000"/>
              <a:gd name="connsiteY2154" fmla="*/ 6621485 h 6858000"/>
              <a:gd name="connsiteX2155" fmla="*/ 3310785 w 6858000"/>
              <a:gd name="connsiteY2155" fmla="*/ 6621485 h 6858000"/>
              <a:gd name="connsiteX2156" fmla="*/ 3310785 w 6858000"/>
              <a:gd name="connsiteY2156" fmla="*/ 6858000 h 6858000"/>
              <a:gd name="connsiteX2157" fmla="*/ 3547215 w 6858000"/>
              <a:gd name="connsiteY2157" fmla="*/ 6858000 h 6858000"/>
              <a:gd name="connsiteX2158" fmla="*/ 3547215 w 6858000"/>
              <a:gd name="connsiteY2158" fmla="*/ 6621485 h 6858000"/>
              <a:gd name="connsiteX2159" fmla="*/ 3310785 w 6858000"/>
              <a:gd name="connsiteY2159" fmla="*/ 6621485 h 6858000"/>
              <a:gd name="connsiteX2160" fmla="*/ 3547215 w 6858000"/>
              <a:gd name="connsiteY2160" fmla="*/ 6621485 h 6858000"/>
              <a:gd name="connsiteX2161" fmla="*/ 3547215 w 6858000"/>
              <a:gd name="connsiteY2161" fmla="*/ 6858000 h 6858000"/>
              <a:gd name="connsiteX2162" fmla="*/ 3783730 w 6858000"/>
              <a:gd name="connsiteY2162" fmla="*/ 6858000 h 6858000"/>
              <a:gd name="connsiteX2163" fmla="*/ 3783730 w 6858000"/>
              <a:gd name="connsiteY2163" fmla="*/ 6621485 h 6858000"/>
              <a:gd name="connsiteX2164" fmla="*/ 3547215 w 6858000"/>
              <a:gd name="connsiteY2164" fmla="*/ 6621485 h 6858000"/>
              <a:gd name="connsiteX2165" fmla="*/ 4256675 w 6858000"/>
              <a:gd name="connsiteY2165" fmla="*/ 6621485 h 6858000"/>
              <a:gd name="connsiteX2166" fmla="*/ 4256675 w 6858000"/>
              <a:gd name="connsiteY2166" fmla="*/ 6858000 h 6858000"/>
              <a:gd name="connsiteX2167" fmla="*/ 4493191 w 6858000"/>
              <a:gd name="connsiteY2167" fmla="*/ 6858000 h 6858000"/>
              <a:gd name="connsiteX2168" fmla="*/ 4493191 w 6858000"/>
              <a:gd name="connsiteY2168" fmla="*/ 6621485 h 6858000"/>
              <a:gd name="connsiteX2169" fmla="*/ 4256675 w 6858000"/>
              <a:gd name="connsiteY2169" fmla="*/ 6621485 h 6858000"/>
              <a:gd name="connsiteX2170" fmla="*/ 5675595 w 6858000"/>
              <a:gd name="connsiteY2170" fmla="*/ 6621485 h 6858000"/>
              <a:gd name="connsiteX2171" fmla="*/ 5675595 w 6858000"/>
              <a:gd name="connsiteY2171" fmla="*/ 6858000 h 6858000"/>
              <a:gd name="connsiteX2172" fmla="*/ 5912110 w 6858000"/>
              <a:gd name="connsiteY2172" fmla="*/ 6858000 h 6858000"/>
              <a:gd name="connsiteX2173" fmla="*/ 5912110 w 6858000"/>
              <a:gd name="connsiteY2173" fmla="*/ 6621485 h 6858000"/>
              <a:gd name="connsiteX2174" fmla="*/ 5675595 w 6858000"/>
              <a:gd name="connsiteY2174" fmla="*/ 6621485 h 6858000"/>
              <a:gd name="connsiteX2175" fmla="*/ 5912110 w 6858000"/>
              <a:gd name="connsiteY2175" fmla="*/ 6621485 h 6858000"/>
              <a:gd name="connsiteX2176" fmla="*/ 5912110 w 6858000"/>
              <a:gd name="connsiteY2176" fmla="*/ 6858000 h 6858000"/>
              <a:gd name="connsiteX2177" fmla="*/ 6148540 w 6858000"/>
              <a:gd name="connsiteY2177" fmla="*/ 6858000 h 6858000"/>
              <a:gd name="connsiteX2178" fmla="*/ 6148540 w 6858000"/>
              <a:gd name="connsiteY2178" fmla="*/ 6621485 h 6858000"/>
              <a:gd name="connsiteX2179" fmla="*/ 5912110 w 6858000"/>
              <a:gd name="connsiteY2179" fmla="*/ 6621485 h 6858000"/>
              <a:gd name="connsiteX2180" fmla="*/ 6148540 w 6858000"/>
              <a:gd name="connsiteY2180" fmla="*/ 6621485 h 6858000"/>
              <a:gd name="connsiteX2181" fmla="*/ 6148540 w 6858000"/>
              <a:gd name="connsiteY2181" fmla="*/ 6858000 h 6858000"/>
              <a:gd name="connsiteX2182" fmla="*/ 6385056 w 6858000"/>
              <a:gd name="connsiteY2182" fmla="*/ 6858000 h 6858000"/>
              <a:gd name="connsiteX2183" fmla="*/ 6385056 w 6858000"/>
              <a:gd name="connsiteY2183" fmla="*/ 6621485 h 6858000"/>
              <a:gd name="connsiteX2184" fmla="*/ 6148540 w 6858000"/>
              <a:gd name="connsiteY2184" fmla="*/ 6621485 h 6858000"/>
              <a:gd name="connsiteX2185" fmla="*/ 6385056 w 6858000"/>
              <a:gd name="connsiteY2185" fmla="*/ 6621485 h 6858000"/>
              <a:gd name="connsiteX2186" fmla="*/ 6385056 w 6858000"/>
              <a:gd name="connsiteY2186" fmla="*/ 6858000 h 6858000"/>
              <a:gd name="connsiteX2187" fmla="*/ 6621485 w 6858000"/>
              <a:gd name="connsiteY2187" fmla="*/ 6858000 h 6858000"/>
              <a:gd name="connsiteX2188" fmla="*/ 6621485 w 6858000"/>
              <a:gd name="connsiteY2188" fmla="*/ 6621485 h 6858000"/>
              <a:gd name="connsiteX2189" fmla="*/ 6385056 w 6858000"/>
              <a:gd name="connsiteY2189" fmla="*/ 66214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</a:cxnLst>
            <a:rect l="l" t="t" r="r" b="b"/>
            <a:pathLst>
              <a:path w="6858000" h="6858000">
                <a:moveTo>
                  <a:pt x="0" y="0"/>
                </a:moveTo>
                <a:lnTo>
                  <a:pt x="0" y="236515"/>
                </a:lnTo>
                <a:lnTo>
                  <a:pt x="236515" y="236515"/>
                </a:lnTo>
                <a:lnTo>
                  <a:pt x="236515" y="0"/>
                </a:lnTo>
                <a:lnTo>
                  <a:pt x="0" y="0"/>
                </a:lnTo>
                <a:close/>
                <a:moveTo>
                  <a:pt x="236515" y="0"/>
                </a:moveTo>
                <a:lnTo>
                  <a:pt x="236515" y="236515"/>
                </a:lnTo>
                <a:lnTo>
                  <a:pt x="472945" y="236515"/>
                </a:lnTo>
                <a:lnTo>
                  <a:pt x="472945" y="0"/>
                </a:lnTo>
                <a:lnTo>
                  <a:pt x="236515" y="0"/>
                </a:lnTo>
                <a:close/>
                <a:moveTo>
                  <a:pt x="472945" y="0"/>
                </a:moveTo>
                <a:lnTo>
                  <a:pt x="472945" y="236515"/>
                </a:lnTo>
                <a:lnTo>
                  <a:pt x="709460" y="236515"/>
                </a:lnTo>
                <a:lnTo>
                  <a:pt x="709460" y="0"/>
                </a:lnTo>
                <a:lnTo>
                  <a:pt x="472945" y="0"/>
                </a:lnTo>
                <a:close/>
                <a:moveTo>
                  <a:pt x="709460" y="0"/>
                </a:moveTo>
                <a:lnTo>
                  <a:pt x="709460" y="236515"/>
                </a:lnTo>
                <a:lnTo>
                  <a:pt x="945890" y="236515"/>
                </a:lnTo>
                <a:lnTo>
                  <a:pt x="945890" y="0"/>
                </a:lnTo>
                <a:lnTo>
                  <a:pt x="709460" y="0"/>
                </a:lnTo>
                <a:close/>
                <a:moveTo>
                  <a:pt x="945890" y="0"/>
                </a:moveTo>
                <a:lnTo>
                  <a:pt x="945890" y="236515"/>
                </a:lnTo>
                <a:lnTo>
                  <a:pt x="1182405" y="236515"/>
                </a:lnTo>
                <a:lnTo>
                  <a:pt x="1182405" y="0"/>
                </a:lnTo>
                <a:lnTo>
                  <a:pt x="945890" y="0"/>
                </a:lnTo>
                <a:close/>
                <a:moveTo>
                  <a:pt x="1182405" y="0"/>
                </a:moveTo>
                <a:lnTo>
                  <a:pt x="1182405" y="236515"/>
                </a:lnTo>
                <a:lnTo>
                  <a:pt x="1418920" y="236515"/>
                </a:lnTo>
                <a:lnTo>
                  <a:pt x="1418920" y="0"/>
                </a:lnTo>
                <a:lnTo>
                  <a:pt x="1182405" y="0"/>
                </a:lnTo>
                <a:close/>
                <a:moveTo>
                  <a:pt x="1418920" y="0"/>
                </a:moveTo>
                <a:lnTo>
                  <a:pt x="1418920" y="236515"/>
                </a:lnTo>
                <a:lnTo>
                  <a:pt x="1655350" y="236515"/>
                </a:lnTo>
                <a:lnTo>
                  <a:pt x="1655350" y="0"/>
                </a:lnTo>
                <a:lnTo>
                  <a:pt x="1418920" y="0"/>
                </a:lnTo>
                <a:close/>
                <a:moveTo>
                  <a:pt x="1891865" y="0"/>
                </a:moveTo>
                <a:lnTo>
                  <a:pt x="1891865" y="236515"/>
                </a:lnTo>
                <a:lnTo>
                  <a:pt x="2128380" y="236515"/>
                </a:lnTo>
                <a:lnTo>
                  <a:pt x="2128380" y="0"/>
                </a:lnTo>
                <a:lnTo>
                  <a:pt x="1891865" y="0"/>
                </a:lnTo>
                <a:close/>
                <a:moveTo>
                  <a:pt x="2128380" y="0"/>
                </a:moveTo>
                <a:lnTo>
                  <a:pt x="2128380" y="236515"/>
                </a:lnTo>
                <a:lnTo>
                  <a:pt x="2364810" y="236515"/>
                </a:lnTo>
                <a:lnTo>
                  <a:pt x="2364810" y="0"/>
                </a:lnTo>
                <a:lnTo>
                  <a:pt x="2128380" y="0"/>
                </a:lnTo>
                <a:close/>
                <a:moveTo>
                  <a:pt x="2364810" y="0"/>
                </a:moveTo>
                <a:lnTo>
                  <a:pt x="2364810" y="236515"/>
                </a:lnTo>
                <a:lnTo>
                  <a:pt x="2601325" y="236515"/>
                </a:lnTo>
                <a:lnTo>
                  <a:pt x="2601325" y="0"/>
                </a:lnTo>
                <a:lnTo>
                  <a:pt x="2364810" y="0"/>
                </a:lnTo>
                <a:close/>
                <a:moveTo>
                  <a:pt x="2837755" y="0"/>
                </a:moveTo>
                <a:lnTo>
                  <a:pt x="2837755" y="236515"/>
                </a:lnTo>
                <a:lnTo>
                  <a:pt x="3074270" y="236515"/>
                </a:lnTo>
                <a:lnTo>
                  <a:pt x="3074270" y="0"/>
                </a:lnTo>
                <a:lnTo>
                  <a:pt x="2837755" y="0"/>
                </a:lnTo>
                <a:close/>
                <a:moveTo>
                  <a:pt x="3074270" y="0"/>
                </a:moveTo>
                <a:lnTo>
                  <a:pt x="3074270" y="236515"/>
                </a:lnTo>
                <a:lnTo>
                  <a:pt x="3310785" y="236515"/>
                </a:lnTo>
                <a:lnTo>
                  <a:pt x="3310785" y="0"/>
                </a:lnTo>
                <a:lnTo>
                  <a:pt x="3074270" y="0"/>
                </a:lnTo>
                <a:close/>
                <a:moveTo>
                  <a:pt x="4020245" y="0"/>
                </a:moveTo>
                <a:lnTo>
                  <a:pt x="4020245" y="236515"/>
                </a:lnTo>
                <a:lnTo>
                  <a:pt x="4256675" y="236515"/>
                </a:lnTo>
                <a:lnTo>
                  <a:pt x="4256675" y="0"/>
                </a:lnTo>
                <a:lnTo>
                  <a:pt x="4020245" y="0"/>
                </a:lnTo>
                <a:close/>
                <a:moveTo>
                  <a:pt x="4256675" y="0"/>
                </a:moveTo>
                <a:lnTo>
                  <a:pt x="4256675" y="236515"/>
                </a:lnTo>
                <a:lnTo>
                  <a:pt x="4493191" y="236515"/>
                </a:lnTo>
                <a:lnTo>
                  <a:pt x="4493191" y="0"/>
                </a:lnTo>
                <a:lnTo>
                  <a:pt x="4256675" y="0"/>
                </a:lnTo>
                <a:close/>
                <a:moveTo>
                  <a:pt x="4493191" y="0"/>
                </a:moveTo>
                <a:lnTo>
                  <a:pt x="4493191" y="236515"/>
                </a:lnTo>
                <a:lnTo>
                  <a:pt x="4729620" y="236515"/>
                </a:lnTo>
                <a:lnTo>
                  <a:pt x="4729620" y="0"/>
                </a:lnTo>
                <a:lnTo>
                  <a:pt x="4493191" y="0"/>
                </a:lnTo>
                <a:close/>
                <a:moveTo>
                  <a:pt x="4729620" y="0"/>
                </a:moveTo>
                <a:lnTo>
                  <a:pt x="4729620" y="236515"/>
                </a:lnTo>
                <a:lnTo>
                  <a:pt x="4966135" y="236515"/>
                </a:lnTo>
                <a:lnTo>
                  <a:pt x="4966135" y="0"/>
                </a:lnTo>
                <a:lnTo>
                  <a:pt x="4729620" y="0"/>
                </a:lnTo>
                <a:close/>
                <a:moveTo>
                  <a:pt x="5202651" y="0"/>
                </a:moveTo>
                <a:lnTo>
                  <a:pt x="5202651" y="236515"/>
                </a:lnTo>
                <a:lnTo>
                  <a:pt x="5439080" y="236515"/>
                </a:lnTo>
                <a:lnTo>
                  <a:pt x="5439080" y="0"/>
                </a:lnTo>
                <a:lnTo>
                  <a:pt x="5202651" y="0"/>
                </a:lnTo>
                <a:close/>
                <a:moveTo>
                  <a:pt x="5439080" y="0"/>
                </a:moveTo>
                <a:lnTo>
                  <a:pt x="5439080" y="236515"/>
                </a:lnTo>
                <a:lnTo>
                  <a:pt x="5675595" y="236515"/>
                </a:lnTo>
                <a:lnTo>
                  <a:pt x="5675595" y="0"/>
                </a:lnTo>
                <a:lnTo>
                  <a:pt x="5439080" y="0"/>
                </a:lnTo>
                <a:close/>
                <a:moveTo>
                  <a:pt x="5675595" y="0"/>
                </a:moveTo>
                <a:lnTo>
                  <a:pt x="5675595" y="236515"/>
                </a:lnTo>
                <a:lnTo>
                  <a:pt x="5912110" y="236515"/>
                </a:lnTo>
                <a:lnTo>
                  <a:pt x="5912110" y="0"/>
                </a:lnTo>
                <a:lnTo>
                  <a:pt x="5675595" y="0"/>
                </a:lnTo>
                <a:close/>
                <a:moveTo>
                  <a:pt x="5912110" y="0"/>
                </a:moveTo>
                <a:lnTo>
                  <a:pt x="5912110" y="236515"/>
                </a:lnTo>
                <a:lnTo>
                  <a:pt x="6148540" y="236515"/>
                </a:lnTo>
                <a:lnTo>
                  <a:pt x="6148540" y="0"/>
                </a:lnTo>
                <a:lnTo>
                  <a:pt x="5912110" y="0"/>
                </a:lnTo>
                <a:close/>
                <a:moveTo>
                  <a:pt x="6148540" y="0"/>
                </a:moveTo>
                <a:lnTo>
                  <a:pt x="6148540" y="236515"/>
                </a:lnTo>
                <a:lnTo>
                  <a:pt x="6385056" y="236515"/>
                </a:lnTo>
                <a:lnTo>
                  <a:pt x="6385056" y="0"/>
                </a:lnTo>
                <a:lnTo>
                  <a:pt x="6148540" y="0"/>
                </a:lnTo>
                <a:close/>
                <a:moveTo>
                  <a:pt x="6385056" y="0"/>
                </a:moveTo>
                <a:lnTo>
                  <a:pt x="6385056" y="236515"/>
                </a:lnTo>
                <a:lnTo>
                  <a:pt x="6621485" y="236515"/>
                </a:lnTo>
                <a:lnTo>
                  <a:pt x="6621485" y="0"/>
                </a:lnTo>
                <a:lnTo>
                  <a:pt x="6385056" y="0"/>
                </a:lnTo>
                <a:close/>
                <a:moveTo>
                  <a:pt x="6621485" y="0"/>
                </a:moveTo>
                <a:lnTo>
                  <a:pt x="6621485" y="236515"/>
                </a:lnTo>
                <a:lnTo>
                  <a:pt x="6858000" y="236515"/>
                </a:lnTo>
                <a:lnTo>
                  <a:pt x="6858000" y="0"/>
                </a:lnTo>
                <a:lnTo>
                  <a:pt x="6621485" y="0"/>
                </a:lnTo>
                <a:close/>
                <a:moveTo>
                  <a:pt x="0" y="236515"/>
                </a:moveTo>
                <a:lnTo>
                  <a:pt x="0" y="472945"/>
                </a:lnTo>
                <a:lnTo>
                  <a:pt x="236515" y="472945"/>
                </a:lnTo>
                <a:lnTo>
                  <a:pt x="236515" y="236515"/>
                </a:lnTo>
                <a:lnTo>
                  <a:pt x="0" y="236515"/>
                </a:lnTo>
                <a:close/>
                <a:moveTo>
                  <a:pt x="1418920" y="236515"/>
                </a:moveTo>
                <a:lnTo>
                  <a:pt x="1418920" y="472945"/>
                </a:lnTo>
                <a:lnTo>
                  <a:pt x="1655350" y="472945"/>
                </a:lnTo>
                <a:lnTo>
                  <a:pt x="1655350" y="236515"/>
                </a:lnTo>
                <a:lnTo>
                  <a:pt x="1418920" y="236515"/>
                </a:lnTo>
                <a:close/>
                <a:moveTo>
                  <a:pt x="2128380" y="236515"/>
                </a:moveTo>
                <a:lnTo>
                  <a:pt x="2128380" y="472945"/>
                </a:lnTo>
                <a:lnTo>
                  <a:pt x="2364810" y="472945"/>
                </a:lnTo>
                <a:lnTo>
                  <a:pt x="2364810" y="236515"/>
                </a:lnTo>
                <a:lnTo>
                  <a:pt x="2128380" y="236515"/>
                </a:lnTo>
                <a:close/>
                <a:moveTo>
                  <a:pt x="2837755" y="236515"/>
                </a:moveTo>
                <a:lnTo>
                  <a:pt x="2837755" y="472945"/>
                </a:lnTo>
                <a:lnTo>
                  <a:pt x="3074270" y="472945"/>
                </a:lnTo>
                <a:lnTo>
                  <a:pt x="3074270" y="236515"/>
                </a:lnTo>
                <a:lnTo>
                  <a:pt x="2837755" y="236515"/>
                </a:lnTo>
                <a:close/>
                <a:moveTo>
                  <a:pt x="3074270" y="236515"/>
                </a:moveTo>
                <a:lnTo>
                  <a:pt x="3074270" y="472945"/>
                </a:lnTo>
                <a:lnTo>
                  <a:pt x="3310785" y="472945"/>
                </a:lnTo>
                <a:lnTo>
                  <a:pt x="3310785" y="236515"/>
                </a:lnTo>
                <a:lnTo>
                  <a:pt x="3074270" y="236515"/>
                </a:lnTo>
                <a:close/>
                <a:moveTo>
                  <a:pt x="3310785" y="236515"/>
                </a:moveTo>
                <a:lnTo>
                  <a:pt x="3310785" y="472945"/>
                </a:lnTo>
                <a:lnTo>
                  <a:pt x="3547215" y="472945"/>
                </a:lnTo>
                <a:lnTo>
                  <a:pt x="3547215" y="236515"/>
                </a:lnTo>
                <a:lnTo>
                  <a:pt x="3310785" y="236515"/>
                </a:lnTo>
                <a:close/>
                <a:moveTo>
                  <a:pt x="3547215" y="236515"/>
                </a:moveTo>
                <a:lnTo>
                  <a:pt x="3547215" y="472945"/>
                </a:lnTo>
                <a:lnTo>
                  <a:pt x="3783730" y="472945"/>
                </a:lnTo>
                <a:lnTo>
                  <a:pt x="3783730" y="236515"/>
                </a:lnTo>
                <a:lnTo>
                  <a:pt x="3547215" y="236515"/>
                </a:lnTo>
                <a:close/>
                <a:moveTo>
                  <a:pt x="3783730" y="236515"/>
                </a:moveTo>
                <a:lnTo>
                  <a:pt x="3783730" y="472945"/>
                </a:lnTo>
                <a:lnTo>
                  <a:pt x="4020245" y="472945"/>
                </a:lnTo>
                <a:lnTo>
                  <a:pt x="4020245" y="236515"/>
                </a:lnTo>
                <a:lnTo>
                  <a:pt x="3783730" y="236515"/>
                </a:lnTo>
                <a:close/>
                <a:moveTo>
                  <a:pt x="4256675" y="236515"/>
                </a:moveTo>
                <a:lnTo>
                  <a:pt x="4256675" y="472945"/>
                </a:lnTo>
                <a:lnTo>
                  <a:pt x="4493191" y="472945"/>
                </a:lnTo>
                <a:lnTo>
                  <a:pt x="4493191" y="236515"/>
                </a:lnTo>
                <a:lnTo>
                  <a:pt x="4256675" y="236515"/>
                </a:lnTo>
                <a:close/>
                <a:moveTo>
                  <a:pt x="4493191" y="236515"/>
                </a:moveTo>
                <a:lnTo>
                  <a:pt x="4493191" y="472945"/>
                </a:lnTo>
                <a:lnTo>
                  <a:pt x="4729620" y="472945"/>
                </a:lnTo>
                <a:lnTo>
                  <a:pt x="4729620" y="236515"/>
                </a:lnTo>
                <a:lnTo>
                  <a:pt x="4493191" y="236515"/>
                </a:lnTo>
                <a:close/>
                <a:moveTo>
                  <a:pt x="4729620" y="236515"/>
                </a:moveTo>
                <a:lnTo>
                  <a:pt x="4729620" y="472945"/>
                </a:lnTo>
                <a:lnTo>
                  <a:pt x="4966135" y="472945"/>
                </a:lnTo>
                <a:lnTo>
                  <a:pt x="4966135" y="236515"/>
                </a:lnTo>
                <a:lnTo>
                  <a:pt x="4729620" y="236515"/>
                </a:lnTo>
                <a:close/>
                <a:moveTo>
                  <a:pt x="5202651" y="236515"/>
                </a:moveTo>
                <a:lnTo>
                  <a:pt x="5202651" y="472945"/>
                </a:lnTo>
                <a:lnTo>
                  <a:pt x="5439080" y="472945"/>
                </a:lnTo>
                <a:lnTo>
                  <a:pt x="5439080" y="236515"/>
                </a:lnTo>
                <a:lnTo>
                  <a:pt x="5202651" y="236515"/>
                </a:lnTo>
                <a:close/>
                <a:moveTo>
                  <a:pt x="6621485" y="236515"/>
                </a:moveTo>
                <a:lnTo>
                  <a:pt x="6621485" y="472945"/>
                </a:lnTo>
                <a:lnTo>
                  <a:pt x="6858000" y="472945"/>
                </a:lnTo>
                <a:lnTo>
                  <a:pt x="6858000" y="236515"/>
                </a:lnTo>
                <a:lnTo>
                  <a:pt x="6621485" y="236515"/>
                </a:lnTo>
                <a:close/>
                <a:moveTo>
                  <a:pt x="0" y="472945"/>
                </a:moveTo>
                <a:lnTo>
                  <a:pt x="0" y="709460"/>
                </a:lnTo>
                <a:lnTo>
                  <a:pt x="236515" y="709460"/>
                </a:lnTo>
                <a:lnTo>
                  <a:pt x="236515" y="472945"/>
                </a:lnTo>
                <a:lnTo>
                  <a:pt x="0" y="472945"/>
                </a:lnTo>
                <a:close/>
                <a:moveTo>
                  <a:pt x="472945" y="472945"/>
                </a:moveTo>
                <a:lnTo>
                  <a:pt x="472945" y="709460"/>
                </a:lnTo>
                <a:lnTo>
                  <a:pt x="709460" y="709460"/>
                </a:lnTo>
                <a:lnTo>
                  <a:pt x="709460" y="472945"/>
                </a:lnTo>
                <a:lnTo>
                  <a:pt x="472945" y="472945"/>
                </a:lnTo>
                <a:close/>
                <a:moveTo>
                  <a:pt x="709460" y="472945"/>
                </a:moveTo>
                <a:lnTo>
                  <a:pt x="709460" y="709460"/>
                </a:lnTo>
                <a:lnTo>
                  <a:pt x="945890" y="709460"/>
                </a:lnTo>
                <a:lnTo>
                  <a:pt x="945890" y="472945"/>
                </a:lnTo>
                <a:lnTo>
                  <a:pt x="709460" y="472945"/>
                </a:lnTo>
                <a:close/>
                <a:moveTo>
                  <a:pt x="945890" y="472945"/>
                </a:moveTo>
                <a:lnTo>
                  <a:pt x="945890" y="709460"/>
                </a:lnTo>
                <a:lnTo>
                  <a:pt x="1182405" y="709460"/>
                </a:lnTo>
                <a:lnTo>
                  <a:pt x="1182405" y="472945"/>
                </a:lnTo>
                <a:lnTo>
                  <a:pt x="945890" y="472945"/>
                </a:lnTo>
                <a:close/>
                <a:moveTo>
                  <a:pt x="1418920" y="472945"/>
                </a:moveTo>
                <a:lnTo>
                  <a:pt x="1418920" y="709460"/>
                </a:lnTo>
                <a:lnTo>
                  <a:pt x="1655350" y="709460"/>
                </a:lnTo>
                <a:lnTo>
                  <a:pt x="1655350" y="472945"/>
                </a:lnTo>
                <a:lnTo>
                  <a:pt x="1418920" y="472945"/>
                </a:lnTo>
                <a:close/>
                <a:moveTo>
                  <a:pt x="2837755" y="472945"/>
                </a:moveTo>
                <a:lnTo>
                  <a:pt x="2837755" y="709460"/>
                </a:lnTo>
                <a:lnTo>
                  <a:pt x="3074270" y="709460"/>
                </a:lnTo>
                <a:lnTo>
                  <a:pt x="3074270" y="472945"/>
                </a:lnTo>
                <a:lnTo>
                  <a:pt x="2837755" y="472945"/>
                </a:lnTo>
                <a:close/>
                <a:moveTo>
                  <a:pt x="3783730" y="472945"/>
                </a:moveTo>
                <a:lnTo>
                  <a:pt x="3783730" y="709460"/>
                </a:lnTo>
                <a:lnTo>
                  <a:pt x="4020245" y="709460"/>
                </a:lnTo>
                <a:lnTo>
                  <a:pt x="4020245" y="472945"/>
                </a:lnTo>
                <a:lnTo>
                  <a:pt x="3783730" y="472945"/>
                </a:lnTo>
                <a:close/>
                <a:moveTo>
                  <a:pt x="4020245" y="472945"/>
                </a:moveTo>
                <a:lnTo>
                  <a:pt x="4020245" y="709460"/>
                </a:lnTo>
                <a:lnTo>
                  <a:pt x="4256675" y="709460"/>
                </a:lnTo>
                <a:lnTo>
                  <a:pt x="4256675" y="472945"/>
                </a:lnTo>
                <a:lnTo>
                  <a:pt x="4020245" y="472945"/>
                </a:lnTo>
                <a:close/>
                <a:moveTo>
                  <a:pt x="4493191" y="472945"/>
                </a:moveTo>
                <a:lnTo>
                  <a:pt x="4493191" y="709460"/>
                </a:lnTo>
                <a:lnTo>
                  <a:pt x="4729620" y="709460"/>
                </a:lnTo>
                <a:lnTo>
                  <a:pt x="4729620" y="472945"/>
                </a:lnTo>
                <a:lnTo>
                  <a:pt x="4493191" y="472945"/>
                </a:lnTo>
                <a:close/>
                <a:moveTo>
                  <a:pt x="4729620" y="472945"/>
                </a:moveTo>
                <a:lnTo>
                  <a:pt x="4729620" y="709460"/>
                </a:lnTo>
                <a:lnTo>
                  <a:pt x="4966135" y="709460"/>
                </a:lnTo>
                <a:lnTo>
                  <a:pt x="4966135" y="472945"/>
                </a:lnTo>
                <a:lnTo>
                  <a:pt x="4729620" y="472945"/>
                </a:lnTo>
                <a:close/>
                <a:moveTo>
                  <a:pt x="5202651" y="472945"/>
                </a:moveTo>
                <a:lnTo>
                  <a:pt x="5202651" y="709460"/>
                </a:lnTo>
                <a:lnTo>
                  <a:pt x="5439080" y="709460"/>
                </a:lnTo>
                <a:lnTo>
                  <a:pt x="5439080" y="472945"/>
                </a:lnTo>
                <a:lnTo>
                  <a:pt x="5202651" y="472945"/>
                </a:lnTo>
                <a:close/>
                <a:moveTo>
                  <a:pt x="5675595" y="472945"/>
                </a:moveTo>
                <a:lnTo>
                  <a:pt x="5675595" y="709460"/>
                </a:lnTo>
                <a:lnTo>
                  <a:pt x="5912110" y="709460"/>
                </a:lnTo>
                <a:lnTo>
                  <a:pt x="5912110" y="472945"/>
                </a:lnTo>
                <a:lnTo>
                  <a:pt x="5675595" y="472945"/>
                </a:lnTo>
                <a:close/>
                <a:moveTo>
                  <a:pt x="5912110" y="472945"/>
                </a:moveTo>
                <a:lnTo>
                  <a:pt x="5912110" y="709460"/>
                </a:lnTo>
                <a:lnTo>
                  <a:pt x="6148540" y="709460"/>
                </a:lnTo>
                <a:lnTo>
                  <a:pt x="6148540" y="472945"/>
                </a:lnTo>
                <a:lnTo>
                  <a:pt x="5912110" y="472945"/>
                </a:lnTo>
                <a:close/>
                <a:moveTo>
                  <a:pt x="6148540" y="472945"/>
                </a:moveTo>
                <a:lnTo>
                  <a:pt x="6148540" y="709460"/>
                </a:lnTo>
                <a:lnTo>
                  <a:pt x="6385056" y="709460"/>
                </a:lnTo>
                <a:lnTo>
                  <a:pt x="6385056" y="472945"/>
                </a:lnTo>
                <a:lnTo>
                  <a:pt x="6148540" y="472945"/>
                </a:lnTo>
                <a:close/>
                <a:moveTo>
                  <a:pt x="6621485" y="472945"/>
                </a:moveTo>
                <a:lnTo>
                  <a:pt x="6621485" y="709460"/>
                </a:lnTo>
                <a:lnTo>
                  <a:pt x="6858000" y="709460"/>
                </a:lnTo>
                <a:lnTo>
                  <a:pt x="6858000" y="472945"/>
                </a:lnTo>
                <a:lnTo>
                  <a:pt x="6621485" y="472945"/>
                </a:lnTo>
                <a:close/>
                <a:moveTo>
                  <a:pt x="0" y="709460"/>
                </a:moveTo>
                <a:lnTo>
                  <a:pt x="0" y="945890"/>
                </a:lnTo>
                <a:lnTo>
                  <a:pt x="236515" y="945890"/>
                </a:lnTo>
                <a:lnTo>
                  <a:pt x="236515" y="709460"/>
                </a:lnTo>
                <a:lnTo>
                  <a:pt x="0" y="709460"/>
                </a:lnTo>
                <a:close/>
                <a:moveTo>
                  <a:pt x="472945" y="709460"/>
                </a:moveTo>
                <a:lnTo>
                  <a:pt x="472945" y="945890"/>
                </a:lnTo>
                <a:lnTo>
                  <a:pt x="709460" y="945890"/>
                </a:lnTo>
                <a:lnTo>
                  <a:pt x="709460" y="709460"/>
                </a:lnTo>
                <a:lnTo>
                  <a:pt x="472945" y="709460"/>
                </a:lnTo>
                <a:close/>
                <a:moveTo>
                  <a:pt x="709460" y="709460"/>
                </a:moveTo>
                <a:lnTo>
                  <a:pt x="709460" y="945890"/>
                </a:lnTo>
                <a:lnTo>
                  <a:pt x="945890" y="945890"/>
                </a:lnTo>
                <a:lnTo>
                  <a:pt x="945890" y="709460"/>
                </a:lnTo>
                <a:lnTo>
                  <a:pt x="709460" y="709460"/>
                </a:lnTo>
                <a:close/>
                <a:moveTo>
                  <a:pt x="945890" y="709460"/>
                </a:moveTo>
                <a:lnTo>
                  <a:pt x="945890" y="945890"/>
                </a:lnTo>
                <a:lnTo>
                  <a:pt x="1182405" y="945890"/>
                </a:lnTo>
                <a:lnTo>
                  <a:pt x="1182405" y="709460"/>
                </a:lnTo>
                <a:lnTo>
                  <a:pt x="945890" y="709460"/>
                </a:lnTo>
                <a:close/>
                <a:moveTo>
                  <a:pt x="1418920" y="709460"/>
                </a:moveTo>
                <a:lnTo>
                  <a:pt x="1418920" y="945890"/>
                </a:lnTo>
                <a:lnTo>
                  <a:pt x="1655350" y="945890"/>
                </a:lnTo>
                <a:lnTo>
                  <a:pt x="1655350" y="709460"/>
                </a:lnTo>
                <a:lnTo>
                  <a:pt x="1418920" y="709460"/>
                </a:lnTo>
                <a:close/>
                <a:moveTo>
                  <a:pt x="1891865" y="709460"/>
                </a:moveTo>
                <a:lnTo>
                  <a:pt x="1891865" y="945890"/>
                </a:lnTo>
                <a:lnTo>
                  <a:pt x="2128380" y="945890"/>
                </a:lnTo>
                <a:lnTo>
                  <a:pt x="2128380" y="709460"/>
                </a:lnTo>
                <a:lnTo>
                  <a:pt x="1891865" y="709460"/>
                </a:lnTo>
                <a:close/>
                <a:moveTo>
                  <a:pt x="2364810" y="709460"/>
                </a:moveTo>
                <a:lnTo>
                  <a:pt x="2364810" y="945890"/>
                </a:lnTo>
                <a:lnTo>
                  <a:pt x="2601325" y="945890"/>
                </a:lnTo>
                <a:lnTo>
                  <a:pt x="2601325" y="709460"/>
                </a:lnTo>
                <a:lnTo>
                  <a:pt x="2364810" y="709460"/>
                </a:lnTo>
                <a:close/>
                <a:moveTo>
                  <a:pt x="2601325" y="709460"/>
                </a:moveTo>
                <a:lnTo>
                  <a:pt x="2601325" y="945890"/>
                </a:lnTo>
                <a:lnTo>
                  <a:pt x="2837755" y="945890"/>
                </a:lnTo>
                <a:lnTo>
                  <a:pt x="2837755" y="709460"/>
                </a:lnTo>
                <a:lnTo>
                  <a:pt x="2601325" y="709460"/>
                </a:lnTo>
                <a:close/>
                <a:moveTo>
                  <a:pt x="3074270" y="709460"/>
                </a:moveTo>
                <a:lnTo>
                  <a:pt x="3074270" y="945890"/>
                </a:lnTo>
                <a:lnTo>
                  <a:pt x="3310785" y="945890"/>
                </a:lnTo>
                <a:lnTo>
                  <a:pt x="3310785" y="709460"/>
                </a:lnTo>
                <a:lnTo>
                  <a:pt x="3074270" y="709460"/>
                </a:lnTo>
                <a:close/>
                <a:moveTo>
                  <a:pt x="3783730" y="709460"/>
                </a:moveTo>
                <a:lnTo>
                  <a:pt x="3783730" y="945890"/>
                </a:lnTo>
                <a:lnTo>
                  <a:pt x="4020245" y="945890"/>
                </a:lnTo>
                <a:lnTo>
                  <a:pt x="4020245" y="709460"/>
                </a:lnTo>
                <a:lnTo>
                  <a:pt x="3783730" y="709460"/>
                </a:lnTo>
                <a:close/>
                <a:moveTo>
                  <a:pt x="4020245" y="709460"/>
                </a:moveTo>
                <a:lnTo>
                  <a:pt x="4020245" y="945890"/>
                </a:lnTo>
                <a:lnTo>
                  <a:pt x="4256675" y="945890"/>
                </a:lnTo>
                <a:lnTo>
                  <a:pt x="4256675" y="709460"/>
                </a:lnTo>
                <a:lnTo>
                  <a:pt x="4020245" y="709460"/>
                </a:lnTo>
                <a:close/>
                <a:moveTo>
                  <a:pt x="4256675" y="709460"/>
                </a:moveTo>
                <a:lnTo>
                  <a:pt x="4256675" y="945890"/>
                </a:lnTo>
                <a:lnTo>
                  <a:pt x="4493191" y="945890"/>
                </a:lnTo>
                <a:lnTo>
                  <a:pt x="4493191" y="709460"/>
                </a:lnTo>
                <a:lnTo>
                  <a:pt x="4256675" y="709460"/>
                </a:lnTo>
                <a:close/>
                <a:moveTo>
                  <a:pt x="4493191" y="709460"/>
                </a:moveTo>
                <a:lnTo>
                  <a:pt x="4493191" y="945890"/>
                </a:lnTo>
                <a:lnTo>
                  <a:pt x="4729620" y="945890"/>
                </a:lnTo>
                <a:lnTo>
                  <a:pt x="4729620" y="709460"/>
                </a:lnTo>
                <a:lnTo>
                  <a:pt x="4493191" y="709460"/>
                </a:lnTo>
                <a:close/>
                <a:moveTo>
                  <a:pt x="5202651" y="709460"/>
                </a:moveTo>
                <a:lnTo>
                  <a:pt x="5202651" y="945890"/>
                </a:lnTo>
                <a:lnTo>
                  <a:pt x="5439080" y="945890"/>
                </a:lnTo>
                <a:lnTo>
                  <a:pt x="5439080" y="709460"/>
                </a:lnTo>
                <a:lnTo>
                  <a:pt x="5202651" y="709460"/>
                </a:lnTo>
                <a:close/>
                <a:moveTo>
                  <a:pt x="5675595" y="709460"/>
                </a:moveTo>
                <a:lnTo>
                  <a:pt x="5675595" y="945890"/>
                </a:lnTo>
                <a:lnTo>
                  <a:pt x="5912110" y="945890"/>
                </a:lnTo>
                <a:lnTo>
                  <a:pt x="5912110" y="709460"/>
                </a:lnTo>
                <a:lnTo>
                  <a:pt x="5675595" y="709460"/>
                </a:lnTo>
                <a:close/>
                <a:moveTo>
                  <a:pt x="5912110" y="709460"/>
                </a:moveTo>
                <a:lnTo>
                  <a:pt x="5912110" y="945890"/>
                </a:lnTo>
                <a:lnTo>
                  <a:pt x="6148540" y="945890"/>
                </a:lnTo>
                <a:lnTo>
                  <a:pt x="6148540" y="709460"/>
                </a:lnTo>
                <a:lnTo>
                  <a:pt x="5912110" y="709460"/>
                </a:lnTo>
                <a:close/>
                <a:moveTo>
                  <a:pt x="6148540" y="709460"/>
                </a:moveTo>
                <a:lnTo>
                  <a:pt x="6148540" y="945890"/>
                </a:lnTo>
                <a:lnTo>
                  <a:pt x="6385056" y="945890"/>
                </a:lnTo>
                <a:lnTo>
                  <a:pt x="6385056" y="709460"/>
                </a:lnTo>
                <a:lnTo>
                  <a:pt x="6148540" y="709460"/>
                </a:lnTo>
                <a:close/>
                <a:moveTo>
                  <a:pt x="6621485" y="709460"/>
                </a:moveTo>
                <a:lnTo>
                  <a:pt x="6621485" y="945890"/>
                </a:lnTo>
                <a:lnTo>
                  <a:pt x="6858000" y="945890"/>
                </a:lnTo>
                <a:lnTo>
                  <a:pt x="6858000" y="709460"/>
                </a:lnTo>
                <a:lnTo>
                  <a:pt x="6621485" y="709460"/>
                </a:lnTo>
                <a:close/>
                <a:moveTo>
                  <a:pt x="0" y="945890"/>
                </a:moveTo>
                <a:lnTo>
                  <a:pt x="0" y="1182405"/>
                </a:lnTo>
                <a:lnTo>
                  <a:pt x="236515" y="1182405"/>
                </a:lnTo>
                <a:lnTo>
                  <a:pt x="236515" y="945890"/>
                </a:lnTo>
                <a:lnTo>
                  <a:pt x="0" y="945890"/>
                </a:lnTo>
                <a:close/>
                <a:moveTo>
                  <a:pt x="472945" y="945890"/>
                </a:moveTo>
                <a:lnTo>
                  <a:pt x="472945" y="1182405"/>
                </a:lnTo>
                <a:lnTo>
                  <a:pt x="709460" y="1182405"/>
                </a:lnTo>
                <a:lnTo>
                  <a:pt x="709460" y="945890"/>
                </a:lnTo>
                <a:lnTo>
                  <a:pt x="472945" y="945890"/>
                </a:lnTo>
                <a:close/>
                <a:moveTo>
                  <a:pt x="709460" y="945890"/>
                </a:moveTo>
                <a:lnTo>
                  <a:pt x="709460" y="1182405"/>
                </a:lnTo>
                <a:lnTo>
                  <a:pt x="945890" y="1182405"/>
                </a:lnTo>
                <a:lnTo>
                  <a:pt x="945890" y="945890"/>
                </a:lnTo>
                <a:lnTo>
                  <a:pt x="709460" y="945890"/>
                </a:lnTo>
                <a:close/>
                <a:moveTo>
                  <a:pt x="945890" y="945890"/>
                </a:moveTo>
                <a:lnTo>
                  <a:pt x="945890" y="1182405"/>
                </a:lnTo>
                <a:lnTo>
                  <a:pt x="1182405" y="1182405"/>
                </a:lnTo>
                <a:lnTo>
                  <a:pt x="1182405" y="945890"/>
                </a:lnTo>
                <a:lnTo>
                  <a:pt x="945890" y="945890"/>
                </a:lnTo>
                <a:close/>
                <a:moveTo>
                  <a:pt x="1418920" y="945890"/>
                </a:moveTo>
                <a:lnTo>
                  <a:pt x="1418920" y="1182405"/>
                </a:lnTo>
                <a:lnTo>
                  <a:pt x="1655350" y="1182405"/>
                </a:lnTo>
                <a:lnTo>
                  <a:pt x="1655350" y="945890"/>
                </a:lnTo>
                <a:lnTo>
                  <a:pt x="1418920" y="945890"/>
                </a:lnTo>
                <a:close/>
                <a:moveTo>
                  <a:pt x="1891865" y="945890"/>
                </a:moveTo>
                <a:lnTo>
                  <a:pt x="1891865" y="1182405"/>
                </a:lnTo>
                <a:lnTo>
                  <a:pt x="2128380" y="1182405"/>
                </a:lnTo>
                <a:lnTo>
                  <a:pt x="2128380" y="945890"/>
                </a:lnTo>
                <a:lnTo>
                  <a:pt x="1891865" y="945890"/>
                </a:lnTo>
                <a:close/>
                <a:moveTo>
                  <a:pt x="2128380" y="945890"/>
                </a:moveTo>
                <a:lnTo>
                  <a:pt x="2128380" y="1182405"/>
                </a:lnTo>
                <a:lnTo>
                  <a:pt x="2364810" y="1182405"/>
                </a:lnTo>
                <a:lnTo>
                  <a:pt x="2364810" y="945890"/>
                </a:lnTo>
                <a:lnTo>
                  <a:pt x="2128380" y="945890"/>
                </a:lnTo>
                <a:close/>
                <a:moveTo>
                  <a:pt x="2601325" y="945890"/>
                </a:moveTo>
                <a:lnTo>
                  <a:pt x="2601325" y="1182405"/>
                </a:lnTo>
                <a:lnTo>
                  <a:pt x="2837755" y="1182405"/>
                </a:lnTo>
                <a:lnTo>
                  <a:pt x="2837755" y="945890"/>
                </a:lnTo>
                <a:lnTo>
                  <a:pt x="2601325" y="945890"/>
                </a:lnTo>
                <a:close/>
                <a:moveTo>
                  <a:pt x="2837755" y="945890"/>
                </a:moveTo>
                <a:lnTo>
                  <a:pt x="2837755" y="1182405"/>
                </a:lnTo>
                <a:lnTo>
                  <a:pt x="3074270" y="1182405"/>
                </a:lnTo>
                <a:lnTo>
                  <a:pt x="3074270" y="945890"/>
                </a:lnTo>
                <a:lnTo>
                  <a:pt x="2837755" y="945890"/>
                </a:lnTo>
                <a:close/>
                <a:moveTo>
                  <a:pt x="3310785" y="945890"/>
                </a:moveTo>
                <a:lnTo>
                  <a:pt x="3310785" y="1182405"/>
                </a:lnTo>
                <a:lnTo>
                  <a:pt x="3547215" y="1182405"/>
                </a:lnTo>
                <a:lnTo>
                  <a:pt x="3547215" y="945890"/>
                </a:lnTo>
                <a:lnTo>
                  <a:pt x="3310785" y="945890"/>
                </a:lnTo>
                <a:close/>
                <a:moveTo>
                  <a:pt x="3547215" y="945890"/>
                </a:moveTo>
                <a:lnTo>
                  <a:pt x="3547215" y="1182405"/>
                </a:lnTo>
                <a:lnTo>
                  <a:pt x="3783730" y="1182405"/>
                </a:lnTo>
                <a:lnTo>
                  <a:pt x="3783730" y="945890"/>
                </a:lnTo>
                <a:lnTo>
                  <a:pt x="3547215" y="945890"/>
                </a:lnTo>
                <a:close/>
                <a:moveTo>
                  <a:pt x="4020245" y="945890"/>
                </a:moveTo>
                <a:lnTo>
                  <a:pt x="4020245" y="1182405"/>
                </a:lnTo>
                <a:lnTo>
                  <a:pt x="4256675" y="1182405"/>
                </a:lnTo>
                <a:lnTo>
                  <a:pt x="4256675" y="945890"/>
                </a:lnTo>
                <a:lnTo>
                  <a:pt x="4020245" y="945890"/>
                </a:lnTo>
                <a:close/>
                <a:moveTo>
                  <a:pt x="5202651" y="945890"/>
                </a:moveTo>
                <a:lnTo>
                  <a:pt x="5202651" y="1182405"/>
                </a:lnTo>
                <a:lnTo>
                  <a:pt x="5439080" y="1182405"/>
                </a:lnTo>
                <a:lnTo>
                  <a:pt x="5439080" y="945890"/>
                </a:lnTo>
                <a:lnTo>
                  <a:pt x="5202651" y="945890"/>
                </a:lnTo>
                <a:close/>
                <a:moveTo>
                  <a:pt x="5675595" y="945890"/>
                </a:moveTo>
                <a:lnTo>
                  <a:pt x="5675595" y="1182405"/>
                </a:lnTo>
                <a:lnTo>
                  <a:pt x="5912110" y="1182405"/>
                </a:lnTo>
                <a:lnTo>
                  <a:pt x="5912110" y="945890"/>
                </a:lnTo>
                <a:lnTo>
                  <a:pt x="5675595" y="945890"/>
                </a:lnTo>
                <a:close/>
                <a:moveTo>
                  <a:pt x="5912110" y="945890"/>
                </a:moveTo>
                <a:lnTo>
                  <a:pt x="5912110" y="1182405"/>
                </a:lnTo>
                <a:lnTo>
                  <a:pt x="6148540" y="1182405"/>
                </a:lnTo>
                <a:lnTo>
                  <a:pt x="6148540" y="945890"/>
                </a:lnTo>
                <a:lnTo>
                  <a:pt x="5912110" y="945890"/>
                </a:lnTo>
                <a:close/>
                <a:moveTo>
                  <a:pt x="6148540" y="945890"/>
                </a:moveTo>
                <a:lnTo>
                  <a:pt x="6148540" y="1182405"/>
                </a:lnTo>
                <a:lnTo>
                  <a:pt x="6385056" y="1182405"/>
                </a:lnTo>
                <a:lnTo>
                  <a:pt x="6385056" y="945890"/>
                </a:lnTo>
                <a:lnTo>
                  <a:pt x="6148540" y="945890"/>
                </a:lnTo>
                <a:close/>
                <a:moveTo>
                  <a:pt x="6621485" y="945890"/>
                </a:moveTo>
                <a:lnTo>
                  <a:pt x="6621485" y="1182405"/>
                </a:lnTo>
                <a:lnTo>
                  <a:pt x="6858000" y="1182405"/>
                </a:lnTo>
                <a:lnTo>
                  <a:pt x="6858000" y="945890"/>
                </a:lnTo>
                <a:lnTo>
                  <a:pt x="6621485" y="945890"/>
                </a:lnTo>
                <a:close/>
                <a:moveTo>
                  <a:pt x="0" y="1182405"/>
                </a:moveTo>
                <a:lnTo>
                  <a:pt x="0" y="1418920"/>
                </a:lnTo>
                <a:lnTo>
                  <a:pt x="236515" y="1418920"/>
                </a:lnTo>
                <a:lnTo>
                  <a:pt x="236515" y="1182405"/>
                </a:lnTo>
                <a:lnTo>
                  <a:pt x="0" y="1182405"/>
                </a:lnTo>
                <a:close/>
                <a:moveTo>
                  <a:pt x="1418920" y="1182405"/>
                </a:moveTo>
                <a:lnTo>
                  <a:pt x="1418920" y="1418920"/>
                </a:lnTo>
                <a:lnTo>
                  <a:pt x="1655350" y="1418920"/>
                </a:lnTo>
                <a:lnTo>
                  <a:pt x="1655350" y="1182405"/>
                </a:lnTo>
                <a:lnTo>
                  <a:pt x="1418920" y="1182405"/>
                </a:lnTo>
                <a:close/>
                <a:moveTo>
                  <a:pt x="1891865" y="1182405"/>
                </a:moveTo>
                <a:lnTo>
                  <a:pt x="1891865" y="1418920"/>
                </a:lnTo>
                <a:lnTo>
                  <a:pt x="2128380" y="1418920"/>
                </a:lnTo>
                <a:lnTo>
                  <a:pt x="2128380" y="1182405"/>
                </a:lnTo>
                <a:lnTo>
                  <a:pt x="1891865" y="1182405"/>
                </a:lnTo>
                <a:close/>
                <a:moveTo>
                  <a:pt x="2364810" y="1182405"/>
                </a:moveTo>
                <a:lnTo>
                  <a:pt x="2364810" y="1418920"/>
                </a:lnTo>
                <a:lnTo>
                  <a:pt x="2601325" y="1418920"/>
                </a:lnTo>
                <a:lnTo>
                  <a:pt x="2601325" y="1182405"/>
                </a:lnTo>
                <a:lnTo>
                  <a:pt x="2364810" y="1182405"/>
                </a:lnTo>
                <a:close/>
                <a:moveTo>
                  <a:pt x="3074270" y="1182405"/>
                </a:moveTo>
                <a:lnTo>
                  <a:pt x="3074270" y="1418920"/>
                </a:lnTo>
                <a:lnTo>
                  <a:pt x="3310785" y="1418920"/>
                </a:lnTo>
                <a:lnTo>
                  <a:pt x="3310785" y="1182405"/>
                </a:lnTo>
                <a:lnTo>
                  <a:pt x="3074270" y="1182405"/>
                </a:lnTo>
                <a:close/>
                <a:moveTo>
                  <a:pt x="3310785" y="1182405"/>
                </a:moveTo>
                <a:lnTo>
                  <a:pt x="3310785" y="1418920"/>
                </a:lnTo>
                <a:lnTo>
                  <a:pt x="3547215" y="1418920"/>
                </a:lnTo>
                <a:lnTo>
                  <a:pt x="3547215" y="1182405"/>
                </a:lnTo>
                <a:lnTo>
                  <a:pt x="3310785" y="1182405"/>
                </a:lnTo>
                <a:close/>
                <a:moveTo>
                  <a:pt x="4020245" y="1182405"/>
                </a:moveTo>
                <a:lnTo>
                  <a:pt x="4020245" y="1418920"/>
                </a:lnTo>
                <a:lnTo>
                  <a:pt x="4256675" y="1418920"/>
                </a:lnTo>
                <a:lnTo>
                  <a:pt x="4256675" y="1182405"/>
                </a:lnTo>
                <a:lnTo>
                  <a:pt x="4020245" y="1182405"/>
                </a:lnTo>
                <a:close/>
                <a:moveTo>
                  <a:pt x="4493191" y="1182405"/>
                </a:moveTo>
                <a:lnTo>
                  <a:pt x="4493191" y="1418920"/>
                </a:lnTo>
                <a:lnTo>
                  <a:pt x="4729620" y="1418920"/>
                </a:lnTo>
                <a:lnTo>
                  <a:pt x="4729620" y="1182405"/>
                </a:lnTo>
                <a:lnTo>
                  <a:pt x="4493191" y="1182405"/>
                </a:lnTo>
                <a:close/>
                <a:moveTo>
                  <a:pt x="4729620" y="1182405"/>
                </a:moveTo>
                <a:lnTo>
                  <a:pt x="4729620" y="1418920"/>
                </a:lnTo>
                <a:lnTo>
                  <a:pt x="4966135" y="1418920"/>
                </a:lnTo>
                <a:lnTo>
                  <a:pt x="4966135" y="1182405"/>
                </a:lnTo>
                <a:lnTo>
                  <a:pt x="4729620" y="1182405"/>
                </a:lnTo>
                <a:close/>
                <a:moveTo>
                  <a:pt x="5202651" y="1182405"/>
                </a:moveTo>
                <a:lnTo>
                  <a:pt x="5202651" y="1418920"/>
                </a:lnTo>
                <a:lnTo>
                  <a:pt x="5439080" y="1418920"/>
                </a:lnTo>
                <a:lnTo>
                  <a:pt x="5439080" y="1182405"/>
                </a:lnTo>
                <a:lnTo>
                  <a:pt x="5202651" y="1182405"/>
                </a:lnTo>
                <a:close/>
                <a:moveTo>
                  <a:pt x="6621485" y="1182405"/>
                </a:moveTo>
                <a:lnTo>
                  <a:pt x="6621485" y="1418920"/>
                </a:lnTo>
                <a:lnTo>
                  <a:pt x="6858000" y="1418920"/>
                </a:lnTo>
                <a:lnTo>
                  <a:pt x="6858000" y="1182405"/>
                </a:lnTo>
                <a:lnTo>
                  <a:pt x="6621485" y="1182405"/>
                </a:lnTo>
                <a:close/>
                <a:moveTo>
                  <a:pt x="0" y="1418920"/>
                </a:moveTo>
                <a:lnTo>
                  <a:pt x="0" y="1655350"/>
                </a:lnTo>
                <a:lnTo>
                  <a:pt x="236515" y="1655350"/>
                </a:lnTo>
                <a:lnTo>
                  <a:pt x="236515" y="1418920"/>
                </a:lnTo>
                <a:lnTo>
                  <a:pt x="0" y="1418920"/>
                </a:lnTo>
                <a:close/>
                <a:moveTo>
                  <a:pt x="236515" y="1418920"/>
                </a:moveTo>
                <a:lnTo>
                  <a:pt x="236515" y="1655350"/>
                </a:lnTo>
                <a:lnTo>
                  <a:pt x="472945" y="1655350"/>
                </a:lnTo>
                <a:lnTo>
                  <a:pt x="472945" y="1418920"/>
                </a:lnTo>
                <a:lnTo>
                  <a:pt x="236515" y="1418920"/>
                </a:lnTo>
                <a:close/>
                <a:moveTo>
                  <a:pt x="472945" y="1418920"/>
                </a:moveTo>
                <a:lnTo>
                  <a:pt x="472945" y="1655350"/>
                </a:lnTo>
                <a:lnTo>
                  <a:pt x="709460" y="1655350"/>
                </a:lnTo>
                <a:lnTo>
                  <a:pt x="709460" y="1418920"/>
                </a:lnTo>
                <a:lnTo>
                  <a:pt x="472945" y="1418920"/>
                </a:lnTo>
                <a:close/>
                <a:moveTo>
                  <a:pt x="709460" y="1418920"/>
                </a:moveTo>
                <a:lnTo>
                  <a:pt x="709460" y="1655350"/>
                </a:lnTo>
                <a:lnTo>
                  <a:pt x="945890" y="1655350"/>
                </a:lnTo>
                <a:lnTo>
                  <a:pt x="945890" y="1418920"/>
                </a:lnTo>
                <a:lnTo>
                  <a:pt x="709460" y="1418920"/>
                </a:lnTo>
                <a:close/>
                <a:moveTo>
                  <a:pt x="945890" y="1418920"/>
                </a:moveTo>
                <a:lnTo>
                  <a:pt x="945890" y="1655350"/>
                </a:lnTo>
                <a:lnTo>
                  <a:pt x="1182405" y="1655350"/>
                </a:lnTo>
                <a:lnTo>
                  <a:pt x="1182405" y="1418920"/>
                </a:lnTo>
                <a:lnTo>
                  <a:pt x="945890" y="1418920"/>
                </a:lnTo>
                <a:close/>
                <a:moveTo>
                  <a:pt x="1182405" y="1418920"/>
                </a:moveTo>
                <a:lnTo>
                  <a:pt x="1182405" y="1655350"/>
                </a:lnTo>
                <a:lnTo>
                  <a:pt x="1418920" y="1655350"/>
                </a:lnTo>
                <a:lnTo>
                  <a:pt x="1418920" y="1418920"/>
                </a:lnTo>
                <a:lnTo>
                  <a:pt x="1182405" y="1418920"/>
                </a:lnTo>
                <a:close/>
                <a:moveTo>
                  <a:pt x="1418920" y="1418920"/>
                </a:moveTo>
                <a:lnTo>
                  <a:pt x="1418920" y="1655350"/>
                </a:lnTo>
                <a:lnTo>
                  <a:pt x="1655350" y="1655350"/>
                </a:lnTo>
                <a:lnTo>
                  <a:pt x="1655350" y="1418920"/>
                </a:lnTo>
                <a:lnTo>
                  <a:pt x="1418920" y="1418920"/>
                </a:lnTo>
                <a:close/>
                <a:moveTo>
                  <a:pt x="1891865" y="1418920"/>
                </a:moveTo>
                <a:lnTo>
                  <a:pt x="1891865" y="1655350"/>
                </a:lnTo>
                <a:lnTo>
                  <a:pt x="2128380" y="1655350"/>
                </a:lnTo>
                <a:lnTo>
                  <a:pt x="2128380" y="1418920"/>
                </a:lnTo>
                <a:lnTo>
                  <a:pt x="1891865" y="1418920"/>
                </a:lnTo>
                <a:close/>
                <a:moveTo>
                  <a:pt x="2364810" y="1418920"/>
                </a:moveTo>
                <a:lnTo>
                  <a:pt x="2364810" y="1655350"/>
                </a:lnTo>
                <a:lnTo>
                  <a:pt x="2601325" y="1655350"/>
                </a:lnTo>
                <a:lnTo>
                  <a:pt x="2601325" y="1418920"/>
                </a:lnTo>
                <a:lnTo>
                  <a:pt x="2364810" y="1418920"/>
                </a:lnTo>
                <a:close/>
                <a:moveTo>
                  <a:pt x="2837755" y="1418920"/>
                </a:moveTo>
                <a:lnTo>
                  <a:pt x="2837755" y="1655350"/>
                </a:lnTo>
                <a:lnTo>
                  <a:pt x="3074270" y="1655350"/>
                </a:lnTo>
                <a:lnTo>
                  <a:pt x="3074270" y="1418920"/>
                </a:lnTo>
                <a:lnTo>
                  <a:pt x="2837755" y="1418920"/>
                </a:lnTo>
                <a:close/>
                <a:moveTo>
                  <a:pt x="3310785" y="1418920"/>
                </a:moveTo>
                <a:lnTo>
                  <a:pt x="3310785" y="1655350"/>
                </a:lnTo>
                <a:lnTo>
                  <a:pt x="3547215" y="1655350"/>
                </a:lnTo>
                <a:lnTo>
                  <a:pt x="3547215" y="1418920"/>
                </a:lnTo>
                <a:lnTo>
                  <a:pt x="3310785" y="1418920"/>
                </a:lnTo>
                <a:close/>
                <a:moveTo>
                  <a:pt x="3783730" y="1418920"/>
                </a:moveTo>
                <a:lnTo>
                  <a:pt x="3783730" y="1655350"/>
                </a:lnTo>
                <a:lnTo>
                  <a:pt x="4020245" y="1655350"/>
                </a:lnTo>
                <a:lnTo>
                  <a:pt x="4020245" y="1418920"/>
                </a:lnTo>
                <a:lnTo>
                  <a:pt x="3783730" y="1418920"/>
                </a:lnTo>
                <a:close/>
                <a:moveTo>
                  <a:pt x="4256675" y="1418920"/>
                </a:moveTo>
                <a:lnTo>
                  <a:pt x="4256675" y="1655350"/>
                </a:lnTo>
                <a:lnTo>
                  <a:pt x="4493191" y="1655350"/>
                </a:lnTo>
                <a:lnTo>
                  <a:pt x="4493191" y="1418920"/>
                </a:lnTo>
                <a:lnTo>
                  <a:pt x="4256675" y="1418920"/>
                </a:lnTo>
                <a:close/>
                <a:moveTo>
                  <a:pt x="4729620" y="1418920"/>
                </a:moveTo>
                <a:lnTo>
                  <a:pt x="4729620" y="1655350"/>
                </a:lnTo>
                <a:lnTo>
                  <a:pt x="4966135" y="1655350"/>
                </a:lnTo>
                <a:lnTo>
                  <a:pt x="4966135" y="1418920"/>
                </a:lnTo>
                <a:lnTo>
                  <a:pt x="4729620" y="1418920"/>
                </a:lnTo>
                <a:close/>
                <a:moveTo>
                  <a:pt x="5202651" y="1418920"/>
                </a:moveTo>
                <a:lnTo>
                  <a:pt x="5202651" y="1655350"/>
                </a:lnTo>
                <a:lnTo>
                  <a:pt x="5439080" y="1655350"/>
                </a:lnTo>
                <a:lnTo>
                  <a:pt x="5439080" y="1418920"/>
                </a:lnTo>
                <a:lnTo>
                  <a:pt x="5202651" y="1418920"/>
                </a:lnTo>
                <a:close/>
                <a:moveTo>
                  <a:pt x="5439080" y="1418920"/>
                </a:moveTo>
                <a:lnTo>
                  <a:pt x="5439080" y="1655350"/>
                </a:lnTo>
                <a:lnTo>
                  <a:pt x="5675595" y="1655350"/>
                </a:lnTo>
                <a:lnTo>
                  <a:pt x="5675595" y="1418920"/>
                </a:lnTo>
                <a:lnTo>
                  <a:pt x="5439080" y="1418920"/>
                </a:lnTo>
                <a:close/>
                <a:moveTo>
                  <a:pt x="5675595" y="1418920"/>
                </a:moveTo>
                <a:lnTo>
                  <a:pt x="5675595" y="1655350"/>
                </a:lnTo>
                <a:lnTo>
                  <a:pt x="5912110" y="1655350"/>
                </a:lnTo>
                <a:lnTo>
                  <a:pt x="5912110" y="1418920"/>
                </a:lnTo>
                <a:lnTo>
                  <a:pt x="5675595" y="1418920"/>
                </a:lnTo>
                <a:close/>
                <a:moveTo>
                  <a:pt x="5912110" y="1418920"/>
                </a:moveTo>
                <a:lnTo>
                  <a:pt x="5912110" y="1655350"/>
                </a:lnTo>
                <a:lnTo>
                  <a:pt x="6148540" y="1655350"/>
                </a:lnTo>
                <a:lnTo>
                  <a:pt x="6148540" y="1418920"/>
                </a:lnTo>
                <a:lnTo>
                  <a:pt x="5912110" y="1418920"/>
                </a:lnTo>
                <a:close/>
                <a:moveTo>
                  <a:pt x="6148540" y="1418920"/>
                </a:moveTo>
                <a:lnTo>
                  <a:pt x="6148540" y="1655350"/>
                </a:lnTo>
                <a:lnTo>
                  <a:pt x="6385056" y="1655350"/>
                </a:lnTo>
                <a:lnTo>
                  <a:pt x="6385056" y="1418920"/>
                </a:lnTo>
                <a:lnTo>
                  <a:pt x="6148540" y="1418920"/>
                </a:lnTo>
                <a:close/>
                <a:moveTo>
                  <a:pt x="6385056" y="1418920"/>
                </a:moveTo>
                <a:lnTo>
                  <a:pt x="6385056" y="1655350"/>
                </a:lnTo>
                <a:lnTo>
                  <a:pt x="6621485" y="1655350"/>
                </a:lnTo>
                <a:lnTo>
                  <a:pt x="6621485" y="1418920"/>
                </a:lnTo>
                <a:lnTo>
                  <a:pt x="6385056" y="1418920"/>
                </a:lnTo>
                <a:close/>
                <a:moveTo>
                  <a:pt x="6621485" y="1418920"/>
                </a:moveTo>
                <a:lnTo>
                  <a:pt x="6621485" y="1655350"/>
                </a:lnTo>
                <a:lnTo>
                  <a:pt x="6858000" y="1655350"/>
                </a:lnTo>
                <a:lnTo>
                  <a:pt x="6858000" y="1418920"/>
                </a:lnTo>
                <a:lnTo>
                  <a:pt x="6621485" y="1418920"/>
                </a:lnTo>
                <a:close/>
                <a:moveTo>
                  <a:pt x="1891865" y="1655350"/>
                </a:moveTo>
                <a:lnTo>
                  <a:pt x="1891865" y="1891865"/>
                </a:lnTo>
                <a:lnTo>
                  <a:pt x="2128380" y="1891865"/>
                </a:lnTo>
                <a:lnTo>
                  <a:pt x="2128380" y="1655350"/>
                </a:lnTo>
                <a:lnTo>
                  <a:pt x="1891865" y="1655350"/>
                </a:lnTo>
                <a:close/>
                <a:moveTo>
                  <a:pt x="2128380" y="1655350"/>
                </a:moveTo>
                <a:lnTo>
                  <a:pt x="2128380" y="1891865"/>
                </a:lnTo>
                <a:lnTo>
                  <a:pt x="2364810" y="1891865"/>
                </a:lnTo>
                <a:lnTo>
                  <a:pt x="2364810" y="1655350"/>
                </a:lnTo>
                <a:lnTo>
                  <a:pt x="2128380" y="1655350"/>
                </a:lnTo>
                <a:close/>
                <a:moveTo>
                  <a:pt x="2601325" y="1655350"/>
                </a:moveTo>
                <a:lnTo>
                  <a:pt x="2601325" y="1891865"/>
                </a:lnTo>
                <a:lnTo>
                  <a:pt x="2837755" y="1891865"/>
                </a:lnTo>
                <a:lnTo>
                  <a:pt x="2837755" y="1655350"/>
                </a:lnTo>
                <a:lnTo>
                  <a:pt x="2601325" y="1655350"/>
                </a:lnTo>
                <a:close/>
                <a:moveTo>
                  <a:pt x="3547215" y="1655350"/>
                </a:moveTo>
                <a:lnTo>
                  <a:pt x="3547215" y="1891865"/>
                </a:lnTo>
                <a:lnTo>
                  <a:pt x="3783730" y="1891865"/>
                </a:lnTo>
                <a:lnTo>
                  <a:pt x="3783730" y="1655350"/>
                </a:lnTo>
                <a:lnTo>
                  <a:pt x="3547215" y="1655350"/>
                </a:lnTo>
                <a:close/>
                <a:moveTo>
                  <a:pt x="3783730" y="1655350"/>
                </a:moveTo>
                <a:lnTo>
                  <a:pt x="3783730" y="1891865"/>
                </a:lnTo>
                <a:lnTo>
                  <a:pt x="4020245" y="1891865"/>
                </a:lnTo>
                <a:lnTo>
                  <a:pt x="4020245" y="1655350"/>
                </a:lnTo>
                <a:lnTo>
                  <a:pt x="3783730" y="1655350"/>
                </a:lnTo>
                <a:close/>
                <a:moveTo>
                  <a:pt x="4020245" y="1655350"/>
                </a:moveTo>
                <a:lnTo>
                  <a:pt x="4020245" y="1891865"/>
                </a:lnTo>
                <a:lnTo>
                  <a:pt x="4256675" y="1891865"/>
                </a:lnTo>
                <a:lnTo>
                  <a:pt x="4256675" y="1655350"/>
                </a:lnTo>
                <a:lnTo>
                  <a:pt x="4020245" y="1655350"/>
                </a:lnTo>
                <a:close/>
                <a:moveTo>
                  <a:pt x="4256675" y="1655350"/>
                </a:moveTo>
                <a:lnTo>
                  <a:pt x="4256675" y="1891865"/>
                </a:lnTo>
                <a:lnTo>
                  <a:pt x="4493191" y="1891865"/>
                </a:lnTo>
                <a:lnTo>
                  <a:pt x="4493191" y="1655350"/>
                </a:lnTo>
                <a:lnTo>
                  <a:pt x="4256675" y="1655350"/>
                </a:lnTo>
                <a:close/>
                <a:moveTo>
                  <a:pt x="0" y="1891865"/>
                </a:moveTo>
                <a:lnTo>
                  <a:pt x="0" y="2128380"/>
                </a:lnTo>
                <a:lnTo>
                  <a:pt x="236515" y="2128380"/>
                </a:lnTo>
                <a:lnTo>
                  <a:pt x="236515" y="1891865"/>
                </a:lnTo>
                <a:lnTo>
                  <a:pt x="0" y="1891865"/>
                </a:lnTo>
                <a:close/>
                <a:moveTo>
                  <a:pt x="236515" y="1891865"/>
                </a:moveTo>
                <a:lnTo>
                  <a:pt x="236515" y="2128380"/>
                </a:lnTo>
                <a:lnTo>
                  <a:pt x="472945" y="2128380"/>
                </a:lnTo>
                <a:lnTo>
                  <a:pt x="472945" y="1891865"/>
                </a:lnTo>
                <a:lnTo>
                  <a:pt x="236515" y="1891865"/>
                </a:lnTo>
                <a:close/>
                <a:moveTo>
                  <a:pt x="472945" y="1891865"/>
                </a:moveTo>
                <a:lnTo>
                  <a:pt x="472945" y="2128380"/>
                </a:lnTo>
                <a:lnTo>
                  <a:pt x="709460" y="2128380"/>
                </a:lnTo>
                <a:lnTo>
                  <a:pt x="709460" y="1891865"/>
                </a:lnTo>
                <a:lnTo>
                  <a:pt x="472945" y="1891865"/>
                </a:lnTo>
                <a:close/>
                <a:moveTo>
                  <a:pt x="945890" y="1891865"/>
                </a:moveTo>
                <a:lnTo>
                  <a:pt x="945890" y="2128380"/>
                </a:lnTo>
                <a:lnTo>
                  <a:pt x="1182405" y="2128380"/>
                </a:lnTo>
                <a:lnTo>
                  <a:pt x="1182405" y="1891865"/>
                </a:lnTo>
                <a:lnTo>
                  <a:pt x="945890" y="1891865"/>
                </a:lnTo>
                <a:close/>
                <a:moveTo>
                  <a:pt x="1418920" y="1891865"/>
                </a:moveTo>
                <a:lnTo>
                  <a:pt x="1418920" y="2128380"/>
                </a:lnTo>
                <a:lnTo>
                  <a:pt x="1655350" y="2128380"/>
                </a:lnTo>
                <a:lnTo>
                  <a:pt x="1655350" y="1891865"/>
                </a:lnTo>
                <a:lnTo>
                  <a:pt x="1418920" y="1891865"/>
                </a:lnTo>
                <a:close/>
                <a:moveTo>
                  <a:pt x="1891865" y="1891865"/>
                </a:moveTo>
                <a:lnTo>
                  <a:pt x="1891865" y="2128380"/>
                </a:lnTo>
                <a:lnTo>
                  <a:pt x="2128380" y="2128380"/>
                </a:lnTo>
                <a:lnTo>
                  <a:pt x="2128380" y="1891865"/>
                </a:lnTo>
                <a:lnTo>
                  <a:pt x="1891865" y="1891865"/>
                </a:lnTo>
                <a:close/>
                <a:moveTo>
                  <a:pt x="2837755" y="1891865"/>
                </a:moveTo>
                <a:lnTo>
                  <a:pt x="2837755" y="2128380"/>
                </a:lnTo>
                <a:lnTo>
                  <a:pt x="3074270" y="2128380"/>
                </a:lnTo>
                <a:lnTo>
                  <a:pt x="3074270" y="1891865"/>
                </a:lnTo>
                <a:lnTo>
                  <a:pt x="2837755" y="1891865"/>
                </a:lnTo>
                <a:close/>
                <a:moveTo>
                  <a:pt x="3547215" y="1891865"/>
                </a:moveTo>
                <a:lnTo>
                  <a:pt x="3547215" y="2128380"/>
                </a:lnTo>
                <a:lnTo>
                  <a:pt x="3783730" y="2128380"/>
                </a:lnTo>
                <a:lnTo>
                  <a:pt x="3783730" y="1891865"/>
                </a:lnTo>
                <a:lnTo>
                  <a:pt x="3547215" y="1891865"/>
                </a:lnTo>
                <a:close/>
                <a:moveTo>
                  <a:pt x="4256675" y="1891865"/>
                </a:moveTo>
                <a:lnTo>
                  <a:pt x="4256675" y="2128380"/>
                </a:lnTo>
                <a:lnTo>
                  <a:pt x="4493191" y="2128380"/>
                </a:lnTo>
                <a:lnTo>
                  <a:pt x="4493191" y="1891865"/>
                </a:lnTo>
                <a:lnTo>
                  <a:pt x="4256675" y="1891865"/>
                </a:lnTo>
                <a:close/>
                <a:moveTo>
                  <a:pt x="4966135" y="1891865"/>
                </a:moveTo>
                <a:lnTo>
                  <a:pt x="4966135" y="2128380"/>
                </a:lnTo>
                <a:lnTo>
                  <a:pt x="5202651" y="2128380"/>
                </a:lnTo>
                <a:lnTo>
                  <a:pt x="5202651" y="1891865"/>
                </a:lnTo>
                <a:lnTo>
                  <a:pt x="4966135" y="1891865"/>
                </a:lnTo>
                <a:close/>
                <a:moveTo>
                  <a:pt x="5202651" y="1891865"/>
                </a:moveTo>
                <a:lnTo>
                  <a:pt x="5202651" y="2128380"/>
                </a:lnTo>
                <a:lnTo>
                  <a:pt x="5439080" y="2128380"/>
                </a:lnTo>
                <a:lnTo>
                  <a:pt x="5439080" y="1891865"/>
                </a:lnTo>
                <a:lnTo>
                  <a:pt x="5202651" y="1891865"/>
                </a:lnTo>
                <a:close/>
                <a:moveTo>
                  <a:pt x="5439080" y="1891865"/>
                </a:moveTo>
                <a:lnTo>
                  <a:pt x="5439080" y="2128380"/>
                </a:lnTo>
                <a:lnTo>
                  <a:pt x="5675595" y="2128380"/>
                </a:lnTo>
                <a:lnTo>
                  <a:pt x="5675595" y="1891865"/>
                </a:lnTo>
                <a:lnTo>
                  <a:pt x="5439080" y="1891865"/>
                </a:lnTo>
                <a:close/>
                <a:moveTo>
                  <a:pt x="5675595" y="1891865"/>
                </a:moveTo>
                <a:lnTo>
                  <a:pt x="5675595" y="2128380"/>
                </a:lnTo>
                <a:lnTo>
                  <a:pt x="5912110" y="2128380"/>
                </a:lnTo>
                <a:lnTo>
                  <a:pt x="5912110" y="1891865"/>
                </a:lnTo>
                <a:lnTo>
                  <a:pt x="5675595" y="1891865"/>
                </a:lnTo>
                <a:close/>
                <a:moveTo>
                  <a:pt x="5912110" y="1891865"/>
                </a:moveTo>
                <a:lnTo>
                  <a:pt x="5912110" y="2128380"/>
                </a:lnTo>
                <a:lnTo>
                  <a:pt x="6148540" y="2128380"/>
                </a:lnTo>
                <a:lnTo>
                  <a:pt x="6148540" y="1891865"/>
                </a:lnTo>
                <a:lnTo>
                  <a:pt x="5912110" y="1891865"/>
                </a:lnTo>
                <a:close/>
                <a:moveTo>
                  <a:pt x="6621485" y="1891865"/>
                </a:moveTo>
                <a:lnTo>
                  <a:pt x="6621485" y="2128380"/>
                </a:lnTo>
                <a:lnTo>
                  <a:pt x="6858000" y="2128380"/>
                </a:lnTo>
                <a:lnTo>
                  <a:pt x="6858000" y="1891865"/>
                </a:lnTo>
                <a:lnTo>
                  <a:pt x="6621485" y="1891865"/>
                </a:lnTo>
                <a:close/>
                <a:moveTo>
                  <a:pt x="236515" y="2128380"/>
                </a:moveTo>
                <a:lnTo>
                  <a:pt x="236515" y="2364810"/>
                </a:lnTo>
                <a:lnTo>
                  <a:pt x="472945" y="2364810"/>
                </a:lnTo>
                <a:lnTo>
                  <a:pt x="472945" y="2128380"/>
                </a:lnTo>
                <a:lnTo>
                  <a:pt x="236515" y="2128380"/>
                </a:lnTo>
                <a:close/>
                <a:moveTo>
                  <a:pt x="709460" y="2128380"/>
                </a:moveTo>
                <a:lnTo>
                  <a:pt x="709460" y="2364810"/>
                </a:lnTo>
                <a:lnTo>
                  <a:pt x="945890" y="2364810"/>
                </a:lnTo>
                <a:lnTo>
                  <a:pt x="945890" y="2128380"/>
                </a:lnTo>
                <a:lnTo>
                  <a:pt x="709460" y="2128380"/>
                </a:lnTo>
                <a:close/>
                <a:moveTo>
                  <a:pt x="1182405" y="2128380"/>
                </a:moveTo>
                <a:lnTo>
                  <a:pt x="1182405" y="2364810"/>
                </a:lnTo>
                <a:lnTo>
                  <a:pt x="1418920" y="2364810"/>
                </a:lnTo>
                <a:lnTo>
                  <a:pt x="1418920" y="2128380"/>
                </a:lnTo>
                <a:lnTo>
                  <a:pt x="1182405" y="2128380"/>
                </a:lnTo>
                <a:close/>
                <a:moveTo>
                  <a:pt x="1891865" y="2128380"/>
                </a:moveTo>
                <a:lnTo>
                  <a:pt x="1891865" y="2364810"/>
                </a:lnTo>
                <a:lnTo>
                  <a:pt x="2128380" y="2364810"/>
                </a:lnTo>
                <a:lnTo>
                  <a:pt x="2128380" y="2128380"/>
                </a:lnTo>
                <a:lnTo>
                  <a:pt x="1891865" y="2128380"/>
                </a:lnTo>
                <a:close/>
                <a:moveTo>
                  <a:pt x="2128380" y="2128380"/>
                </a:moveTo>
                <a:lnTo>
                  <a:pt x="2128380" y="2364810"/>
                </a:lnTo>
                <a:lnTo>
                  <a:pt x="2364810" y="2364810"/>
                </a:lnTo>
                <a:lnTo>
                  <a:pt x="2364810" y="2128380"/>
                </a:lnTo>
                <a:lnTo>
                  <a:pt x="2128380" y="2128380"/>
                </a:lnTo>
                <a:close/>
                <a:moveTo>
                  <a:pt x="2601325" y="2128380"/>
                </a:moveTo>
                <a:lnTo>
                  <a:pt x="2601325" y="2364810"/>
                </a:lnTo>
                <a:lnTo>
                  <a:pt x="2837755" y="2364810"/>
                </a:lnTo>
                <a:lnTo>
                  <a:pt x="2837755" y="2128380"/>
                </a:lnTo>
                <a:lnTo>
                  <a:pt x="2601325" y="2128380"/>
                </a:lnTo>
                <a:close/>
                <a:moveTo>
                  <a:pt x="4256675" y="2128380"/>
                </a:moveTo>
                <a:lnTo>
                  <a:pt x="4256675" y="2364810"/>
                </a:lnTo>
                <a:lnTo>
                  <a:pt x="4493191" y="2364810"/>
                </a:lnTo>
                <a:lnTo>
                  <a:pt x="4493191" y="2128380"/>
                </a:lnTo>
                <a:lnTo>
                  <a:pt x="4256675" y="2128380"/>
                </a:lnTo>
                <a:close/>
                <a:moveTo>
                  <a:pt x="4493191" y="2128380"/>
                </a:moveTo>
                <a:lnTo>
                  <a:pt x="4493191" y="2364810"/>
                </a:lnTo>
                <a:lnTo>
                  <a:pt x="4729620" y="2364810"/>
                </a:lnTo>
                <a:lnTo>
                  <a:pt x="4729620" y="2128380"/>
                </a:lnTo>
                <a:lnTo>
                  <a:pt x="4493191" y="2128380"/>
                </a:lnTo>
                <a:close/>
                <a:moveTo>
                  <a:pt x="4966135" y="2128380"/>
                </a:moveTo>
                <a:lnTo>
                  <a:pt x="4966135" y="2364810"/>
                </a:lnTo>
                <a:lnTo>
                  <a:pt x="5202651" y="2364810"/>
                </a:lnTo>
                <a:lnTo>
                  <a:pt x="5202651" y="2128380"/>
                </a:lnTo>
                <a:lnTo>
                  <a:pt x="4966135" y="2128380"/>
                </a:lnTo>
                <a:close/>
                <a:moveTo>
                  <a:pt x="5202651" y="2128380"/>
                </a:moveTo>
                <a:lnTo>
                  <a:pt x="5202651" y="2364810"/>
                </a:lnTo>
                <a:lnTo>
                  <a:pt x="5439080" y="2364810"/>
                </a:lnTo>
                <a:lnTo>
                  <a:pt x="5439080" y="2128380"/>
                </a:lnTo>
                <a:lnTo>
                  <a:pt x="5202651" y="2128380"/>
                </a:lnTo>
                <a:close/>
                <a:moveTo>
                  <a:pt x="5439080" y="2128380"/>
                </a:moveTo>
                <a:lnTo>
                  <a:pt x="5439080" y="2364810"/>
                </a:lnTo>
                <a:lnTo>
                  <a:pt x="5675595" y="2364810"/>
                </a:lnTo>
                <a:lnTo>
                  <a:pt x="5675595" y="2128380"/>
                </a:lnTo>
                <a:lnTo>
                  <a:pt x="5439080" y="2128380"/>
                </a:lnTo>
                <a:close/>
                <a:moveTo>
                  <a:pt x="6148540" y="2128380"/>
                </a:moveTo>
                <a:lnTo>
                  <a:pt x="6148540" y="2364810"/>
                </a:lnTo>
                <a:lnTo>
                  <a:pt x="6385056" y="2364810"/>
                </a:lnTo>
                <a:lnTo>
                  <a:pt x="6385056" y="2128380"/>
                </a:lnTo>
                <a:lnTo>
                  <a:pt x="6148540" y="2128380"/>
                </a:lnTo>
                <a:close/>
                <a:moveTo>
                  <a:pt x="6385056" y="2128380"/>
                </a:moveTo>
                <a:lnTo>
                  <a:pt x="6385056" y="2364810"/>
                </a:lnTo>
                <a:lnTo>
                  <a:pt x="6621485" y="2364810"/>
                </a:lnTo>
                <a:lnTo>
                  <a:pt x="6621485" y="2128380"/>
                </a:lnTo>
                <a:lnTo>
                  <a:pt x="6385056" y="2128380"/>
                </a:lnTo>
                <a:close/>
                <a:moveTo>
                  <a:pt x="236515" y="2364810"/>
                </a:moveTo>
                <a:lnTo>
                  <a:pt x="236515" y="2601325"/>
                </a:lnTo>
                <a:lnTo>
                  <a:pt x="472945" y="2601325"/>
                </a:lnTo>
                <a:lnTo>
                  <a:pt x="472945" y="2364810"/>
                </a:lnTo>
                <a:lnTo>
                  <a:pt x="236515" y="2364810"/>
                </a:lnTo>
                <a:close/>
                <a:moveTo>
                  <a:pt x="472945" y="2364810"/>
                </a:moveTo>
                <a:lnTo>
                  <a:pt x="472945" y="2601325"/>
                </a:lnTo>
                <a:lnTo>
                  <a:pt x="709460" y="2601325"/>
                </a:lnTo>
                <a:lnTo>
                  <a:pt x="709460" y="2364810"/>
                </a:lnTo>
                <a:lnTo>
                  <a:pt x="472945" y="2364810"/>
                </a:lnTo>
                <a:close/>
                <a:moveTo>
                  <a:pt x="709460" y="2364810"/>
                </a:moveTo>
                <a:lnTo>
                  <a:pt x="709460" y="2601325"/>
                </a:lnTo>
                <a:lnTo>
                  <a:pt x="945890" y="2601325"/>
                </a:lnTo>
                <a:lnTo>
                  <a:pt x="945890" y="2364810"/>
                </a:lnTo>
                <a:lnTo>
                  <a:pt x="709460" y="2364810"/>
                </a:lnTo>
                <a:close/>
                <a:moveTo>
                  <a:pt x="945890" y="2364810"/>
                </a:moveTo>
                <a:lnTo>
                  <a:pt x="945890" y="2601325"/>
                </a:lnTo>
                <a:lnTo>
                  <a:pt x="1182405" y="2601325"/>
                </a:lnTo>
                <a:lnTo>
                  <a:pt x="1182405" y="2364810"/>
                </a:lnTo>
                <a:lnTo>
                  <a:pt x="945890" y="2364810"/>
                </a:lnTo>
                <a:close/>
                <a:moveTo>
                  <a:pt x="1418920" y="2364810"/>
                </a:moveTo>
                <a:lnTo>
                  <a:pt x="1418920" y="2601325"/>
                </a:lnTo>
                <a:lnTo>
                  <a:pt x="1655350" y="2601325"/>
                </a:lnTo>
                <a:lnTo>
                  <a:pt x="1655350" y="2364810"/>
                </a:lnTo>
                <a:lnTo>
                  <a:pt x="1418920" y="2364810"/>
                </a:lnTo>
                <a:close/>
                <a:moveTo>
                  <a:pt x="2128380" y="2364810"/>
                </a:moveTo>
                <a:lnTo>
                  <a:pt x="2128380" y="2601325"/>
                </a:lnTo>
                <a:lnTo>
                  <a:pt x="2364810" y="2601325"/>
                </a:lnTo>
                <a:lnTo>
                  <a:pt x="2364810" y="2364810"/>
                </a:lnTo>
                <a:lnTo>
                  <a:pt x="2128380" y="2364810"/>
                </a:lnTo>
                <a:close/>
                <a:moveTo>
                  <a:pt x="2364810" y="2364810"/>
                </a:moveTo>
                <a:lnTo>
                  <a:pt x="2364810" y="2601325"/>
                </a:lnTo>
                <a:lnTo>
                  <a:pt x="2601325" y="2601325"/>
                </a:lnTo>
                <a:lnTo>
                  <a:pt x="2601325" y="2364810"/>
                </a:lnTo>
                <a:lnTo>
                  <a:pt x="2364810" y="2364810"/>
                </a:lnTo>
                <a:close/>
                <a:moveTo>
                  <a:pt x="2837755" y="2364810"/>
                </a:moveTo>
                <a:lnTo>
                  <a:pt x="2837755" y="2601325"/>
                </a:lnTo>
                <a:lnTo>
                  <a:pt x="3074270" y="2601325"/>
                </a:lnTo>
                <a:lnTo>
                  <a:pt x="3074270" y="2364810"/>
                </a:lnTo>
                <a:lnTo>
                  <a:pt x="2837755" y="2364810"/>
                </a:lnTo>
                <a:close/>
                <a:moveTo>
                  <a:pt x="3310785" y="2364810"/>
                </a:moveTo>
                <a:lnTo>
                  <a:pt x="3310785" y="2601325"/>
                </a:lnTo>
                <a:lnTo>
                  <a:pt x="3547215" y="2601325"/>
                </a:lnTo>
                <a:lnTo>
                  <a:pt x="3547215" y="2364810"/>
                </a:lnTo>
                <a:lnTo>
                  <a:pt x="3310785" y="2364810"/>
                </a:lnTo>
                <a:close/>
                <a:moveTo>
                  <a:pt x="3547215" y="2364810"/>
                </a:moveTo>
                <a:lnTo>
                  <a:pt x="3547215" y="2601325"/>
                </a:lnTo>
                <a:lnTo>
                  <a:pt x="3783730" y="2601325"/>
                </a:lnTo>
                <a:lnTo>
                  <a:pt x="3783730" y="2364810"/>
                </a:lnTo>
                <a:lnTo>
                  <a:pt x="3547215" y="2364810"/>
                </a:lnTo>
                <a:close/>
                <a:moveTo>
                  <a:pt x="4256675" y="2364810"/>
                </a:moveTo>
                <a:lnTo>
                  <a:pt x="4256675" y="2601325"/>
                </a:lnTo>
                <a:lnTo>
                  <a:pt x="4493191" y="2601325"/>
                </a:lnTo>
                <a:lnTo>
                  <a:pt x="4493191" y="2364810"/>
                </a:lnTo>
                <a:lnTo>
                  <a:pt x="4256675" y="2364810"/>
                </a:lnTo>
                <a:close/>
                <a:moveTo>
                  <a:pt x="4493191" y="2364810"/>
                </a:moveTo>
                <a:lnTo>
                  <a:pt x="4493191" y="2601325"/>
                </a:lnTo>
                <a:lnTo>
                  <a:pt x="4729620" y="2601325"/>
                </a:lnTo>
                <a:lnTo>
                  <a:pt x="4729620" y="2364810"/>
                </a:lnTo>
                <a:lnTo>
                  <a:pt x="4493191" y="2364810"/>
                </a:lnTo>
                <a:close/>
                <a:moveTo>
                  <a:pt x="4966135" y="2364810"/>
                </a:moveTo>
                <a:lnTo>
                  <a:pt x="4966135" y="2601325"/>
                </a:lnTo>
                <a:lnTo>
                  <a:pt x="5202651" y="2601325"/>
                </a:lnTo>
                <a:lnTo>
                  <a:pt x="5202651" y="2364810"/>
                </a:lnTo>
                <a:lnTo>
                  <a:pt x="4966135" y="2364810"/>
                </a:lnTo>
                <a:close/>
                <a:moveTo>
                  <a:pt x="5202651" y="2364810"/>
                </a:moveTo>
                <a:lnTo>
                  <a:pt x="5202651" y="2601325"/>
                </a:lnTo>
                <a:lnTo>
                  <a:pt x="5439080" y="2601325"/>
                </a:lnTo>
                <a:lnTo>
                  <a:pt x="5439080" y="2364810"/>
                </a:lnTo>
                <a:lnTo>
                  <a:pt x="5202651" y="2364810"/>
                </a:lnTo>
                <a:close/>
                <a:moveTo>
                  <a:pt x="5675595" y="2364810"/>
                </a:moveTo>
                <a:lnTo>
                  <a:pt x="5675595" y="2601325"/>
                </a:lnTo>
                <a:lnTo>
                  <a:pt x="5912110" y="2601325"/>
                </a:lnTo>
                <a:lnTo>
                  <a:pt x="5912110" y="2364810"/>
                </a:lnTo>
                <a:lnTo>
                  <a:pt x="5675595" y="2364810"/>
                </a:lnTo>
                <a:close/>
                <a:moveTo>
                  <a:pt x="5912110" y="2364810"/>
                </a:moveTo>
                <a:lnTo>
                  <a:pt x="5912110" y="2601325"/>
                </a:lnTo>
                <a:lnTo>
                  <a:pt x="6148540" y="2601325"/>
                </a:lnTo>
                <a:lnTo>
                  <a:pt x="6148540" y="2364810"/>
                </a:lnTo>
                <a:lnTo>
                  <a:pt x="5912110" y="2364810"/>
                </a:lnTo>
                <a:close/>
                <a:moveTo>
                  <a:pt x="6148540" y="2364810"/>
                </a:moveTo>
                <a:lnTo>
                  <a:pt x="6148540" y="2601325"/>
                </a:lnTo>
                <a:lnTo>
                  <a:pt x="6385056" y="2601325"/>
                </a:lnTo>
                <a:lnTo>
                  <a:pt x="6385056" y="2364810"/>
                </a:lnTo>
                <a:lnTo>
                  <a:pt x="6148540" y="2364810"/>
                </a:lnTo>
                <a:close/>
                <a:moveTo>
                  <a:pt x="6385056" y="2364810"/>
                </a:moveTo>
                <a:lnTo>
                  <a:pt x="6385056" y="2601325"/>
                </a:lnTo>
                <a:lnTo>
                  <a:pt x="6621485" y="2601325"/>
                </a:lnTo>
                <a:lnTo>
                  <a:pt x="6621485" y="2364810"/>
                </a:lnTo>
                <a:lnTo>
                  <a:pt x="6385056" y="2364810"/>
                </a:lnTo>
                <a:close/>
                <a:moveTo>
                  <a:pt x="709460" y="2601325"/>
                </a:moveTo>
                <a:lnTo>
                  <a:pt x="709460" y="2837755"/>
                </a:lnTo>
                <a:lnTo>
                  <a:pt x="945890" y="2837755"/>
                </a:lnTo>
                <a:lnTo>
                  <a:pt x="945890" y="2601325"/>
                </a:lnTo>
                <a:lnTo>
                  <a:pt x="709460" y="2601325"/>
                </a:lnTo>
                <a:close/>
                <a:moveTo>
                  <a:pt x="1182405" y="2601325"/>
                </a:moveTo>
                <a:lnTo>
                  <a:pt x="1182405" y="2837755"/>
                </a:lnTo>
                <a:lnTo>
                  <a:pt x="1418920" y="2837755"/>
                </a:lnTo>
                <a:lnTo>
                  <a:pt x="1418920" y="2601325"/>
                </a:lnTo>
                <a:lnTo>
                  <a:pt x="1182405" y="2601325"/>
                </a:lnTo>
                <a:close/>
                <a:moveTo>
                  <a:pt x="2364810" y="2601325"/>
                </a:moveTo>
                <a:lnTo>
                  <a:pt x="2364810" y="2837755"/>
                </a:lnTo>
                <a:lnTo>
                  <a:pt x="2601325" y="2837755"/>
                </a:lnTo>
                <a:lnTo>
                  <a:pt x="2601325" y="2601325"/>
                </a:lnTo>
                <a:lnTo>
                  <a:pt x="2364810" y="2601325"/>
                </a:lnTo>
                <a:close/>
                <a:moveTo>
                  <a:pt x="2601325" y="2601325"/>
                </a:moveTo>
                <a:lnTo>
                  <a:pt x="2601325" y="2837755"/>
                </a:lnTo>
                <a:lnTo>
                  <a:pt x="2837755" y="2837755"/>
                </a:lnTo>
                <a:lnTo>
                  <a:pt x="2837755" y="2601325"/>
                </a:lnTo>
                <a:lnTo>
                  <a:pt x="2601325" y="2601325"/>
                </a:lnTo>
                <a:close/>
                <a:moveTo>
                  <a:pt x="3074270" y="2601325"/>
                </a:moveTo>
                <a:lnTo>
                  <a:pt x="3074270" y="2837755"/>
                </a:lnTo>
                <a:lnTo>
                  <a:pt x="3310785" y="2837755"/>
                </a:lnTo>
                <a:lnTo>
                  <a:pt x="3310785" y="2601325"/>
                </a:lnTo>
                <a:lnTo>
                  <a:pt x="3074270" y="2601325"/>
                </a:lnTo>
                <a:close/>
                <a:moveTo>
                  <a:pt x="3310785" y="2601325"/>
                </a:moveTo>
                <a:lnTo>
                  <a:pt x="3310785" y="2837755"/>
                </a:lnTo>
                <a:lnTo>
                  <a:pt x="3547215" y="2837755"/>
                </a:lnTo>
                <a:lnTo>
                  <a:pt x="3547215" y="2601325"/>
                </a:lnTo>
                <a:lnTo>
                  <a:pt x="3310785" y="2601325"/>
                </a:lnTo>
                <a:close/>
                <a:moveTo>
                  <a:pt x="4256675" y="2601325"/>
                </a:moveTo>
                <a:lnTo>
                  <a:pt x="4256675" y="2837755"/>
                </a:lnTo>
                <a:lnTo>
                  <a:pt x="4493191" y="2837755"/>
                </a:lnTo>
                <a:lnTo>
                  <a:pt x="4493191" y="2601325"/>
                </a:lnTo>
                <a:lnTo>
                  <a:pt x="4256675" y="2601325"/>
                </a:lnTo>
                <a:close/>
                <a:moveTo>
                  <a:pt x="4966135" y="2601325"/>
                </a:moveTo>
                <a:lnTo>
                  <a:pt x="4966135" y="2837755"/>
                </a:lnTo>
                <a:lnTo>
                  <a:pt x="5202651" y="2837755"/>
                </a:lnTo>
                <a:lnTo>
                  <a:pt x="5202651" y="2601325"/>
                </a:lnTo>
                <a:lnTo>
                  <a:pt x="4966135" y="2601325"/>
                </a:lnTo>
                <a:close/>
                <a:moveTo>
                  <a:pt x="5202651" y="2601325"/>
                </a:moveTo>
                <a:lnTo>
                  <a:pt x="5202651" y="2837755"/>
                </a:lnTo>
                <a:lnTo>
                  <a:pt x="5439080" y="2837755"/>
                </a:lnTo>
                <a:lnTo>
                  <a:pt x="5439080" y="2601325"/>
                </a:lnTo>
                <a:lnTo>
                  <a:pt x="5202651" y="2601325"/>
                </a:lnTo>
                <a:close/>
                <a:moveTo>
                  <a:pt x="5439080" y="2601325"/>
                </a:moveTo>
                <a:lnTo>
                  <a:pt x="5439080" y="2837755"/>
                </a:lnTo>
                <a:lnTo>
                  <a:pt x="5675595" y="2837755"/>
                </a:lnTo>
                <a:lnTo>
                  <a:pt x="5675595" y="2601325"/>
                </a:lnTo>
                <a:lnTo>
                  <a:pt x="5439080" y="2601325"/>
                </a:lnTo>
                <a:close/>
                <a:moveTo>
                  <a:pt x="5675595" y="2601325"/>
                </a:moveTo>
                <a:lnTo>
                  <a:pt x="5675595" y="2837755"/>
                </a:lnTo>
                <a:lnTo>
                  <a:pt x="5912110" y="2837755"/>
                </a:lnTo>
                <a:lnTo>
                  <a:pt x="5912110" y="2601325"/>
                </a:lnTo>
                <a:lnTo>
                  <a:pt x="5675595" y="2601325"/>
                </a:lnTo>
                <a:close/>
                <a:moveTo>
                  <a:pt x="5912110" y="2601325"/>
                </a:moveTo>
                <a:lnTo>
                  <a:pt x="5912110" y="2837755"/>
                </a:lnTo>
                <a:lnTo>
                  <a:pt x="6148540" y="2837755"/>
                </a:lnTo>
                <a:lnTo>
                  <a:pt x="6148540" y="2601325"/>
                </a:lnTo>
                <a:lnTo>
                  <a:pt x="5912110" y="2601325"/>
                </a:lnTo>
                <a:close/>
                <a:moveTo>
                  <a:pt x="6385056" y="2601325"/>
                </a:moveTo>
                <a:lnTo>
                  <a:pt x="6385056" y="2837755"/>
                </a:lnTo>
                <a:lnTo>
                  <a:pt x="6621485" y="2837755"/>
                </a:lnTo>
                <a:lnTo>
                  <a:pt x="6621485" y="2601325"/>
                </a:lnTo>
                <a:lnTo>
                  <a:pt x="6385056" y="2601325"/>
                </a:lnTo>
                <a:close/>
                <a:moveTo>
                  <a:pt x="0" y="2837755"/>
                </a:moveTo>
                <a:lnTo>
                  <a:pt x="0" y="3074270"/>
                </a:lnTo>
                <a:lnTo>
                  <a:pt x="236515" y="3074270"/>
                </a:lnTo>
                <a:lnTo>
                  <a:pt x="236515" y="2837755"/>
                </a:lnTo>
                <a:lnTo>
                  <a:pt x="0" y="2837755"/>
                </a:lnTo>
                <a:close/>
                <a:moveTo>
                  <a:pt x="236515" y="2837755"/>
                </a:moveTo>
                <a:lnTo>
                  <a:pt x="236515" y="3074270"/>
                </a:lnTo>
                <a:lnTo>
                  <a:pt x="472945" y="3074270"/>
                </a:lnTo>
                <a:lnTo>
                  <a:pt x="472945" y="2837755"/>
                </a:lnTo>
                <a:lnTo>
                  <a:pt x="236515" y="2837755"/>
                </a:lnTo>
                <a:close/>
                <a:moveTo>
                  <a:pt x="472945" y="2837755"/>
                </a:moveTo>
                <a:lnTo>
                  <a:pt x="472945" y="3074270"/>
                </a:lnTo>
                <a:lnTo>
                  <a:pt x="709460" y="3074270"/>
                </a:lnTo>
                <a:lnTo>
                  <a:pt x="709460" y="2837755"/>
                </a:lnTo>
                <a:lnTo>
                  <a:pt x="472945" y="2837755"/>
                </a:lnTo>
                <a:close/>
                <a:moveTo>
                  <a:pt x="709460" y="2837755"/>
                </a:moveTo>
                <a:lnTo>
                  <a:pt x="709460" y="3074270"/>
                </a:lnTo>
                <a:lnTo>
                  <a:pt x="945890" y="3074270"/>
                </a:lnTo>
                <a:lnTo>
                  <a:pt x="945890" y="2837755"/>
                </a:lnTo>
                <a:lnTo>
                  <a:pt x="709460" y="2837755"/>
                </a:lnTo>
                <a:close/>
                <a:moveTo>
                  <a:pt x="1182405" y="2837755"/>
                </a:moveTo>
                <a:lnTo>
                  <a:pt x="1182405" y="3074270"/>
                </a:lnTo>
                <a:lnTo>
                  <a:pt x="1418920" y="3074270"/>
                </a:lnTo>
                <a:lnTo>
                  <a:pt x="1418920" y="2837755"/>
                </a:lnTo>
                <a:lnTo>
                  <a:pt x="1182405" y="2837755"/>
                </a:lnTo>
                <a:close/>
                <a:moveTo>
                  <a:pt x="1418920" y="2837755"/>
                </a:moveTo>
                <a:lnTo>
                  <a:pt x="1418920" y="3074270"/>
                </a:lnTo>
                <a:lnTo>
                  <a:pt x="1655350" y="3074270"/>
                </a:lnTo>
                <a:lnTo>
                  <a:pt x="1655350" y="2837755"/>
                </a:lnTo>
                <a:lnTo>
                  <a:pt x="1418920" y="2837755"/>
                </a:lnTo>
                <a:close/>
                <a:moveTo>
                  <a:pt x="1655350" y="2837755"/>
                </a:moveTo>
                <a:lnTo>
                  <a:pt x="1655350" y="3074270"/>
                </a:lnTo>
                <a:lnTo>
                  <a:pt x="1891865" y="3074270"/>
                </a:lnTo>
                <a:lnTo>
                  <a:pt x="1891865" y="2837755"/>
                </a:lnTo>
                <a:lnTo>
                  <a:pt x="1655350" y="2837755"/>
                </a:lnTo>
                <a:close/>
                <a:moveTo>
                  <a:pt x="1891865" y="2837755"/>
                </a:moveTo>
                <a:lnTo>
                  <a:pt x="1891865" y="3074270"/>
                </a:lnTo>
                <a:lnTo>
                  <a:pt x="2128380" y="3074270"/>
                </a:lnTo>
                <a:lnTo>
                  <a:pt x="2128380" y="2837755"/>
                </a:lnTo>
                <a:lnTo>
                  <a:pt x="1891865" y="2837755"/>
                </a:lnTo>
                <a:close/>
                <a:moveTo>
                  <a:pt x="2601325" y="2837755"/>
                </a:moveTo>
                <a:lnTo>
                  <a:pt x="2601325" y="3074270"/>
                </a:lnTo>
                <a:lnTo>
                  <a:pt x="2837755" y="3074270"/>
                </a:lnTo>
                <a:lnTo>
                  <a:pt x="2837755" y="2837755"/>
                </a:lnTo>
                <a:lnTo>
                  <a:pt x="2601325" y="2837755"/>
                </a:lnTo>
                <a:close/>
                <a:moveTo>
                  <a:pt x="3783730" y="2837755"/>
                </a:moveTo>
                <a:lnTo>
                  <a:pt x="3783730" y="3074270"/>
                </a:lnTo>
                <a:lnTo>
                  <a:pt x="4020245" y="3074270"/>
                </a:lnTo>
                <a:lnTo>
                  <a:pt x="4020245" y="2837755"/>
                </a:lnTo>
                <a:lnTo>
                  <a:pt x="3783730" y="2837755"/>
                </a:lnTo>
                <a:close/>
                <a:moveTo>
                  <a:pt x="4493191" y="2837755"/>
                </a:moveTo>
                <a:lnTo>
                  <a:pt x="4493191" y="3074270"/>
                </a:lnTo>
                <a:lnTo>
                  <a:pt x="4729620" y="3074270"/>
                </a:lnTo>
                <a:lnTo>
                  <a:pt x="4729620" y="2837755"/>
                </a:lnTo>
                <a:lnTo>
                  <a:pt x="4493191" y="2837755"/>
                </a:lnTo>
                <a:close/>
                <a:moveTo>
                  <a:pt x="5202651" y="2837755"/>
                </a:moveTo>
                <a:lnTo>
                  <a:pt x="5202651" y="3074270"/>
                </a:lnTo>
                <a:lnTo>
                  <a:pt x="5439080" y="3074270"/>
                </a:lnTo>
                <a:lnTo>
                  <a:pt x="5439080" y="2837755"/>
                </a:lnTo>
                <a:lnTo>
                  <a:pt x="5202651" y="2837755"/>
                </a:lnTo>
                <a:close/>
                <a:moveTo>
                  <a:pt x="6148540" y="2837755"/>
                </a:moveTo>
                <a:lnTo>
                  <a:pt x="6148540" y="3074270"/>
                </a:lnTo>
                <a:lnTo>
                  <a:pt x="6385056" y="3074270"/>
                </a:lnTo>
                <a:lnTo>
                  <a:pt x="6385056" y="2837755"/>
                </a:lnTo>
                <a:lnTo>
                  <a:pt x="6148540" y="2837755"/>
                </a:lnTo>
                <a:close/>
                <a:moveTo>
                  <a:pt x="6385056" y="2837755"/>
                </a:moveTo>
                <a:lnTo>
                  <a:pt x="6385056" y="3074270"/>
                </a:lnTo>
                <a:lnTo>
                  <a:pt x="6621485" y="3074270"/>
                </a:lnTo>
                <a:lnTo>
                  <a:pt x="6621485" y="2837755"/>
                </a:lnTo>
                <a:lnTo>
                  <a:pt x="6385056" y="2837755"/>
                </a:lnTo>
                <a:close/>
                <a:moveTo>
                  <a:pt x="6621485" y="2837755"/>
                </a:moveTo>
                <a:lnTo>
                  <a:pt x="6621485" y="3074270"/>
                </a:lnTo>
                <a:lnTo>
                  <a:pt x="6858000" y="3074270"/>
                </a:lnTo>
                <a:lnTo>
                  <a:pt x="6858000" y="2837755"/>
                </a:lnTo>
                <a:lnTo>
                  <a:pt x="6621485" y="2837755"/>
                </a:lnTo>
                <a:close/>
                <a:moveTo>
                  <a:pt x="1655350" y="3074270"/>
                </a:moveTo>
                <a:lnTo>
                  <a:pt x="1655350" y="3310785"/>
                </a:lnTo>
                <a:lnTo>
                  <a:pt x="1891865" y="3310785"/>
                </a:lnTo>
                <a:lnTo>
                  <a:pt x="1891865" y="3074270"/>
                </a:lnTo>
                <a:lnTo>
                  <a:pt x="1655350" y="3074270"/>
                </a:lnTo>
                <a:close/>
                <a:moveTo>
                  <a:pt x="1891865" y="3074270"/>
                </a:moveTo>
                <a:lnTo>
                  <a:pt x="1891865" y="3310785"/>
                </a:lnTo>
                <a:lnTo>
                  <a:pt x="2128380" y="3310785"/>
                </a:lnTo>
                <a:lnTo>
                  <a:pt x="2128380" y="3074270"/>
                </a:lnTo>
                <a:lnTo>
                  <a:pt x="1891865" y="3074270"/>
                </a:lnTo>
                <a:close/>
                <a:moveTo>
                  <a:pt x="2128380" y="3074270"/>
                </a:moveTo>
                <a:lnTo>
                  <a:pt x="2128380" y="3310785"/>
                </a:lnTo>
                <a:lnTo>
                  <a:pt x="2364810" y="3310785"/>
                </a:lnTo>
                <a:lnTo>
                  <a:pt x="2364810" y="3074270"/>
                </a:lnTo>
                <a:lnTo>
                  <a:pt x="2128380" y="3074270"/>
                </a:lnTo>
                <a:close/>
                <a:moveTo>
                  <a:pt x="2364810" y="3074270"/>
                </a:moveTo>
                <a:lnTo>
                  <a:pt x="2364810" y="3310785"/>
                </a:lnTo>
                <a:lnTo>
                  <a:pt x="2601325" y="3310785"/>
                </a:lnTo>
                <a:lnTo>
                  <a:pt x="2601325" y="3074270"/>
                </a:lnTo>
                <a:lnTo>
                  <a:pt x="2364810" y="3074270"/>
                </a:lnTo>
                <a:close/>
                <a:moveTo>
                  <a:pt x="2601325" y="3074270"/>
                </a:moveTo>
                <a:lnTo>
                  <a:pt x="2601325" y="3310785"/>
                </a:lnTo>
                <a:lnTo>
                  <a:pt x="2837755" y="3310785"/>
                </a:lnTo>
                <a:lnTo>
                  <a:pt x="2837755" y="3074270"/>
                </a:lnTo>
                <a:lnTo>
                  <a:pt x="2601325" y="3074270"/>
                </a:lnTo>
                <a:close/>
                <a:moveTo>
                  <a:pt x="2837755" y="3074270"/>
                </a:moveTo>
                <a:lnTo>
                  <a:pt x="2837755" y="3310785"/>
                </a:lnTo>
                <a:lnTo>
                  <a:pt x="3074270" y="3310785"/>
                </a:lnTo>
                <a:lnTo>
                  <a:pt x="3074270" y="3074270"/>
                </a:lnTo>
                <a:lnTo>
                  <a:pt x="2837755" y="3074270"/>
                </a:lnTo>
                <a:close/>
                <a:moveTo>
                  <a:pt x="3074270" y="3074270"/>
                </a:moveTo>
                <a:lnTo>
                  <a:pt x="3074270" y="3310785"/>
                </a:lnTo>
                <a:lnTo>
                  <a:pt x="3310785" y="3310785"/>
                </a:lnTo>
                <a:lnTo>
                  <a:pt x="3310785" y="3074270"/>
                </a:lnTo>
                <a:lnTo>
                  <a:pt x="3074270" y="3074270"/>
                </a:lnTo>
                <a:close/>
                <a:moveTo>
                  <a:pt x="3310785" y="3074270"/>
                </a:moveTo>
                <a:lnTo>
                  <a:pt x="3310785" y="3310785"/>
                </a:lnTo>
                <a:lnTo>
                  <a:pt x="3547215" y="3310785"/>
                </a:lnTo>
                <a:lnTo>
                  <a:pt x="3547215" y="3074270"/>
                </a:lnTo>
                <a:lnTo>
                  <a:pt x="3310785" y="3074270"/>
                </a:lnTo>
                <a:close/>
                <a:moveTo>
                  <a:pt x="4020245" y="3074270"/>
                </a:moveTo>
                <a:lnTo>
                  <a:pt x="4020245" y="3310785"/>
                </a:lnTo>
                <a:lnTo>
                  <a:pt x="4256675" y="3310785"/>
                </a:lnTo>
                <a:lnTo>
                  <a:pt x="4256675" y="3074270"/>
                </a:lnTo>
                <a:lnTo>
                  <a:pt x="4020245" y="3074270"/>
                </a:lnTo>
                <a:close/>
                <a:moveTo>
                  <a:pt x="4729620" y="3074270"/>
                </a:moveTo>
                <a:lnTo>
                  <a:pt x="4729620" y="3310785"/>
                </a:lnTo>
                <a:lnTo>
                  <a:pt x="4966135" y="3310785"/>
                </a:lnTo>
                <a:lnTo>
                  <a:pt x="4966135" y="3074270"/>
                </a:lnTo>
                <a:lnTo>
                  <a:pt x="4729620" y="3074270"/>
                </a:lnTo>
                <a:close/>
                <a:moveTo>
                  <a:pt x="5675595" y="3074270"/>
                </a:moveTo>
                <a:lnTo>
                  <a:pt x="5675595" y="3310785"/>
                </a:lnTo>
                <a:lnTo>
                  <a:pt x="5912110" y="3310785"/>
                </a:lnTo>
                <a:lnTo>
                  <a:pt x="5912110" y="3074270"/>
                </a:lnTo>
                <a:lnTo>
                  <a:pt x="5675595" y="3074270"/>
                </a:lnTo>
                <a:close/>
                <a:moveTo>
                  <a:pt x="6148540" y="3074270"/>
                </a:moveTo>
                <a:lnTo>
                  <a:pt x="6148540" y="3310785"/>
                </a:lnTo>
                <a:lnTo>
                  <a:pt x="6385056" y="3310785"/>
                </a:lnTo>
                <a:lnTo>
                  <a:pt x="6385056" y="3074270"/>
                </a:lnTo>
                <a:lnTo>
                  <a:pt x="6148540" y="3074270"/>
                </a:lnTo>
                <a:close/>
                <a:moveTo>
                  <a:pt x="6385056" y="3074270"/>
                </a:moveTo>
                <a:lnTo>
                  <a:pt x="6385056" y="3310785"/>
                </a:lnTo>
                <a:lnTo>
                  <a:pt x="6621485" y="3310785"/>
                </a:lnTo>
                <a:lnTo>
                  <a:pt x="6621485" y="3074270"/>
                </a:lnTo>
                <a:lnTo>
                  <a:pt x="6385056" y="3074270"/>
                </a:lnTo>
                <a:close/>
                <a:moveTo>
                  <a:pt x="6621485" y="3074270"/>
                </a:moveTo>
                <a:lnTo>
                  <a:pt x="6621485" y="3310785"/>
                </a:lnTo>
                <a:lnTo>
                  <a:pt x="6858000" y="3310785"/>
                </a:lnTo>
                <a:lnTo>
                  <a:pt x="6858000" y="3074270"/>
                </a:lnTo>
                <a:lnTo>
                  <a:pt x="6621485" y="3074270"/>
                </a:lnTo>
                <a:close/>
                <a:moveTo>
                  <a:pt x="945890" y="3310785"/>
                </a:moveTo>
                <a:lnTo>
                  <a:pt x="945890" y="3547215"/>
                </a:lnTo>
                <a:lnTo>
                  <a:pt x="1182405" y="3547215"/>
                </a:lnTo>
                <a:lnTo>
                  <a:pt x="1182405" y="3310785"/>
                </a:lnTo>
                <a:lnTo>
                  <a:pt x="945890" y="3310785"/>
                </a:lnTo>
                <a:close/>
                <a:moveTo>
                  <a:pt x="1418920" y="3310785"/>
                </a:moveTo>
                <a:lnTo>
                  <a:pt x="1418920" y="3547215"/>
                </a:lnTo>
                <a:lnTo>
                  <a:pt x="1655350" y="3547215"/>
                </a:lnTo>
                <a:lnTo>
                  <a:pt x="1655350" y="3310785"/>
                </a:lnTo>
                <a:lnTo>
                  <a:pt x="1418920" y="3310785"/>
                </a:lnTo>
                <a:close/>
                <a:moveTo>
                  <a:pt x="3074270" y="3310785"/>
                </a:moveTo>
                <a:lnTo>
                  <a:pt x="3074270" y="3547215"/>
                </a:lnTo>
                <a:lnTo>
                  <a:pt x="3310785" y="3547215"/>
                </a:lnTo>
                <a:lnTo>
                  <a:pt x="3310785" y="3310785"/>
                </a:lnTo>
                <a:lnTo>
                  <a:pt x="3074270" y="3310785"/>
                </a:lnTo>
                <a:close/>
                <a:moveTo>
                  <a:pt x="3783730" y="3310785"/>
                </a:moveTo>
                <a:lnTo>
                  <a:pt x="3783730" y="3547215"/>
                </a:lnTo>
                <a:lnTo>
                  <a:pt x="4020245" y="3547215"/>
                </a:lnTo>
                <a:lnTo>
                  <a:pt x="4020245" y="3310785"/>
                </a:lnTo>
                <a:lnTo>
                  <a:pt x="3783730" y="3310785"/>
                </a:lnTo>
                <a:close/>
                <a:moveTo>
                  <a:pt x="4020245" y="3310785"/>
                </a:moveTo>
                <a:lnTo>
                  <a:pt x="4020245" y="3547215"/>
                </a:lnTo>
                <a:lnTo>
                  <a:pt x="4256675" y="3547215"/>
                </a:lnTo>
                <a:lnTo>
                  <a:pt x="4256675" y="3310785"/>
                </a:lnTo>
                <a:lnTo>
                  <a:pt x="4020245" y="3310785"/>
                </a:lnTo>
                <a:close/>
                <a:moveTo>
                  <a:pt x="4493191" y="3310785"/>
                </a:moveTo>
                <a:lnTo>
                  <a:pt x="4493191" y="3547215"/>
                </a:lnTo>
                <a:lnTo>
                  <a:pt x="4729620" y="3547215"/>
                </a:lnTo>
                <a:lnTo>
                  <a:pt x="4729620" y="3310785"/>
                </a:lnTo>
                <a:lnTo>
                  <a:pt x="4493191" y="3310785"/>
                </a:lnTo>
                <a:close/>
                <a:moveTo>
                  <a:pt x="4729620" y="3310785"/>
                </a:moveTo>
                <a:lnTo>
                  <a:pt x="4729620" y="3547215"/>
                </a:lnTo>
                <a:lnTo>
                  <a:pt x="4966135" y="3547215"/>
                </a:lnTo>
                <a:lnTo>
                  <a:pt x="4966135" y="3310785"/>
                </a:lnTo>
                <a:lnTo>
                  <a:pt x="4729620" y="3310785"/>
                </a:lnTo>
                <a:close/>
                <a:moveTo>
                  <a:pt x="4966135" y="3310785"/>
                </a:moveTo>
                <a:lnTo>
                  <a:pt x="4966135" y="3547215"/>
                </a:lnTo>
                <a:lnTo>
                  <a:pt x="5202651" y="3547215"/>
                </a:lnTo>
                <a:lnTo>
                  <a:pt x="5202651" y="3310785"/>
                </a:lnTo>
                <a:lnTo>
                  <a:pt x="4966135" y="3310785"/>
                </a:lnTo>
                <a:close/>
                <a:moveTo>
                  <a:pt x="5202651" y="3310785"/>
                </a:moveTo>
                <a:lnTo>
                  <a:pt x="5202651" y="3547215"/>
                </a:lnTo>
                <a:lnTo>
                  <a:pt x="5439080" y="3547215"/>
                </a:lnTo>
                <a:lnTo>
                  <a:pt x="5439080" y="3310785"/>
                </a:lnTo>
                <a:lnTo>
                  <a:pt x="5202651" y="3310785"/>
                </a:lnTo>
                <a:close/>
                <a:moveTo>
                  <a:pt x="5439080" y="3310785"/>
                </a:moveTo>
                <a:lnTo>
                  <a:pt x="5439080" y="3547215"/>
                </a:lnTo>
                <a:lnTo>
                  <a:pt x="5675595" y="3547215"/>
                </a:lnTo>
                <a:lnTo>
                  <a:pt x="5675595" y="3310785"/>
                </a:lnTo>
                <a:lnTo>
                  <a:pt x="5439080" y="3310785"/>
                </a:lnTo>
                <a:close/>
                <a:moveTo>
                  <a:pt x="5675595" y="3310785"/>
                </a:moveTo>
                <a:lnTo>
                  <a:pt x="5675595" y="3547215"/>
                </a:lnTo>
                <a:lnTo>
                  <a:pt x="5912110" y="3547215"/>
                </a:lnTo>
                <a:lnTo>
                  <a:pt x="5912110" y="3310785"/>
                </a:lnTo>
                <a:lnTo>
                  <a:pt x="5675595" y="3310785"/>
                </a:lnTo>
                <a:close/>
                <a:moveTo>
                  <a:pt x="6385056" y="3310785"/>
                </a:moveTo>
                <a:lnTo>
                  <a:pt x="6385056" y="3547215"/>
                </a:lnTo>
                <a:lnTo>
                  <a:pt x="6621485" y="3547215"/>
                </a:lnTo>
                <a:lnTo>
                  <a:pt x="6621485" y="3310785"/>
                </a:lnTo>
                <a:lnTo>
                  <a:pt x="6385056" y="3310785"/>
                </a:lnTo>
                <a:close/>
                <a:moveTo>
                  <a:pt x="6621485" y="3310785"/>
                </a:moveTo>
                <a:lnTo>
                  <a:pt x="6621485" y="3547215"/>
                </a:lnTo>
                <a:lnTo>
                  <a:pt x="6858000" y="3547215"/>
                </a:lnTo>
                <a:lnTo>
                  <a:pt x="6858000" y="3310785"/>
                </a:lnTo>
                <a:lnTo>
                  <a:pt x="6621485" y="3310785"/>
                </a:lnTo>
                <a:close/>
                <a:moveTo>
                  <a:pt x="0" y="3547215"/>
                </a:moveTo>
                <a:lnTo>
                  <a:pt x="0" y="3783730"/>
                </a:lnTo>
                <a:lnTo>
                  <a:pt x="236515" y="3783730"/>
                </a:lnTo>
                <a:lnTo>
                  <a:pt x="236515" y="3547215"/>
                </a:lnTo>
                <a:lnTo>
                  <a:pt x="0" y="3547215"/>
                </a:lnTo>
                <a:close/>
                <a:moveTo>
                  <a:pt x="472945" y="3547215"/>
                </a:moveTo>
                <a:lnTo>
                  <a:pt x="472945" y="3783730"/>
                </a:lnTo>
                <a:lnTo>
                  <a:pt x="709460" y="3783730"/>
                </a:lnTo>
                <a:lnTo>
                  <a:pt x="709460" y="3547215"/>
                </a:lnTo>
                <a:lnTo>
                  <a:pt x="472945" y="3547215"/>
                </a:lnTo>
                <a:close/>
                <a:moveTo>
                  <a:pt x="945890" y="3547215"/>
                </a:moveTo>
                <a:lnTo>
                  <a:pt x="945890" y="3783730"/>
                </a:lnTo>
                <a:lnTo>
                  <a:pt x="1182405" y="3783730"/>
                </a:lnTo>
                <a:lnTo>
                  <a:pt x="1182405" y="3547215"/>
                </a:lnTo>
                <a:lnTo>
                  <a:pt x="945890" y="3547215"/>
                </a:lnTo>
                <a:close/>
                <a:moveTo>
                  <a:pt x="1182405" y="3547215"/>
                </a:moveTo>
                <a:lnTo>
                  <a:pt x="1182405" y="3783730"/>
                </a:lnTo>
                <a:lnTo>
                  <a:pt x="1418920" y="3783730"/>
                </a:lnTo>
                <a:lnTo>
                  <a:pt x="1418920" y="3547215"/>
                </a:lnTo>
                <a:lnTo>
                  <a:pt x="1182405" y="3547215"/>
                </a:lnTo>
                <a:close/>
                <a:moveTo>
                  <a:pt x="1655350" y="3547215"/>
                </a:moveTo>
                <a:lnTo>
                  <a:pt x="1655350" y="3783730"/>
                </a:lnTo>
                <a:lnTo>
                  <a:pt x="1891865" y="3783730"/>
                </a:lnTo>
                <a:lnTo>
                  <a:pt x="1891865" y="3547215"/>
                </a:lnTo>
                <a:lnTo>
                  <a:pt x="1655350" y="3547215"/>
                </a:lnTo>
                <a:close/>
                <a:moveTo>
                  <a:pt x="2364810" y="3547215"/>
                </a:moveTo>
                <a:lnTo>
                  <a:pt x="2364810" y="3783730"/>
                </a:lnTo>
                <a:lnTo>
                  <a:pt x="2601325" y="3783730"/>
                </a:lnTo>
                <a:lnTo>
                  <a:pt x="2601325" y="3547215"/>
                </a:lnTo>
                <a:lnTo>
                  <a:pt x="2364810" y="3547215"/>
                </a:lnTo>
                <a:close/>
                <a:moveTo>
                  <a:pt x="2601325" y="3547215"/>
                </a:moveTo>
                <a:lnTo>
                  <a:pt x="2601325" y="3783730"/>
                </a:lnTo>
                <a:lnTo>
                  <a:pt x="2837755" y="3783730"/>
                </a:lnTo>
                <a:lnTo>
                  <a:pt x="2837755" y="3547215"/>
                </a:lnTo>
                <a:lnTo>
                  <a:pt x="2601325" y="3547215"/>
                </a:lnTo>
                <a:close/>
                <a:moveTo>
                  <a:pt x="3074270" y="3547215"/>
                </a:moveTo>
                <a:lnTo>
                  <a:pt x="3074270" y="3783730"/>
                </a:lnTo>
                <a:lnTo>
                  <a:pt x="3310785" y="3783730"/>
                </a:lnTo>
                <a:lnTo>
                  <a:pt x="3310785" y="3547215"/>
                </a:lnTo>
                <a:lnTo>
                  <a:pt x="3074270" y="3547215"/>
                </a:lnTo>
                <a:close/>
                <a:moveTo>
                  <a:pt x="3310785" y="3547215"/>
                </a:moveTo>
                <a:lnTo>
                  <a:pt x="3310785" y="3783730"/>
                </a:lnTo>
                <a:lnTo>
                  <a:pt x="3547215" y="3783730"/>
                </a:lnTo>
                <a:lnTo>
                  <a:pt x="3547215" y="3547215"/>
                </a:lnTo>
                <a:lnTo>
                  <a:pt x="3310785" y="3547215"/>
                </a:lnTo>
                <a:close/>
                <a:moveTo>
                  <a:pt x="3783730" y="3547215"/>
                </a:moveTo>
                <a:lnTo>
                  <a:pt x="3783730" y="3783730"/>
                </a:lnTo>
                <a:lnTo>
                  <a:pt x="4020245" y="3783730"/>
                </a:lnTo>
                <a:lnTo>
                  <a:pt x="4020245" y="3547215"/>
                </a:lnTo>
                <a:lnTo>
                  <a:pt x="3783730" y="3547215"/>
                </a:lnTo>
                <a:close/>
                <a:moveTo>
                  <a:pt x="4020245" y="3547215"/>
                </a:moveTo>
                <a:lnTo>
                  <a:pt x="4020245" y="3783730"/>
                </a:lnTo>
                <a:lnTo>
                  <a:pt x="4256675" y="3783730"/>
                </a:lnTo>
                <a:lnTo>
                  <a:pt x="4256675" y="3547215"/>
                </a:lnTo>
                <a:lnTo>
                  <a:pt x="4020245" y="3547215"/>
                </a:lnTo>
                <a:close/>
                <a:moveTo>
                  <a:pt x="4256675" y="3547215"/>
                </a:moveTo>
                <a:lnTo>
                  <a:pt x="4256675" y="3783730"/>
                </a:lnTo>
                <a:lnTo>
                  <a:pt x="4493191" y="3783730"/>
                </a:lnTo>
                <a:lnTo>
                  <a:pt x="4493191" y="3547215"/>
                </a:lnTo>
                <a:lnTo>
                  <a:pt x="4256675" y="3547215"/>
                </a:lnTo>
                <a:close/>
                <a:moveTo>
                  <a:pt x="4493191" y="3547215"/>
                </a:moveTo>
                <a:lnTo>
                  <a:pt x="4493191" y="3783730"/>
                </a:lnTo>
                <a:lnTo>
                  <a:pt x="4729620" y="3783730"/>
                </a:lnTo>
                <a:lnTo>
                  <a:pt x="4729620" y="3547215"/>
                </a:lnTo>
                <a:lnTo>
                  <a:pt x="4493191" y="3547215"/>
                </a:lnTo>
                <a:close/>
                <a:moveTo>
                  <a:pt x="4729620" y="3547215"/>
                </a:moveTo>
                <a:lnTo>
                  <a:pt x="4729620" y="3783730"/>
                </a:lnTo>
                <a:lnTo>
                  <a:pt x="4966135" y="3783730"/>
                </a:lnTo>
                <a:lnTo>
                  <a:pt x="4966135" y="3547215"/>
                </a:lnTo>
                <a:lnTo>
                  <a:pt x="4729620" y="3547215"/>
                </a:lnTo>
                <a:close/>
                <a:moveTo>
                  <a:pt x="4966135" y="3547215"/>
                </a:moveTo>
                <a:lnTo>
                  <a:pt x="4966135" y="3783730"/>
                </a:lnTo>
                <a:lnTo>
                  <a:pt x="5202651" y="3783730"/>
                </a:lnTo>
                <a:lnTo>
                  <a:pt x="5202651" y="3547215"/>
                </a:lnTo>
                <a:lnTo>
                  <a:pt x="4966135" y="3547215"/>
                </a:lnTo>
                <a:close/>
                <a:moveTo>
                  <a:pt x="5202651" y="3547215"/>
                </a:moveTo>
                <a:lnTo>
                  <a:pt x="5202651" y="3783730"/>
                </a:lnTo>
                <a:lnTo>
                  <a:pt x="5439080" y="3783730"/>
                </a:lnTo>
                <a:lnTo>
                  <a:pt x="5439080" y="3547215"/>
                </a:lnTo>
                <a:lnTo>
                  <a:pt x="5202651" y="3547215"/>
                </a:lnTo>
                <a:close/>
                <a:moveTo>
                  <a:pt x="5439080" y="3547215"/>
                </a:moveTo>
                <a:lnTo>
                  <a:pt x="5439080" y="3783730"/>
                </a:lnTo>
                <a:lnTo>
                  <a:pt x="5675595" y="3783730"/>
                </a:lnTo>
                <a:lnTo>
                  <a:pt x="5675595" y="3547215"/>
                </a:lnTo>
                <a:lnTo>
                  <a:pt x="5439080" y="3547215"/>
                </a:lnTo>
                <a:close/>
                <a:moveTo>
                  <a:pt x="5912110" y="3547215"/>
                </a:moveTo>
                <a:lnTo>
                  <a:pt x="5912110" y="3783730"/>
                </a:lnTo>
                <a:lnTo>
                  <a:pt x="6148540" y="3783730"/>
                </a:lnTo>
                <a:lnTo>
                  <a:pt x="6148540" y="3547215"/>
                </a:lnTo>
                <a:lnTo>
                  <a:pt x="5912110" y="3547215"/>
                </a:lnTo>
                <a:close/>
                <a:moveTo>
                  <a:pt x="6148540" y="3547215"/>
                </a:moveTo>
                <a:lnTo>
                  <a:pt x="6148540" y="3783730"/>
                </a:lnTo>
                <a:lnTo>
                  <a:pt x="6385056" y="3783730"/>
                </a:lnTo>
                <a:lnTo>
                  <a:pt x="6385056" y="3547215"/>
                </a:lnTo>
                <a:lnTo>
                  <a:pt x="6148540" y="3547215"/>
                </a:lnTo>
                <a:close/>
                <a:moveTo>
                  <a:pt x="6385056" y="3547215"/>
                </a:moveTo>
                <a:lnTo>
                  <a:pt x="6385056" y="3783730"/>
                </a:lnTo>
                <a:lnTo>
                  <a:pt x="6621485" y="3783730"/>
                </a:lnTo>
                <a:lnTo>
                  <a:pt x="6621485" y="3547215"/>
                </a:lnTo>
                <a:lnTo>
                  <a:pt x="6385056" y="3547215"/>
                </a:lnTo>
                <a:close/>
                <a:moveTo>
                  <a:pt x="6621485" y="3547215"/>
                </a:moveTo>
                <a:lnTo>
                  <a:pt x="6621485" y="3783730"/>
                </a:lnTo>
                <a:lnTo>
                  <a:pt x="6858000" y="3783730"/>
                </a:lnTo>
                <a:lnTo>
                  <a:pt x="6858000" y="3547215"/>
                </a:lnTo>
                <a:lnTo>
                  <a:pt x="6621485" y="3547215"/>
                </a:lnTo>
                <a:close/>
                <a:moveTo>
                  <a:pt x="0" y="3783730"/>
                </a:moveTo>
                <a:lnTo>
                  <a:pt x="0" y="4020245"/>
                </a:lnTo>
                <a:lnTo>
                  <a:pt x="236515" y="4020245"/>
                </a:lnTo>
                <a:lnTo>
                  <a:pt x="236515" y="3783730"/>
                </a:lnTo>
                <a:lnTo>
                  <a:pt x="0" y="3783730"/>
                </a:lnTo>
                <a:close/>
                <a:moveTo>
                  <a:pt x="236515" y="3783730"/>
                </a:moveTo>
                <a:lnTo>
                  <a:pt x="236515" y="4020245"/>
                </a:lnTo>
                <a:lnTo>
                  <a:pt x="472945" y="4020245"/>
                </a:lnTo>
                <a:lnTo>
                  <a:pt x="472945" y="3783730"/>
                </a:lnTo>
                <a:lnTo>
                  <a:pt x="236515" y="3783730"/>
                </a:lnTo>
                <a:close/>
                <a:moveTo>
                  <a:pt x="472945" y="3783730"/>
                </a:moveTo>
                <a:lnTo>
                  <a:pt x="472945" y="4020245"/>
                </a:lnTo>
                <a:lnTo>
                  <a:pt x="709460" y="4020245"/>
                </a:lnTo>
                <a:lnTo>
                  <a:pt x="709460" y="3783730"/>
                </a:lnTo>
                <a:lnTo>
                  <a:pt x="472945" y="3783730"/>
                </a:lnTo>
                <a:close/>
                <a:moveTo>
                  <a:pt x="709460" y="3783730"/>
                </a:moveTo>
                <a:lnTo>
                  <a:pt x="709460" y="4020245"/>
                </a:lnTo>
                <a:lnTo>
                  <a:pt x="945890" y="4020245"/>
                </a:lnTo>
                <a:lnTo>
                  <a:pt x="945890" y="3783730"/>
                </a:lnTo>
                <a:lnTo>
                  <a:pt x="709460" y="3783730"/>
                </a:lnTo>
                <a:close/>
                <a:moveTo>
                  <a:pt x="945890" y="3783730"/>
                </a:moveTo>
                <a:lnTo>
                  <a:pt x="945890" y="4020245"/>
                </a:lnTo>
                <a:lnTo>
                  <a:pt x="1182405" y="4020245"/>
                </a:lnTo>
                <a:lnTo>
                  <a:pt x="1182405" y="3783730"/>
                </a:lnTo>
                <a:lnTo>
                  <a:pt x="945890" y="3783730"/>
                </a:lnTo>
                <a:close/>
                <a:moveTo>
                  <a:pt x="1182405" y="3783730"/>
                </a:moveTo>
                <a:lnTo>
                  <a:pt x="1182405" y="4020245"/>
                </a:lnTo>
                <a:lnTo>
                  <a:pt x="1418920" y="4020245"/>
                </a:lnTo>
                <a:lnTo>
                  <a:pt x="1418920" y="3783730"/>
                </a:lnTo>
                <a:lnTo>
                  <a:pt x="1182405" y="3783730"/>
                </a:lnTo>
                <a:close/>
                <a:moveTo>
                  <a:pt x="1418920" y="3783730"/>
                </a:moveTo>
                <a:lnTo>
                  <a:pt x="1418920" y="4020245"/>
                </a:lnTo>
                <a:lnTo>
                  <a:pt x="1655350" y="4020245"/>
                </a:lnTo>
                <a:lnTo>
                  <a:pt x="1655350" y="3783730"/>
                </a:lnTo>
                <a:lnTo>
                  <a:pt x="1418920" y="3783730"/>
                </a:lnTo>
                <a:close/>
                <a:moveTo>
                  <a:pt x="1655350" y="3783730"/>
                </a:moveTo>
                <a:lnTo>
                  <a:pt x="1655350" y="4020245"/>
                </a:lnTo>
                <a:lnTo>
                  <a:pt x="1891865" y="4020245"/>
                </a:lnTo>
                <a:lnTo>
                  <a:pt x="1891865" y="3783730"/>
                </a:lnTo>
                <a:lnTo>
                  <a:pt x="1655350" y="3783730"/>
                </a:lnTo>
                <a:close/>
                <a:moveTo>
                  <a:pt x="1891865" y="3783730"/>
                </a:moveTo>
                <a:lnTo>
                  <a:pt x="1891865" y="4020245"/>
                </a:lnTo>
                <a:lnTo>
                  <a:pt x="2128380" y="4020245"/>
                </a:lnTo>
                <a:lnTo>
                  <a:pt x="2128380" y="3783730"/>
                </a:lnTo>
                <a:lnTo>
                  <a:pt x="1891865" y="3783730"/>
                </a:lnTo>
                <a:close/>
                <a:moveTo>
                  <a:pt x="2128380" y="3783730"/>
                </a:moveTo>
                <a:lnTo>
                  <a:pt x="2128380" y="4020245"/>
                </a:lnTo>
                <a:lnTo>
                  <a:pt x="2364810" y="4020245"/>
                </a:lnTo>
                <a:lnTo>
                  <a:pt x="2364810" y="3783730"/>
                </a:lnTo>
                <a:lnTo>
                  <a:pt x="2128380" y="3783730"/>
                </a:lnTo>
                <a:close/>
                <a:moveTo>
                  <a:pt x="2364810" y="3783730"/>
                </a:moveTo>
                <a:lnTo>
                  <a:pt x="2364810" y="4020245"/>
                </a:lnTo>
                <a:lnTo>
                  <a:pt x="2601325" y="4020245"/>
                </a:lnTo>
                <a:lnTo>
                  <a:pt x="2601325" y="3783730"/>
                </a:lnTo>
                <a:lnTo>
                  <a:pt x="2364810" y="3783730"/>
                </a:lnTo>
                <a:close/>
                <a:moveTo>
                  <a:pt x="2837755" y="3783730"/>
                </a:moveTo>
                <a:lnTo>
                  <a:pt x="2837755" y="4020245"/>
                </a:lnTo>
                <a:lnTo>
                  <a:pt x="3074270" y="4020245"/>
                </a:lnTo>
                <a:lnTo>
                  <a:pt x="3074270" y="3783730"/>
                </a:lnTo>
                <a:lnTo>
                  <a:pt x="2837755" y="3783730"/>
                </a:lnTo>
                <a:close/>
                <a:moveTo>
                  <a:pt x="4256675" y="3783730"/>
                </a:moveTo>
                <a:lnTo>
                  <a:pt x="4256675" y="4020245"/>
                </a:lnTo>
                <a:lnTo>
                  <a:pt x="4493191" y="4020245"/>
                </a:lnTo>
                <a:lnTo>
                  <a:pt x="4493191" y="3783730"/>
                </a:lnTo>
                <a:lnTo>
                  <a:pt x="4256675" y="3783730"/>
                </a:lnTo>
                <a:close/>
                <a:moveTo>
                  <a:pt x="4729620" y="3783730"/>
                </a:moveTo>
                <a:lnTo>
                  <a:pt x="4729620" y="4020245"/>
                </a:lnTo>
                <a:lnTo>
                  <a:pt x="4966135" y="4020245"/>
                </a:lnTo>
                <a:lnTo>
                  <a:pt x="4966135" y="3783730"/>
                </a:lnTo>
                <a:lnTo>
                  <a:pt x="4729620" y="3783730"/>
                </a:lnTo>
                <a:close/>
                <a:moveTo>
                  <a:pt x="5675595" y="3783730"/>
                </a:moveTo>
                <a:lnTo>
                  <a:pt x="5675595" y="4020245"/>
                </a:lnTo>
                <a:lnTo>
                  <a:pt x="5912110" y="4020245"/>
                </a:lnTo>
                <a:lnTo>
                  <a:pt x="5912110" y="3783730"/>
                </a:lnTo>
                <a:lnTo>
                  <a:pt x="5675595" y="3783730"/>
                </a:lnTo>
                <a:close/>
                <a:moveTo>
                  <a:pt x="6385056" y="3783730"/>
                </a:moveTo>
                <a:lnTo>
                  <a:pt x="6385056" y="4020245"/>
                </a:lnTo>
                <a:lnTo>
                  <a:pt x="6621485" y="4020245"/>
                </a:lnTo>
                <a:lnTo>
                  <a:pt x="6621485" y="3783730"/>
                </a:lnTo>
                <a:lnTo>
                  <a:pt x="6385056" y="3783730"/>
                </a:lnTo>
                <a:close/>
                <a:moveTo>
                  <a:pt x="6621485" y="3783730"/>
                </a:moveTo>
                <a:lnTo>
                  <a:pt x="6621485" y="4020245"/>
                </a:lnTo>
                <a:lnTo>
                  <a:pt x="6858000" y="4020245"/>
                </a:lnTo>
                <a:lnTo>
                  <a:pt x="6858000" y="3783730"/>
                </a:lnTo>
                <a:lnTo>
                  <a:pt x="6621485" y="3783730"/>
                </a:lnTo>
                <a:close/>
                <a:moveTo>
                  <a:pt x="0" y="4020245"/>
                </a:moveTo>
                <a:lnTo>
                  <a:pt x="0" y="4256675"/>
                </a:lnTo>
                <a:lnTo>
                  <a:pt x="236515" y="4256675"/>
                </a:lnTo>
                <a:lnTo>
                  <a:pt x="236515" y="4020245"/>
                </a:lnTo>
                <a:lnTo>
                  <a:pt x="0" y="4020245"/>
                </a:lnTo>
                <a:close/>
                <a:moveTo>
                  <a:pt x="236515" y="4020245"/>
                </a:moveTo>
                <a:lnTo>
                  <a:pt x="236515" y="4256675"/>
                </a:lnTo>
                <a:lnTo>
                  <a:pt x="472945" y="4256675"/>
                </a:lnTo>
                <a:lnTo>
                  <a:pt x="472945" y="4020245"/>
                </a:lnTo>
                <a:lnTo>
                  <a:pt x="236515" y="4020245"/>
                </a:lnTo>
                <a:close/>
                <a:moveTo>
                  <a:pt x="709460" y="4020245"/>
                </a:moveTo>
                <a:lnTo>
                  <a:pt x="709460" y="4256675"/>
                </a:lnTo>
                <a:lnTo>
                  <a:pt x="945890" y="4256675"/>
                </a:lnTo>
                <a:lnTo>
                  <a:pt x="945890" y="4020245"/>
                </a:lnTo>
                <a:lnTo>
                  <a:pt x="709460" y="4020245"/>
                </a:lnTo>
                <a:close/>
                <a:moveTo>
                  <a:pt x="945890" y="4020245"/>
                </a:moveTo>
                <a:lnTo>
                  <a:pt x="945890" y="4256675"/>
                </a:lnTo>
                <a:lnTo>
                  <a:pt x="1182405" y="4256675"/>
                </a:lnTo>
                <a:lnTo>
                  <a:pt x="1182405" y="4020245"/>
                </a:lnTo>
                <a:lnTo>
                  <a:pt x="945890" y="4020245"/>
                </a:lnTo>
                <a:close/>
                <a:moveTo>
                  <a:pt x="1891865" y="4020245"/>
                </a:moveTo>
                <a:lnTo>
                  <a:pt x="1891865" y="4256675"/>
                </a:lnTo>
                <a:lnTo>
                  <a:pt x="2128380" y="4256675"/>
                </a:lnTo>
                <a:lnTo>
                  <a:pt x="2128380" y="4020245"/>
                </a:lnTo>
                <a:lnTo>
                  <a:pt x="1891865" y="4020245"/>
                </a:lnTo>
                <a:close/>
                <a:moveTo>
                  <a:pt x="2364810" y="4020245"/>
                </a:moveTo>
                <a:lnTo>
                  <a:pt x="2364810" y="4256675"/>
                </a:lnTo>
                <a:lnTo>
                  <a:pt x="2601325" y="4256675"/>
                </a:lnTo>
                <a:lnTo>
                  <a:pt x="2601325" y="4020245"/>
                </a:lnTo>
                <a:lnTo>
                  <a:pt x="2364810" y="4020245"/>
                </a:lnTo>
                <a:close/>
                <a:moveTo>
                  <a:pt x="2601325" y="4020245"/>
                </a:moveTo>
                <a:lnTo>
                  <a:pt x="2601325" y="4256675"/>
                </a:lnTo>
                <a:lnTo>
                  <a:pt x="2837755" y="4256675"/>
                </a:lnTo>
                <a:lnTo>
                  <a:pt x="2837755" y="4020245"/>
                </a:lnTo>
                <a:lnTo>
                  <a:pt x="2601325" y="4020245"/>
                </a:lnTo>
                <a:close/>
                <a:moveTo>
                  <a:pt x="3310785" y="4020245"/>
                </a:moveTo>
                <a:lnTo>
                  <a:pt x="3310785" y="4256675"/>
                </a:lnTo>
                <a:lnTo>
                  <a:pt x="3547215" y="4256675"/>
                </a:lnTo>
                <a:lnTo>
                  <a:pt x="3547215" y="4020245"/>
                </a:lnTo>
                <a:lnTo>
                  <a:pt x="3310785" y="4020245"/>
                </a:lnTo>
                <a:close/>
                <a:moveTo>
                  <a:pt x="4020245" y="4020245"/>
                </a:moveTo>
                <a:lnTo>
                  <a:pt x="4020245" y="4256675"/>
                </a:lnTo>
                <a:lnTo>
                  <a:pt x="4256675" y="4256675"/>
                </a:lnTo>
                <a:lnTo>
                  <a:pt x="4256675" y="4020245"/>
                </a:lnTo>
                <a:lnTo>
                  <a:pt x="4020245" y="4020245"/>
                </a:lnTo>
                <a:close/>
                <a:moveTo>
                  <a:pt x="4729620" y="4020245"/>
                </a:moveTo>
                <a:lnTo>
                  <a:pt x="4729620" y="4256675"/>
                </a:lnTo>
                <a:lnTo>
                  <a:pt x="4966135" y="4256675"/>
                </a:lnTo>
                <a:lnTo>
                  <a:pt x="4966135" y="4020245"/>
                </a:lnTo>
                <a:lnTo>
                  <a:pt x="4729620" y="4020245"/>
                </a:lnTo>
                <a:close/>
                <a:moveTo>
                  <a:pt x="5202651" y="4020245"/>
                </a:moveTo>
                <a:lnTo>
                  <a:pt x="5202651" y="4256675"/>
                </a:lnTo>
                <a:lnTo>
                  <a:pt x="5439080" y="4256675"/>
                </a:lnTo>
                <a:lnTo>
                  <a:pt x="5439080" y="4020245"/>
                </a:lnTo>
                <a:lnTo>
                  <a:pt x="5202651" y="4020245"/>
                </a:lnTo>
                <a:close/>
                <a:moveTo>
                  <a:pt x="5439080" y="4020245"/>
                </a:moveTo>
                <a:lnTo>
                  <a:pt x="5439080" y="4256675"/>
                </a:lnTo>
                <a:lnTo>
                  <a:pt x="5675595" y="4256675"/>
                </a:lnTo>
                <a:lnTo>
                  <a:pt x="5675595" y="4020245"/>
                </a:lnTo>
                <a:lnTo>
                  <a:pt x="5439080" y="4020245"/>
                </a:lnTo>
                <a:close/>
                <a:moveTo>
                  <a:pt x="5912110" y="4020245"/>
                </a:moveTo>
                <a:lnTo>
                  <a:pt x="5912110" y="4256675"/>
                </a:lnTo>
                <a:lnTo>
                  <a:pt x="6148540" y="4256675"/>
                </a:lnTo>
                <a:lnTo>
                  <a:pt x="6148540" y="4020245"/>
                </a:lnTo>
                <a:lnTo>
                  <a:pt x="5912110" y="4020245"/>
                </a:lnTo>
                <a:close/>
                <a:moveTo>
                  <a:pt x="0" y="4256675"/>
                </a:moveTo>
                <a:lnTo>
                  <a:pt x="0" y="4493191"/>
                </a:lnTo>
                <a:lnTo>
                  <a:pt x="236515" y="4493191"/>
                </a:lnTo>
                <a:lnTo>
                  <a:pt x="236515" y="4256675"/>
                </a:lnTo>
                <a:lnTo>
                  <a:pt x="0" y="4256675"/>
                </a:lnTo>
                <a:close/>
                <a:moveTo>
                  <a:pt x="236515" y="4256675"/>
                </a:moveTo>
                <a:lnTo>
                  <a:pt x="236515" y="4493191"/>
                </a:lnTo>
                <a:lnTo>
                  <a:pt x="472945" y="4493191"/>
                </a:lnTo>
                <a:lnTo>
                  <a:pt x="472945" y="4256675"/>
                </a:lnTo>
                <a:lnTo>
                  <a:pt x="236515" y="4256675"/>
                </a:lnTo>
                <a:close/>
                <a:moveTo>
                  <a:pt x="472945" y="4256675"/>
                </a:moveTo>
                <a:lnTo>
                  <a:pt x="472945" y="4493191"/>
                </a:lnTo>
                <a:lnTo>
                  <a:pt x="709460" y="4493191"/>
                </a:lnTo>
                <a:lnTo>
                  <a:pt x="709460" y="4256675"/>
                </a:lnTo>
                <a:lnTo>
                  <a:pt x="472945" y="4256675"/>
                </a:lnTo>
                <a:close/>
                <a:moveTo>
                  <a:pt x="1182405" y="4256675"/>
                </a:moveTo>
                <a:lnTo>
                  <a:pt x="1182405" y="4493191"/>
                </a:lnTo>
                <a:lnTo>
                  <a:pt x="1418920" y="4493191"/>
                </a:lnTo>
                <a:lnTo>
                  <a:pt x="1418920" y="4256675"/>
                </a:lnTo>
                <a:lnTo>
                  <a:pt x="1182405" y="4256675"/>
                </a:lnTo>
                <a:close/>
                <a:moveTo>
                  <a:pt x="1418920" y="4256675"/>
                </a:moveTo>
                <a:lnTo>
                  <a:pt x="1418920" y="4493191"/>
                </a:lnTo>
                <a:lnTo>
                  <a:pt x="1655350" y="4493191"/>
                </a:lnTo>
                <a:lnTo>
                  <a:pt x="1655350" y="4256675"/>
                </a:lnTo>
                <a:lnTo>
                  <a:pt x="1418920" y="4256675"/>
                </a:lnTo>
                <a:close/>
                <a:moveTo>
                  <a:pt x="1655350" y="4256675"/>
                </a:moveTo>
                <a:lnTo>
                  <a:pt x="1655350" y="4493191"/>
                </a:lnTo>
                <a:lnTo>
                  <a:pt x="1891865" y="4493191"/>
                </a:lnTo>
                <a:lnTo>
                  <a:pt x="1891865" y="4256675"/>
                </a:lnTo>
                <a:lnTo>
                  <a:pt x="1655350" y="4256675"/>
                </a:lnTo>
                <a:close/>
                <a:moveTo>
                  <a:pt x="3310785" y="4256675"/>
                </a:moveTo>
                <a:lnTo>
                  <a:pt x="3310785" y="4493191"/>
                </a:lnTo>
                <a:lnTo>
                  <a:pt x="3547215" y="4493191"/>
                </a:lnTo>
                <a:lnTo>
                  <a:pt x="3547215" y="4256675"/>
                </a:lnTo>
                <a:lnTo>
                  <a:pt x="3310785" y="4256675"/>
                </a:lnTo>
                <a:close/>
                <a:moveTo>
                  <a:pt x="4256675" y="4256675"/>
                </a:moveTo>
                <a:lnTo>
                  <a:pt x="4256675" y="4493191"/>
                </a:lnTo>
                <a:lnTo>
                  <a:pt x="4493191" y="4493191"/>
                </a:lnTo>
                <a:lnTo>
                  <a:pt x="4493191" y="4256675"/>
                </a:lnTo>
                <a:lnTo>
                  <a:pt x="4256675" y="4256675"/>
                </a:lnTo>
                <a:close/>
                <a:moveTo>
                  <a:pt x="4966135" y="4256675"/>
                </a:moveTo>
                <a:lnTo>
                  <a:pt x="4966135" y="4493191"/>
                </a:lnTo>
                <a:lnTo>
                  <a:pt x="5202651" y="4493191"/>
                </a:lnTo>
                <a:lnTo>
                  <a:pt x="5202651" y="4256675"/>
                </a:lnTo>
                <a:lnTo>
                  <a:pt x="4966135" y="4256675"/>
                </a:lnTo>
                <a:close/>
                <a:moveTo>
                  <a:pt x="5912110" y="4256675"/>
                </a:moveTo>
                <a:lnTo>
                  <a:pt x="5912110" y="4493191"/>
                </a:lnTo>
                <a:lnTo>
                  <a:pt x="6148540" y="4493191"/>
                </a:lnTo>
                <a:lnTo>
                  <a:pt x="6148540" y="4256675"/>
                </a:lnTo>
                <a:lnTo>
                  <a:pt x="5912110" y="4256675"/>
                </a:lnTo>
                <a:close/>
                <a:moveTo>
                  <a:pt x="6385056" y="4256675"/>
                </a:moveTo>
                <a:lnTo>
                  <a:pt x="6385056" y="4493191"/>
                </a:lnTo>
                <a:lnTo>
                  <a:pt x="6621485" y="4493191"/>
                </a:lnTo>
                <a:lnTo>
                  <a:pt x="6621485" y="4256675"/>
                </a:lnTo>
                <a:lnTo>
                  <a:pt x="6385056" y="4256675"/>
                </a:lnTo>
                <a:close/>
                <a:moveTo>
                  <a:pt x="236515" y="4493191"/>
                </a:moveTo>
                <a:lnTo>
                  <a:pt x="236515" y="4729620"/>
                </a:lnTo>
                <a:lnTo>
                  <a:pt x="472945" y="4729620"/>
                </a:lnTo>
                <a:lnTo>
                  <a:pt x="472945" y="4493191"/>
                </a:lnTo>
                <a:lnTo>
                  <a:pt x="236515" y="4493191"/>
                </a:lnTo>
                <a:close/>
                <a:moveTo>
                  <a:pt x="472945" y="4493191"/>
                </a:moveTo>
                <a:lnTo>
                  <a:pt x="472945" y="4729620"/>
                </a:lnTo>
                <a:lnTo>
                  <a:pt x="709460" y="4729620"/>
                </a:lnTo>
                <a:lnTo>
                  <a:pt x="709460" y="4493191"/>
                </a:lnTo>
                <a:lnTo>
                  <a:pt x="472945" y="4493191"/>
                </a:lnTo>
                <a:close/>
                <a:moveTo>
                  <a:pt x="709460" y="4493191"/>
                </a:moveTo>
                <a:lnTo>
                  <a:pt x="709460" y="4729620"/>
                </a:lnTo>
                <a:lnTo>
                  <a:pt x="945890" y="4729620"/>
                </a:lnTo>
                <a:lnTo>
                  <a:pt x="945890" y="4493191"/>
                </a:lnTo>
                <a:lnTo>
                  <a:pt x="709460" y="4493191"/>
                </a:lnTo>
                <a:close/>
                <a:moveTo>
                  <a:pt x="945890" y="4493191"/>
                </a:moveTo>
                <a:lnTo>
                  <a:pt x="945890" y="4729620"/>
                </a:lnTo>
                <a:lnTo>
                  <a:pt x="1182405" y="4729620"/>
                </a:lnTo>
                <a:lnTo>
                  <a:pt x="1182405" y="4493191"/>
                </a:lnTo>
                <a:lnTo>
                  <a:pt x="945890" y="4493191"/>
                </a:lnTo>
                <a:close/>
                <a:moveTo>
                  <a:pt x="1891865" y="4493191"/>
                </a:moveTo>
                <a:lnTo>
                  <a:pt x="1891865" y="4729620"/>
                </a:lnTo>
                <a:lnTo>
                  <a:pt x="2128380" y="4729620"/>
                </a:lnTo>
                <a:lnTo>
                  <a:pt x="2128380" y="4493191"/>
                </a:lnTo>
                <a:lnTo>
                  <a:pt x="1891865" y="4493191"/>
                </a:lnTo>
                <a:close/>
                <a:moveTo>
                  <a:pt x="2128380" y="4493191"/>
                </a:moveTo>
                <a:lnTo>
                  <a:pt x="2128380" y="4729620"/>
                </a:lnTo>
                <a:lnTo>
                  <a:pt x="2364810" y="4729620"/>
                </a:lnTo>
                <a:lnTo>
                  <a:pt x="2364810" y="4493191"/>
                </a:lnTo>
                <a:lnTo>
                  <a:pt x="2128380" y="4493191"/>
                </a:lnTo>
                <a:close/>
                <a:moveTo>
                  <a:pt x="2601325" y="4493191"/>
                </a:moveTo>
                <a:lnTo>
                  <a:pt x="2601325" y="4729620"/>
                </a:lnTo>
                <a:lnTo>
                  <a:pt x="2837755" y="4729620"/>
                </a:lnTo>
                <a:lnTo>
                  <a:pt x="2837755" y="4493191"/>
                </a:lnTo>
                <a:lnTo>
                  <a:pt x="2601325" y="4493191"/>
                </a:lnTo>
                <a:close/>
                <a:moveTo>
                  <a:pt x="2837755" y="4493191"/>
                </a:moveTo>
                <a:lnTo>
                  <a:pt x="2837755" y="4729620"/>
                </a:lnTo>
                <a:lnTo>
                  <a:pt x="3074270" y="4729620"/>
                </a:lnTo>
                <a:lnTo>
                  <a:pt x="3074270" y="4493191"/>
                </a:lnTo>
                <a:lnTo>
                  <a:pt x="2837755" y="4493191"/>
                </a:lnTo>
                <a:close/>
                <a:moveTo>
                  <a:pt x="3310785" y="4493191"/>
                </a:moveTo>
                <a:lnTo>
                  <a:pt x="3310785" y="4729620"/>
                </a:lnTo>
                <a:lnTo>
                  <a:pt x="3547215" y="4729620"/>
                </a:lnTo>
                <a:lnTo>
                  <a:pt x="3547215" y="4493191"/>
                </a:lnTo>
                <a:lnTo>
                  <a:pt x="3310785" y="4493191"/>
                </a:lnTo>
                <a:close/>
                <a:moveTo>
                  <a:pt x="4020245" y="4493191"/>
                </a:moveTo>
                <a:lnTo>
                  <a:pt x="4020245" y="4729620"/>
                </a:lnTo>
                <a:lnTo>
                  <a:pt x="4256675" y="4729620"/>
                </a:lnTo>
                <a:lnTo>
                  <a:pt x="4256675" y="4493191"/>
                </a:lnTo>
                <a:lnTo>
                  <a:pt x="4020245" y="4493191"/>
                </a:lnTo>
                <a:close/>
                <a:moveTo>
                  <a:pt x="4256675" y="4493191"/>
                </a:moveTo>
                <a:lnTo>
                  <a:pt x="4256675" y="4729620"/>
                </a:lnTo>
                <a:lnTo>
                  <a:pt x="4493191" y="4729620"/>
                </a:lnTo>
                <a:lnTo>
                  <a:pt x="4493191" y="4493191"/>
                </a:lnTo>
                <a:lnTo>
                  <a:pt x="4256675" y="4493191"/>
                </a:lnTo>
                <a:close/>
                <a:moveTo>
                  <a:pt x="4493191" y="4493191"/>
                </a:moveTo>
                <a:lnTo>
                  <a:pt x="4493191" y="4729620"/>
                </a:lnTo>
                <a:lnTo>
                  <a:pt x="4729620" y="4729620"/>
                </a:lnTo>
                <a:lnTo>
                  <a:pt x="4729620" y="4493191"/>
                </a:lnTo>
                <a:lnTo>
                  <a:pt x="4493191" y="4493191"/>
                </a:lnTo>
                <a:close/>
                <a:moveTo>
                  <a:pt x="5202651" y="4493191"/>
                </a:moveTo>
                <a:lnTo>
                  <a:pt x="5202651" y="4729620"/>
                </a:lnTo>
                <a:lnTo>
                  <a:pt x="5439080" y="4729620"/>
                </a:lnTo>
                <a:lnTo>
                  <a:pt x="5439080" y="4493191"/>
                </a:lnTo>
                <a:lnTo>
                  <a:pt x="5202651" y="4493191"/>
                </a:lnTo>
                <a:close/>
                <a:moveTo>
                  <a:pt x="5439080" y="4493191"/>
                </a:moveTo>
                <a:lnTo>
                  <a:pt x="5439080" y="4729620"/>
                </a:lnTo>
                <a:lnTo>
                  <a:pt x="5675595" y="4729620"/>
                </a:lnTo>
                <a:lnTo>
                  <a:pt x="5675595" y="4493191"/>
                </a:lnTo>
                <a:lnTo>
                  <a:pt x="5439080" y="4493191"/>
                </a:lnTo>
                <a:close/>
                <a:moveTo>
                  <a:pt x="5675595" y="4493191"/>
                </a:moveTo>
                <a:lnTo>
                  <a:pt x="5675595" y="4729620"/>
                </a:lnTo>
                <a:lnTo>
                  <a:pt x="5912110" y="4729620"/>
                </a:lnTo>
                <a:lnTo>
                  <a:pt x="5912110" y="4493191"/>
                </a:lnTo>
                <a:lnTo>
                  <a:pt x="5675595" y="4493191"/>
                </a:lnTo>
                <a:close/>
                <a:moveTo>
                  <a:pt x="6148540" y="4493191"/>
                </a:moveTo>
                <a:lnTo>
                  <a:pt x="6148540" y="4729620"/>
                </a:lnTo>
                <a:lnTo>
                  <a:pt x="6385056" y="4729620"/>
                </a:lnTo>
                <a:lnTo>
                  <a:pt x="6385056" y="4493191"/>
                </a:lnTo>
                <a:lnTo>
                  <a:pt x="6148540" y="4493191"/>
                </a:lnTo>
                <a:close/>
                <a:moveTo>
                  <a:pt x="6621485" y="4493191"/>
                </a:moveTo>
                <a:lnTo>
                  <a:pt x="6621485" y="4729620"/>
                </a:lnTo>
                <a:lnTo>
                  <a:pt x="6858000" y="4729620"/>
                </a:lnTo>
                <a:lnTo>
                  <a:pt x="6858000" y="4493191"/>
                </a:lnTo>
                <a:lnTo>
                  <a:pt x="6621485" y="4493191"/>
                </a:lnTo>
                <a:close/>
                <a:moveTo>
                  <a:pt x="236515" y="4729620"/>
                </a:moveTo>
                <a:lnTo>
                  <a:pt x="236515" y="4966135"/>
                </a:lnTo>
                <a:lnTo>
                  <a:pt x="472945" y="4966135"/>
                </a:lnTo>
                <a:lnTo>
                  <a:pt x="472945" y="4729620"/>
                </a:lnTo>
                <a:lnTo>
                  <a:pt x="236515" y="4729620"/>
                </a:lnTo>
                <a:close/>
                <a:moveTo>
                  <a:pt x="709460" y="4729620"/>
                </a:moveTo>
                <a:lnTo>
                  <a:pt x="709460" y="4966135"/>
                </a:lnTo>
                <a:lnTo>
                  <a:pt x="945890" y="4966135"/>
                </a:lnTo>
                <a:lnTo>
                  <a:pt x="945890" y="4729620"/>
                </a:lnTo>
                <a:lnTo>
                  <a:pt x="709460" y="4729620"/>
                </a:lnTo>
                <a:close/>
                <a:moveTo>
                  <a:pt x="1182405" y="4729620"/>
                </a:moveTo>
                <a:lnTo>
                  <a:pt x="1182405" y="4966135"/>
                </a:lnTo>
                <a:lnTo>
                  <a:pt x="1418920" y="4966135"/>
                </a:lnTo>
                <a:lnTo>
                  <a:pt x="1418920" y="4729620"/>
                </a:lnTo>
                <a:lnTo>
                  <a:pt x="1182405" y="4729620"/>
                </a:lnTo>
                <a:close/>
                <a:moveTo>
                  <a:pt x="1418920" y="4729620"/>
                </a:moveTo>
                <a:lnTo>
                  <a:pt x="1418920" y="4966135"/>
                </a:lnTo>
                <a:lnTo>
                  <a:pt x="1655350" y="4966135"/>
                </a:lnTo>
                <a:lnTo>
                  <a:pt x="1655350" y="4729620"/>
                </a:lnTo>
                <a:lnTo>
                  <a:pt x="1418920" y="4729620"/>
                </a:lnTo>
                <a:close/>
                <a:moveTo>
                  <a:pt x="1655350" y="4729620"/>
                </a:moveTo>
                <a:lnTo>
                  <a:pt x="1655350" y="4966135"/>
                </a:lnTo>
                <a:lnTo>
                  <a:pt x="1891865" y="4966135"/>
                </a:lnTo>
                <a:lnTo>
                  <a:pt x="1891865" y="4729620"/>
                </a:lnTo>
                <a:lnTo>
                  <a:pt x="1655350" y="4729620"/>
                </a:lnTo>
                <a:close/>
                <a:moveTo>
                  <a:pt x="2364810" y="4729620"/>
                </a:moveTo>
                <a:lnTo>
                  <a:pt x="2364810" y="4966135"/>
                </a:lnTo>
                <a:lnTo>
                  <a:pt x="2601325" y="4966135"/>
                </a:lnTo>
                <a:lnTo>
                  <a:pt x="2601325" y="4729620"/>
                </a:lnTo>
                <a:lnTo>
                  <a:pt x="2364810" y="4729620"/>
                </a:lnTo>
                <a:close/>
                <a:moveTo>
                  <a:pt x="3310785" y="4729620"/>
                </a:moveTo>
                <a:lnTo>
                  <a:pt x="3310785" y="4966135"/>
                </a:lnTo>
                <a:lnTo>
                  <a:pt x="3547215" y="4966135"/>
                </a:lnTo>
                <a:lnTo>
                  <a:pt x="3547215" y="4729620"/>
                </a:lnTo>
                <a:lnTo>
                  <a:pt x="3310785" y="4729620"/>
                </a:lnTo>
                <a:close/>
                <a:moveTo>
                  <a:pt x="4020245" y="4729620"/>
                </a:moveTo>
                <a:lnTo>
                  <a:pt x="4020245" y="4966135"/>
                </a:lnTo>
                <a:lnTo>
                  <a:pt x="4256675" y="4966135"/>
                </a:lnTo>
                <a:lnTo>
                  <a:pt x="4256675" y="4729620"/>
                </a:lnTo>
                <a:lnTo>
                  <a:pt x="4020245" y="4729620"/>
                </a:lnTo>
                <a:close/>
                <a:moveTo>
                  <a:pt x="4256675" y="4729620"/>
                </a:moveTo>
                <a:lnTo>
                  <a:pt x="4256675" y="4966135"/>
                </a:lnTo>
                <a:lnTo>
                  <a:pt x="4493191" y="4966135"/>
                </a:lnTo>
                <a:lnTo>
                  <a:pt x="4493191" y="4729620"/>
                </a:lnTo>
                <a:lnTo>
                  <a:pt x="4256675" y="4729620"/>
                </a:lnTo>
                <a:close/>
                <a:moveTo>
                  <a:pt x="4493191" y="4729620"/>
                </a:moveTo>
                <a:lnTo>
                  <a:pt x="4493191" y="4966135"/>
                </a:lnTo>
                <a:lnTo>
                  <a:pt x="4729620" y="4966135"/>
                </a:lnTo>
                <a:lnTo>
                  <a:pt x="4729620" y="4729620"/>
                </a:lnTo>
                <a:lnTo>
                  <a:pt x="4493191" y="4729620"/>
                </a:lnTo>
                <a:close/>
                <a:moveTo>
                  <a:pt x="4729620" y="4729620"/>
                </a:moveTo>
                <a:lnTo>
                  <a:pt x="4729620" y="4966135"/>
                </a:lnTo>
                <a:lnTo>
                  <a:pt x="4966135" y="4966135"/>
                </a:lnTo>
                <a:lnTo>
                  <a:pt x="4966135" y="4729620"/>
                </a:lnTo>
                <a:lnTo>
                  <a:pt x="4729620" y="4729620"/>
                </a:lnTo>
                <a:close/>
                <a:moveTo>
                  <a:pt x="4966135" y="4729620"/>
                </a:moveTo>
                <a:lnTo>
                  <a:pt x="4966135" y="4966135"/>
                </a:lnTo>
                <a:lnTo>
                  <a:pt x="5202651" y="4966135"/>
                </a:lnTo>
                <a:lnTo>
                  <a:pt x="5202651" y="4729620"/>
                </a:lnTo>
                <a:lnTo>
                  <a:pt x="4966135" y="4729620"/>
                </a:lnTo>
                <a:close/>
                <a:moveTo>
                  <a:pt x="5202651" y="4729620"/>
                </a:moveTo>
                <a:lnTo>
                  <a:pt x="5202651" y="4966135"/>
                </a:lnTo>
                <a:lnTo>
                  <a:pt x="5439080" y="4966135"/>
                </a:lnTo>
                <a:lnTo>
                  <a:pt x="5439080" y="4729620"/>
                </a:lnTo>
                <a:lnTo>
                  <a:pt x="5202651" y="4729620"/>
                </a:lnTo>
                <a:close/>
                <a:moveTo>
                  <a:pt x="5439080" y="4729620"/>
                </a:moveTo>
                <a:lnTo>
                  <a:pt x="5439080" y="4966135"/>
                </a:lnTo>
                <a:lnTo>
                  <a:pt x="5675595" y="4966135"/>
                </a:lnTo>
                <a:lnTo>
                  <a:pt x="5675595" y="4729620"/>
                </a:lnTo>
                <a:lnTo>
                  <a:pt x="5439080" y="4729620"/>
                </a:lnTo>
                <a:close/>
                <a:moveTo>
                  <a:pt x="5675595" y="4729620"/>
                </a:moveTo>
                <a:lnTo>
                  <a:pt x="5675595" y="4966135"/>
                </a:lnTo>
                <a:lnTo>
                  <a:pt x="5912110" y="4966135"/>
                </a:lnTo>
                <a:lnTo>
                  <a:pt x="5912110" y="4729620"/>
                </a:lnTo>
                <a:lnTo>
                  <a:pt x="5675595" y="4729620"/>
                </a:lnTo>
                <a:close/>
                <a:moveTo>
                  <a:pt x="6621485" y="4729620"/>
                </a:moveTo>
                <a:lnTo>
                  <a:pt x="6621485" y="4966135"/>
                </a:lnTo>
                <a:lnTo>
                  <a:pt x="6858000" y="4966135"/>
                </a:lnTo>
                <a:lnTo>
                  <a:pt x="6858000" y="4729620"/>
                </a:lnTo>
                <a:lnTo>
                  <a:pt x="6621485" y="4729620"/>
                </a:lnTo>
                <a:close/>
                <a:moveTo>
                  <a:pt x="1891865" y="4966135"/>
                </a:moveTo>
                <a:lnTo>
                  <a:pt x="1891865" y="5202651"/>
                </a:lnTo>
                <a:lnTo>
                  <a:pt x="2128380" y="5202651"/>
                </a:lnTo>
                <a:lnTo>
                  <a:pt x="2128380" y="4966135"/>
                </a:lnTo>
                <a:lnTo>
                  <a:pt x="1891865" y="4966135"/>
                </a:lnTo>
                <a:close/>
                <a:moveTo>
                  <a:pt x="2364810" y="4966135"/>
                </a:moveTo>
                <a:lnTo>
                  <a:pt x="2364810" y="5202651"/>
                </a:lnTo>
                <a:lnTo>
                  <a:pt x="2601325" y="5202651"/>
                </a:lnTo>
                <a:lnTo>
                  <a:pt x="2601325" y="4966135"/>
                </a:lnTo>
                <a:lnTo>
                  <a:pt x="2364810" y="4966135"/>
                </a:lnTo>
                <a:close/>
                <a:moveTo>
                  <a:pt x="2601325" y="4966135"/>
                </a:moveTo>
                <a:lnTo>
                  <a:pt x="2601325" y="5202651"/>
                </a:lnTo>
                <a:lnTo>
                  <a:pt x="2837755" y="5202651"/>
                </a:lnTo>
                <a:lnTo>
                  <a:pt x="2837755" y="4966135"/>
                </a:lnTo>
                <a:lnTo>
                  <a:pt x="2601325" y="4966135"/>
                </a:lnTo>
                <a:close/>
                <a:moveTo>
                  <a:pt x="3074270" y="4966135"/>
                </a:moveTo>
                <a:lnTo>
                  <a:pt x="3074270" y="5202651"/>
                </a:lnTo>
                <a:lnTo>
                  <a:pt x="3310785" y="5202651"/>
                </a:lnTo>
                <a:lnTo>
                  <a:pt x="3310785" y="4966135"/>
                </a:lnTo>
                <a:lnTo>
                  <a:pt x="3074270" y="4966135"/>
                </a:lnTo>
                <a:close/>
                <a:moveTo>
                  <a:pt x="3310785" y="4966135"/>
                </a:moveTo>
                <a:lnTo>
                  <a:pt x="3310785" y="5202651"/>
                </a:lnTo>
                <a:lnTo>
                  <a:pt x="3547215" y="5202651"/>
                </a:lnTo>
                <a:lnTo>
                  <a:pt x="3547215" y="4966135"/>
                </a:lnTo>
                <a:lnTo>
                  <a:pt x="3310785" y="4966135"/>
                </a:lnTo>
                <a:close/>
                <a:moveTo>
                  <a:pt x="3547215" y="4966135"/>
                </a:moveTo>
                <a:lnTo>
                  <a:pt x="3547215" y="5202651"/>
                </a:lnTo>
                <a:lnTo>
                  <a:pt x="3783730" y="5202651"/>
                </a:lnTo>
                <a:lnTo>
                  <a:pt x="3783730" y="4966135"/>
                </a:lnTo>
                <a:lnTo>
                  <a:pt x="3547215" y="4966135"/>
                </a:lnTo>
                <a:close/>
                <a:moveTo>
                  <a:pt x="4729620" y="4966135"/>
                </a:moveTo>
                <a:lnTo>
                  <a:pt x="4729620" y="5202651"/>
                </a:lnTo>
                <a:lnTo>
                  <a:pt x="4966135" y="5202651"/>
                </a:lnTo>
                <a:lnTo>
                  <a:pt x="4966135" y="4966135"/>
                </a:lnTo>
                <a:lnTo>
                  <a:pt x="4729620" y="4966135"/>
                </a:lnTo>
                <a:close/>
                <a:moveTo>
                  <a:pt x="5675595" y="4966135"/>
                </a:moveTo>
                <a:lnTo>
                  <a:pt x="5675595" y="5202651"/>
                </a:lnTo>
                <a:lnTo>
                  <a:pt x="5912110" y="5202651"/>
                </a:lnTo>
                <a:lnTo>
                  <a:pt x="5912110" y="4966135"/>
                </a:lnTo>
                <a:lnTo>
                  <a:pt x="5675595" y="4966135"/>
                </a:lnTo>
                <a:close/>
                <a:moveTo>
                  <a:pt x="5912110" y="4966135"/>
                </a:moveTo>
                <a:lnTo>
                  <a:pt x="5912110" y="5202651"/>
                </a:lnTo>
                <a:lnTo>
                  <a:pt x="6148540" y="5202651"/>
                </a:lnTo>
                <a:lnTo>
                  <a:pt x="6148540" y="4966135"/>
                </a:lnTo>
                <a:lnTo>
                  <a:pt x="5912110" y="4966135"/>
                </a:lnTo>
                <a:close/>
                <a:moveTo>
                  <a:pt x="6148540" y="4966135"/>
                </a:moveTo>
                <a:lnTo>
                  <a:pt x="6148540" y="5202651"/>
                </a:lnTo>
                <a:lnTo>
                  <a:pt x="6385056" y="5202651"/>
                </a:lnTo>
                <a:lnTo>
                  <a:pt x="6385056" y="4966135"/>
                </a:lnTo>
                <a:lnTo>
                  <a:pt x="6148540" y="4966135"/>
                </a:lnTo>
                <a:close/>
                <a:moveTo>
                  <a:pt x="0" y="5202651"/>
                </a:moveTo>
                <a:lnTo>
                  <a:pt x="0" y="5439080"/>
                </a:lnTo>
                <a:lnTo>
                  <a:pt x="236515" y="5439080"/>
                </a:lnTo>
                <a:lnTo>
                  <a:pt x="236515" y="5202651"/>
                </a:lnTo>
                <a:lnTo>
                  <a:pt x="0" y="5202651"/>
                </a:lnTo>
                <a:close/>
                <a:moveTo>
                  <a:pt x="236515" y="5202651"/>
                </a:moveTo>
                <a:lnTo>
                  <a:pt x="236515" y="5439080"/>
                </a:lnTo>
                <a:lnTo>
                  <a:pt x="472945" y="5439080"/>
                </a:lnTo>
                <a:lnTo>
                  <a:pt x="472945" y="5202651"/>
                </a:lnTo>
                <a:lnTo>
                  <a:pt x="236515" y="5202651"/>
                </a:lnTo>
                <a:close/>
                <a:moveTo>
                  <a:pt x="472945" y="5202651"/>
                </a:moveTo>
                <a:lnTo>
                  <a:pt x="472945" y="5439080"/>
                </a:lnTo>
                <a:lnTo>
                  <a:pt x="709460" y="5439080"/>
                </a:lnTo>
                <a:lnTo>
                  <a:pt x="709460" y="5202651"/>
                </a:lnTo>
                <a:lnTo>
                  <a:pt x="472945" y="5202651"/>
                </a:lnTo>
                <a:close/>
                <a:moveTo>
                  <a:pt x="709460" y="5202651"/>
                </a:moveTo>
                <a:lnTo>
                  <a:pt x="709460" y="5439080"/>
                </a:lnTo>
                <a:lnTo>
                  <a:pt x="945890" y="5439080"/>
                </a:lnTo>
                <a:lnTo>
                  <a:pt x="945890" y="5202651"/>
                </a:lnTo>
                <a:lnTo>
                  <a:pt x="709460" y="5202651"/>
                </a:lnTo>
                <a:close/>
                <a:moveTo>
                  <a:pt x="945890" y="5202651"/>
                </a:moveTo>
                <a:lnTo>
                  <a:pt x="945890" y="5439080"/>
                </a:lnTo>
                <a:lnTo>
                  <a:pt x="1182405" y="5439080"/>
                </a:lnTo>
                <a:lnTo>
                  <a:pt x="1182405" y="5202651"/>
                </a:lnTo>
                <a:lnTo>
                  <a:pt x="945890" y="5202651"/>
                </a:lnTo>
                <a:close/>
                <a:moveTo>
                  <a:pt x="1182405" y="5202651"/>
                </a:moveTo>
                <a:lnTo>
                  <a:pt x="1182405" y="5439080"/>
                </a:lnTo>
                <a:lnTo>
                  <a:pt x="1418920" y="5439080"/>
                </a:lnTo>
                <a:lnTo>
                  <a:pt x="1418920" y="5202651"/>
                </a:lnTo>
                <a:lnTo>
                  <a:pt x="1182405" y="5202651"/>
                </a:lnTo>
                <a:close/>
                <a:moveTo>
                  <a:pt x="1418920" y="5202651"/>
                </a:moveTo>
                <a:lnTo>
                  <a:pt x="1418920" y="5439080"/>
                </a:lnTo>
                <a:lnTo>
                  <a:pt x="1655350" y="5439080"/>
                </a:lnTo>
                <a:lnTo>
                  <a:pt x="1655350" y="5202651"/>
                </a:lnTo>
                <a:lnTo>
                  <a:pt x="1418920" y="5202651"/>
                </a:lnTo>
                <a:close/>
                <a:moveTo>
                  <a:pt x="2364810" y="5202651"/>
                </a:moveTo>
                <a:lnTo>
                  <a:pt x="2364810" y="5439080"/>
                </a:lnTo>
                <a:lnTo>
                  <a:pt x="2601325" y="5439080"/>
                </a:lnTo>
                <a:lnTo>
                  <a:pt x="2601325" y="5202651"/>
                </a:lnTo>
                <a:lnTo>
                  <a:pt x="2364810" y="5202651"/>
                </a:lnTo>
                <a:close/>
                <a:moveTo>
                  <a:pt x="2601325" y="5202651"/>
                </a:moveTo>
                <a:lnTo>
                  <a:pt x="2601325" y="5439080"/>
                </a:lnTo>
                <a:lnTo>
                  <a:pt x="2837755" y="5439080"/>
                </a:lnTo>
                <a:lnTo>
                  <a:pt x="2837755" y="5202651"/>
                </a:lnTo>
                <a:lnTo>
                  <a:pt x="2601325" y="5202651"/>
                </a:lnTo>
                <a:close/>
                <a:moveTo>
                  <a:pt x="2837755" y="5202651"/>
                </a:moveTo>
                <a:lnTo>
                  <a:pt x="2837755" y="5439080"/>
                </a:lnTo>
                <a:lnTo>
                  <a:pt x="3074270" y="5439080"/>
                </a:lnTo>
                <a:lnTo>
                  <a:pt x="3074270" y="5202651"/>
                </a:lnTo>
                <a:lnTo>
                  <a:pt x="2837755" y="5202651"/>
                </a:lnTo>
                <a:close/>
                <a:moveTo>
                  <a:pt x="3074270" y="5202651"/>
                </a:moveTo>
                <a:lnTo>
                  <a:pt x="3074270" y="5439080"/>
                </a:lnTo>
                <a:lnTo>
                  <a:pt x="3310785" y="5439080"/>
                </a:lnTo>
                <a:lnTo>
                  <a:pt x="3310785" y="5202651"/>
                </a:lnTo>
                <a:lnTo>
                  <a:pt x="3074270" y="5202651"/>
                </a:lnTo>
                <a:close/>
                <a:moveTo>
                  <a:pt x="3310785" y="5202651"/>
                </a:moveTo>
                <a:lnTo>
                  <a:pt x="3310785" y="5439080"/>
                </a:lnTo>
                <a:lnTo>
                  <a:pt x="3547215" y="5439080"/>
                </a:lnTo>
                <a:lnTo>
                  <a:pt x="3547215" y="5202651"/>
                </a:lnTo>
                <a:lnTo>
                  <a:pt x="3310785" y="5202651"/>
                </a:lnTo>
                <a:close/>
                <a:moveTo>
                  <a:pt x="4256675" y="5202651"/>
                </a:moveTo>
                <a:lnTo>
                  <a:pt x="4256675" y="5439080"/>
                </a:lnTo>
                <a:lnTo>
                  <a:pt x="4493191" y="5439080"/>
                </a:lnTo>
                <a:lnTo>
                  <a:pt x="4493191" y="5202651"/>
                </a:lnTo>
                <a:lnTo>
                  <a:pt x="4256675" y="5202651"/>
                </a:lnTo>
                <a:close/>
                <a:moveTo>
                  <a:pt x="4729620" y="5202651"/>
                </a:moveTo>
                <a:lnTo>
                  <a:pt x="4729620" y="5439080"/>
                </a:lnTo>
                <a:lnTo>
                  <a:pt x="4966135" y="5439080"/>
                </a:lnTo>
                <a:lnTo>
                  <a:pt x="4966135" y="5202651"/>
                </a:lnTo>
                <a:lnTo>
                  <a:pt x="4729620" y="5202651"/>
                </a:lnTo>
                <a:close/>
                <a:moveTo>
                  <a:pt x="5202651" y="5202651"/>
                </a:moveTo>
                <a:lnTo>
                  <a:pt x="5202651" y="5439080"/>
                </a:lnTo>
                <a:lnTo>
                  <a:pt x="5439080" y="5439080"/>
                </a:lnTo>
                <a:lnTo>
                  <a:pt x="5439080" y="5202651"/>
                </a:lnTo>
                <a:lnTo>
                  <a:pt x="5202651" y="5202651"/>
                </a:lnTo>
                <a:close/>
                <a:moveTo>
                  <a:pt x="5675595" y="5202651"/>
                </a:moveTo>
                <a:lnTo>
                  <a:pt x="5675595" y="5439080"/>
                </a:lnTo>
                <a:lnTo>
                  <a:pt x="5912110" y="5439080"/>
                </a:lnTo>
                <a:lnTo>
                  <a:pt x="5912110" y="5202651"/>
                </a:lnTo>
                <a:lnTo>
                  <a:pt x="5675595" y="5202651"/>
                </a:lnTo>
                <a:close/>
                <a:moveTo>
                  <a:pt x="6385056" y="5202651"/>
                </a:moveTo>
                <a:lnTo>
                  <a:pt x="6385056" y="5439080"/>
                </a:lnTo>
                <a:lnTo>
                  <a:pt x="6621485" y="5439080"/>
                </a:lnTo>
                <a:lnTo>
                  <a:pt x="6621485" y="5202651"/>
                </a:lnTo>
                <a:lnTo>
                  <a:pt x="6385056" y="5202651"/>
                </a:lnTo>
                <a:close/>
                <a:moveTo>
                  <a:pt x="0" y="5439080"/>
                </a:moveTo>
                <a:lnTo>
                  <a:pt x="0" y="5675595"/>
                </a:lnTo>
                <a:lnTo>
                  <a:pt x="236515" y="5675595"/>
                </a:lnTo>
                <a:lnTo>
                  <a:pt x="236515" y="5439080"/>
                </a:lnTo>
                <a:lnTo>
                  <a:pt x="0" y="5439080"/>
                </a:lnTo>
                <a:close/>
                <a:moveTo>
                  <a:pt x="1418920" y="5439080"/>
                </a:moveTo>
                <a:lnTo>
                  <a:pt x="1418920" y="5675595"/>
                </a:lnTo>
                <a:lnTo>
                  <a:pt x="1655350" y="5675595"/>
                </a:lnTo>
                <a:lnTo>
                  <a:pt x="1655350" y="5439080"/>
                </a:lnTo>
                <a:lnTo>
                  <a:pt x="1418920" y="5439080"/>
                </a:lnTo>
                <a:close/>
                <a:moveTo>
                  <a:pt x="2128380" y="5439080"/>
                </a:moveTo>
                <a:lnTo>
                  <a:pt x="2128380" y="5675595"/>
                </a:lnTo>
                <a:lnTo>
                  <a:pt x="2364810" y="5675595"/>
                </a:lnTo>
                <a:lnTo>
                  <a:pt x="2364810" y="5439080"/>
                </a:lnTo>
                <a:lnTo>
                  <a:pt x="2128380" y="5439080"/>
                </a:lnTo>
                <a:close/>
                <a:moveTo>
                  <a:pt x="2364810" y="5439080"/>
                </a:moveTo>
                <a:lnTo>
                  <a:pt x="2364810" y="5675595"/>
                </a:lnTo>
                <a:lnTo>
                  <a:pt x="2601325" y="5675595"/>
                </a:lnTo>
                <a:lnTo>
                  <a:pt x="2601325" y="5439080"/>
                </a:lnTo>
                <a:lnTo>
                  <a:pt x="2364810" y="5439080"/>
                </a:lnTo>
                <a:close/>
                <a:moveTo>
                  <a:pt x="2837755" y="5439080"/>
                </a:moveTo>
                <a:lnTo>
                  <a:pt x="2837755" y="5675595"/>
                </a:lnTo>
                <a:lnTo>
                  <a:pt x="3074270" y="5675595"/>
                </a:lnTo>
                <a:lnTo>
                  <a:pt x="3074270" y="5439080"/>
                </a:lnTo>
                <a:lnTo>
                  <a:pt x="2837755" y="5439080"/>
                </a:lnTo>
                <a:close/>
                <a:moveTo>
                  <a:pt x="3310785" y="5439080"/>
                </a:moveTo>
                <a:lnTo>
                  <a:pt x="3310785" y="5675595"/>
                </a:lnTo>
                <a:lnTo>
                  <a:pt x="3547215" y="5675595"/>
                </a:lnTo>
                <a:lnTo>
                  <a:pt x="3547215" y="5439080"/>
                </a:lnTo>
                <a:lnTo>
                  <a:pt x="3310785" y="5439080"/>
                </a:lnTo>
                <a:close/>
                <a:moveTo>
                  <a:pt x="3547215" y="5439080"/>
                </a:moveTo>
                <a:lnTo>
                  <a:pt x="3547215" y="5675595"/>
                </a:lnTo>
                <a:lnTo>
                  <a:pt x="3783730" y="5675595"/>
                </a:lnTo>
                <a:lnTo>
                  <a:pt x="3783730" y="5439080"/>
                </a:lnTo>
                <a:lnTo>
                  <a:pt x="3547215" y="5439080"/>
                </a:lnTo>
                <a:close/>
                <a:moveTo>
                  <a:pt x="4493191" y="5439080"/>
                </a:moveTo>
                <a:lnTo>
                  <a:pt x="4493191" y="5675595"/>
                </a:lnTo>
                <a:lnTo>
                  <a:pt x="4729620" y="5675595"/>
                </a:lnTo>
                <a:lnTo>
                  <a:pt x="4729620" y="5439080"/>
                </a:lnTo>
                <a:lnTo>
                  <a:pt x="4493191" y="5439080"/>
                </a:lnTo>
                <a:close/>
                <a:moveTo>
                  <a:pt x="4729620" y="5439080"/>
                </a:moveTo>
                <a:lnTo>
                  <a:pt x="4729620" y="5675595"/>
                </a:lnTo>
                <a:lnTo>
                  <a:pt x="4966135" y="5675595"/>
                </a:lnTo>
                <a:lnTo>
                  <a:pt x="4966135" y="5439080"/>
                </a:lnTo>
                <a:lnTo>
                  <a:pt x="4729620" y="5439080"/>
                </a:lnTo>
                <a:close/>
                <a:moveTo>
                  <a:pt x="5675595" y="5439080"/>
                </a:moveTo>
                <a:lnTo>
                  <a:pt x="5675595" y="5675595"/>
                </a:lnTo>
                <a:lnTo>
                  <a:pt x="5912110" y="5675595"/>
                </a:lnTo>
                <a:lnTo>
                  <a:pt x="5912110" y="5439080"/>
                </a:lnTo>
                <a:lnTo>
                  <a:pt x="5675595" y="5439080"/>
                </a:lnTo>
                <a:close/>
                <a:moveTo>
                  <a:pt x="5912110" y="5439080"/>
                </a:moveTo>
                <a:lnTo>
                  <a:pt x="5912110" y="5675595"/>
                </a:lnTo>
                <a:lnTo>
                  <a:pt x="6148540" y="5675595"/>
                </a:lnTo>
                <a:lnTo>
                  <a:pt x="6148540" y="5439080"/>
                </a:lnTo>
                <a:lnTo>
                  <a:pt x="5912110" y="5439080"/>
                </a:lnTo>
                <a:close/>
                <a:moveTo>
                  <a:pt x="6148540" y="5439080"/>
                </a:moveTo>
                <a:lnTo>
                  <a:pt x="6148540" y="5675595"/>
                </a:lnTo>
                <a:lnTo>
                  <a:pt x="6385056" y="5675595"/>
                </a:lnTo>
                <a:lnTo>
                  <a:pt x="6385056" y="5439080"/>
                </a:lnTo>
                <a:lnTo>
                  <a:pt x="6148540" y="5439080"/>
                </a:lnTo>
                <a:close/>
                <a:moveTo>
                  <a:pt x="6385056" y="5439080"/>
                </a:moveTo>
                <a:lnTo>
                  <a:pt x="6385056" y="5675595"/>
                </a:lnTo>
                <a:lnTo>
                  <a:pt x="6621485" y="5675595"/>
                </a:lnTo>
                <a:lnTo>
                  <a:pt x="6621485" y="5439080"/>
                </a:lnTo>
                <a:lnTo>
                  <a:pt x="6385056" y="5439080"/>
                </a:lnTo>
                <a:close/>
                <a:moveTo>
                  <a:pt x="0" y="5675595"/>
                </a:moveTo>
                <a:lnTo>
                  <a:pt x="0" y="5912110"/>
                </a:lnTo>
                <a:lnTo>
                  <a:pt x="236515" y="5912110"/>
                </a:lnTo>
                <a:lnTo>
                  <a:pt x="236515" y="5675595"/>
                </a:lnTo>
                <a:lnTo>
                  <a:pt x="0" y="5675595"/>
                </a:lnTo>
                <a:close/>
                <a:moveTo>
                  <a:pt x="472945" y="5675595"/>
                </a:moveTo>
                <a:lnTo>
                  <a:pt x="472945" y="5912110"/>
                </a:lnTo>
                <a:lnTo>
                  <a:pt x="709460" y="5912110"/>
                </a:lnTo>
                <a:lnTo>
                  <a:pt x="709460" y="5675595"/>
                </a:lnTo>
                <a:lnTo>
                  <a:pt x="472945" y="5675595"/>
                </a:lnTo>
                <a:close/>
                <a:moveTo>
                  <a:pt x="709460" y="5675595"/>
                </a:moveTo>
                <a:lnTo>
                  <a:pt x="709460" y="5912110"/>
                </a:lnTo>
                <a:lnTo>
                  <a:pt x="945890" y="5912110"/>
                </a:lnTo>
                <a:lnTo>
                  <a:pt x="945890" y="5675595"/>
                </a:lnTo>
                <a:lnTo>
                  <a:pt x="709460" y="5675595"/>
                </a:lnTo>
                <a:close/>
                <a:moveTo>
                  <a:pt x="945890" y="5675595"/>
                </a:moveTo>
                <a:lnTo>
                  <a:pt x="945890" y="5912110"/>
                </a:lnTo>
                <a:lnTo>
                  <a:pt x="1182405" y="5912110"/>
                </a:lnTo>
                <a:lnTo>
                  <a:pt x="1182405" y="5675595"/>
                </a:lnTo>
                <a:lnTo>
                  <a:pt x="945890" y="5675595"/>
                </a:lnTo>
                <a:close/>
                <a:moveTo>
                  <a:pt x="1418920" y="5675595"/>
                </a:moveTo>
                <a:lnTo>
                  <a:pt x="1418920" y="5912110"/>
                </a:lnTo>
                <a:lnTo>
                  <a:pt x="1655350" y="5912110"/>
                </a:lnTo>
                <a:lnTo>
                  <a:pt x="1655350" y="5675595"/>
                </a:lnTo>
                <a:lnTo>
                  <a:pt x="1418920" y="5675595"/>
                </a:lnTo>
                <a:close/>
                <a:moveTo>
                  <a:pt x="1891865" y="5675595"/>
                </a:moveTo>
                <a:lnTo>
                  <a:pt x="1891865" y="5912110"/>
                </a:lnTo>
                <a:lnTo>
                  <a:pt x="2128380" y="5912110"/>
                </a:lnTo>
                <a:lnTo>
                  <a:pt x="2128380" y="5675595"/>
                </a:lnTo>
                <a:lnTo>
                  <a:pt x="1891865" y="5675595"/>
                </a:lnTo>
                <a:close/>
                <a:moveTo>
                  <a:pt x="2128380" y="5675595"/>
                </a:moveTo>
                <a:lnTo>
                  <a:pt x="2128380" y="5912110"/>
                </a:lnTo>
                <a:lnTo>
                  <a:pt x="2364810" y="5912110"/>
                </a:lnTo>
                <a:lnTo>
                  <a:pt x="2364810" y="5675595"/>
                </a:lnTo>
                <a:lnTo>
                  <a:pt x="2128380" y="5675595"/>
                </a:lnTo>
                <a:close/>
                <a:moveTo>
                  <a:pt x="3074270" y="5675595"/>
                </a:moveTo>
                <a:lnTo>
                  <a:pt x="3074270" y="5912110"/>
                </a:lnTo>
                <a:lnTo>
                  <a:pt x="3310785" y="5912110"/>
                </a:lnTo>
                <a:lnTo>
                  <a:pt x="3310785" y="5675595"/>
                </a:lnTo>
                <a:lnTo>
                  <a:pt x="3074270" y="5675595"/>
                </a:lnTo>
                <a:close/>
                <a:moveTo>
                  <a:pt x="3547215" y="5675595"/>
                </a:moveTo>
                <a:lnTo>
                  <a:pt x="3547215" y="5912110"/>
                </a:lnTo>
                <a:lnTo>
                  <a:pt x="3783730" y="5912110"/>
                </a:lnTo>
                <a:lnTo>
                  <a:pt x="3783730" y="5675595"/>
                </a:lnTo>
                <a:lnTo>
                  <a:pt x="3547215" y="5675595"/>
                </a:lnTo>
                <a:close/>
                <a:moveTo>
                  <a:pt x="4020245" y="5675595"/>
                </a:moveTo>
                <a:lnTo>
                  <a:pt x="4020245" y="5912110"/>
                </a:lnTo>
                <a:lnTo>
                  <a:pt x="4256675" y="5912110"/>
                </a:lnTo>
                <a:lnTo>
                  <a:pt x="4256675" y="5675595"/>
                </a:lnTo>
                <a:lnTo>
                  <a:pt x="4020245" y="5675595"/>
                </a:lnTo>
                <a:close/>
                <a:moveTo>
                  <a:pt x="4493191" y="5675595"/>
                </a:moveTo>
                <a:lnTo>
                  <a:pt x="4493191" y="5912110"/>
                </a:lnTo>
                <a:lnTo>
                  <a:pt x="4729620" y="5912110"/>
                </a:lnTo>
                <a:lnTo>
                  <a:pt x="4729620" y="5675595"/>
                </a:lnTo>
                <a:lnTo>
                  <a:pt x="4493191" y="5675595"/>
                </a:lnTo>
                <a:close/>
                <a:moveTo>
                  <a:pt x="4729620" y="5675595"/>
                </a:moveTo>
                <a:lnTo>
                  <a:pt x="4729620" y="5912110"/>
                </a:lnTo>
                <a:lnTo>
                  <a:pt x="4966135" y="5912110"/>
                </a:lnTo>
                <a:lnTo>
                  <a:pt x="4966135" y="5675595"/>
                </a:lnTo>
                <a:lnTo>
                  <a:pt x="4729620" y="5675595"/>
                </a:lnTo>
                <a:close/>
                <a:moveTo>
                  <a:pt x="4966135" y="5675595"/>
                </a:moveTo>
                <a:lnTo>
                  <a:pt x="4966135" y="5912110"/>
                </a:lnTo>
                <a:lnTo>
                  <a:pt x="5202651" y="5912110"/>
                </a:lnTo>
                <a:lnTo>
                  <a:pt x="5202651" y="5675595"/>
                </a:lnTo>
                <a:lnTo>
                  <a:pt x="4966135" y="5675595"/>
                </a:lnTo>
                <a:close/>
                <a:moveTo>
                  <a:pt x="5202651" y="5675595"/>
                </a:moveTo>
                <a:lnTo>
                  <a:pt x="5202651" y="5912110"/>
                </a:lnTo>
                <a:lnTo>
                  <a:pt x="5439080" y="5912110"/>
                </a:lnTo>
                <a:lnTo>
                  <a:pt x="5439080" y="5675595"/>
                </a:lnTo>
                <a:lnTo>
                  <a:pt x="5202651" y="5675595"/>
                </a:lnTo>
                <a:close/>
                <a:moveTo>
                  <a:pt x="5439080" y="5675595"/>
                </a:moveTo>
                <a:lnTo>
                  <a:pt x="5439080" y="5912110"/>
                </a:lnTo>
                <a:lnTo>
                  <a:pt x="5675595" y="5912110"/>
                </a:lnTo>
                <a:lnTo>
                  <a:pt x="5675595" y="5675595"/>
                </a:lnTo>
                <a:lnTo>
                  <a:pt x="5439080" y="5675595"/>
                </a:lnTo>
                <a:close/>
                <a:moveTo>
                  <a:pt x="5675595" y="5675595"/>
                </a:moveTo>
                <a:lnTo>
                  <a:pt x="5675595" y="5912110"/>
                </a:lnTo>
                <a:lnTo>
                  <a:pt x="5912110" y="5912110"/>
                </a:lnTo>
                <a:lnTo>
                  <a:pt x="5912110" y="5675595"/>
                </a:lnTo>
                <a:lnTo>
                  <a:pt x="5675595" y="5675595"/>
                </a:lnTo>
                <a:close/>
                <a:moveTo>
                  <a:pt x="6148540" y="5675595"/>
                </a:moveTo>
                <a:lnTo>
                  <a:pt x="6148540" y="5912110"/>
                </a:lnTo>
                <a:lnTo>
                  <a:pt x="6385056" y="5912110"/>
                </a:lnTo>
                <a:lnTo>
                  <a:pt x="6385056" y="5675595"/>
                </a:lnTo>
                <a:lnTo>
                  <a:pt x="6148540" y="5675595"/>
                </a:lnTo>
                <a:close/>
                <a:moveTo>
                  <a:pt x="6621485" y="5675595"/>
                </a:moveTo>
                <a:lnTo>
                  <a:pt x="6621485" y="5912110"/>
                </a:lnTo>
                <a:lnTo>
                  <a:pt x="6858000" y="5912110"/>
                </a:lnTo>
                <a:lnTo>
                  <a:pt x="6858000" y="5675595"/>
                </a:lnTo>
                <a:lnTo>
                  <a:pt x="6621485" y="5675595"/>
                </a:lnTo>
                <a:close/>
                <a:moveTo>
                  <a:pt x="0" y="5912110"/>
                </a:moveTo>
                <a:lnTo>
                  <a:pt x="0" y="6148540"/>
                </a:lnTo>
                <a:lnTo>
                  <a:pt x="236515" y="6148540"/>
                </a:lnTo>
                <a:lnTo>
                  <a:pt x="236515" y="5912110"/>
                </a:lnTo>
                <a:lnTo>
                  <a:pt x="0" y="5912110"/>
                </a:lnTo>
                <a:close/>
                <a:moveTo>
                  <a:pt x="472945" y="5912110"/>
                </a:moveTo>
                <a:lnTo>
                  <a:pt x="472945" y="6148540"/>
                </a:lnTo>
                <a:lnTo>
                  <a:pt x="709460" y="6148540"/>
                </a:lnTo>
                <a:lnTo>
                  <a:pt x="709460" y="5912110"/>
                </a:lnTo>
                <a:lnTo>
                  <a:pt x="472945" y="5912110"/>
                </a:lnTo>
                <a:close/>
                <a:moveTo>
                  <a:pt x="709460" y="5912110"/>
                </a:moveTo>
                <a:lnTo>
                  <a:pt x="709460" y="6148540"/>
                </a:lnTo>
                <a:lnTo>
                  <a:pt x="945890" y="6148540"/>
                </a:lnTo>
                <a:lnTo>
                  <a:pt x="945890" y="5912110"/>
                </a:lnTo>
                <a:lnTo>
                  <a:pt x="709460" y="5912110"/>
                </a:lnTo>
                <a:close/>
                <a:moveTo>
                  <a:pt x="945890" y="5912110"/>
                </a:moveTo>
                <a:lnTo>
                  <a:pt x="945890" y="6148540"/>
                </a:lnTo>
                <a:lnTo>
                  <a:pt x="1182405" y="6148540"/>
                </a:lnTo>
                <a:lnTo>
                  <a:pt x="1182405" y="5912110"/>
                </a:lnTo>
                <a:lnTo>
                  <a:pt x="945890" y="5912110"/>
                </a:lnTo>
                <a:close/>
                <a:moveTo>
                  <a:pt x="1418920" y="5912110"/>
                </a:moveTo>
                <a:lnTo>
                  <a:pt x="1418920" y="6148540"/>
                </a:lnTo>
                <a:lnTo>
                  <a:pt x="1655350" y="6148540"/>
                </a:lnTo>
                <a:lnTo>
                  <a:pt x="1655350" y="5912110"/>
                </a:lnTo>
                <a:lnTo>
                  <a:pt x="1418920" y="5912110"/>
                </a:lnTo>
                <a:close/>
                <a:moveTo>
                  <a:pt x="2601325" y="5912110"/>
                </a:moveTo>
                <a:lnTo>
                  <a:pt x="2601325" y="6148540"/>
                </a:lnTo>
                <a:lnTo>
                  <a:pt x="2837755" y="6148540"/>
                </a:lnTo>
                <a:lnTo>
                  <a:pt x="2837755" y="5912110"/>
                </a:lnTo>
                <a:lnTo>
                  <a:pt x="2601325" y="5912110"/>
                </a:lnTo>
                <a:close/>
                <a:moveTo>
                  <a:pt x="3074270" y="5912110"/>
                </a:moveTo>
                <a:lnTo>
                  <a:pt x="3074270" y="6148540"/>
                </a:lnTo>
                <a:lnTo>
                  <a:pt x="3310785" y="6148540"/>
                </a:lnTo>
                <a:lnTo>
                  <a:pt x="3310785" y="5912110"/>
                </a:lnTo>
                <a:lnTo>
                  <a:pt x="3074270" y="5912110"/>
                </a:lnTo>
                <a:close/>
                <a:moveTo>
                  <a:pt x="3783730" y="5912110"/>
                </a:moveTo>
                <a:lnTo>
                  <a:pt x="3783730" y="6148540"/>
                </a:lnTo>
                <a:lnTo>
                  <a:pt x="4020245" y="6148540"/>
                </a:lnTo>
                <a:lnTo>
                  <a:pt x="4020245" y="5912110"/>
                </a:lnTo>
                <a:lnTo>
                  <a:pt x="3783730" y="5912110"/>
                </a:lnTo>
                <a:close/>
                <a:moveTo>
                  <a:pt x="4256675" y="5912110"/>
                </a:moveTo>
                <a:lnTo>
                  <a:pt x="4256675" y="6148540"/>
                </a:lnTo>
                <a:lnTo>
                  <a:pt x="4493191" y="6148540"/>
                </a:lnTo>
                <a:lnTo>
                  <a:pt x="4493191" y="5912110"/>
                </a:lnTo>
                <a:lnTo>
                  <a:pt x="4256675" y="5912110"/>
                </a:lnTo>
                <a:close/>
                <a:moveTo>
                  <a:pt x="4493191" y="5912110"/>
                </a:moveTo>
                <a:lnTo>
                  <a:pt x="4493191" y="6148540"/>
                </a:lnTo>
                <a:lnTo>
                  <a:pt x="4729620" y="6148540"/>
                </a:lnTo>
                <a:lnTo>
                  <a:pt x="4729620" y="5912110"/>
                </a:lnTo>
                <a:lnTo>
                  <a:pt x="4493191" y="5912110"/>
                </a:lnTo>
                <a:close/>
                <a:moveTo>
                  <a:pt x="4729620" y="5912110"/>
                </a:moveTo>
                <a:lnTo>
                  <a:pt x="4729620" y="6148540"/>
                </a:lnTo>
                <a:lnTo>
                  <a:pt x="4966135" y="6148540"/>
                </a:lnTo>
                <a:lnTo>
                  <a:pt x="4966135" y="5912110"/>
                </a:lnTo>
                <a:lnTo>
                  <a:pt x="4729620" y="5912110"/>
                </a:lnTo>
                <a:close/>
                <a:moveTo>
                  <a:pt x="4966135" y="5912110"/>
                </a:moveTo>
                <a:lnTo>
                  <a:pt x="4966135" y="6148540"/>
                </a:lnTo>
                <a:lnTo>
                  <a:pt x="5202651" y="6148540"/>
                </a:lnTo>
                <a:lnTo>
                  <a:pt x="5202651" y="5912110"/>
                </a:lnTo>
                <a:lnTo>
                  <a:pt x="4966135" y="5912110"/>
                </a:lnTo>
                <a:close/>
                <a:moveTo>
                  <a:pt x="5202651" y="5912110"/>
                </a:moveTo>
                <a:lnTo>
                  <a:pt x="5202651" y="6148540"/>
                </a:lnTo>
                <a:lnTo>
                  <a:pt x="5439080" y="6148540"/>
                </a:lnTo>
                <a:lnTo>
                  <a:pt x="5439080" y="5912110"/>
                </a:lnTo>
                <a:lnTo>
                  <a:pt x="5202651" y="5912110"/>
                </a:lnTo>
                <a:close/>
                <a:moveTo>
                  <a:pt x="5675595" y="5912110"/>
                </a:moveTo>
                <a:lnTo>
                  <a:pt x="5675595" y="6148540"/>
                </a:lnTo>
                <a:lnTo>
                  <a:pt x="5912110" y="6148540"/>
                </a:lnTo>
                <a:lnTo>
                  <a:pt x="5912110" y="5912110"/>
                </a:lnTo>
                <a:lnTo>
                  <a:pt x="5675595" y="5912110"/>
                </a:lnTo>
                <a:close/>
                <a:moveTo>
                  <a:pt x="6385056" y="5912110"/>
                </a:moveTo>
                <a:lnTo>
                  <a:pt x="6385056" y="6148540"/>
                </a:lnTo>
                <a:lnTo>
                  <a:pt x="6621485" y="6148540"/>
                </a:lnTo>
                <a:lnTo>
                  <a:pt x="6621485" y="5912110"/>
                </a:lnTo>
                <a:lnTo>
                  <a:pt x="6385056" y="5912110"/>
                </a:lnTo>
                <a:close/>
                <a:moveTo>
                  <a:pt x="6621485" y="5912110"/>
                </a:moveTo>
                <a:lnTo>
                  <a:pt x="6621485" y="6148540"/>
                </a:lnTo>
                <a:lnTo>
                  <a:pt x="6858000" y="6148540"/>
                </a:lnTo>
                <a:lnTo>
                  <a:pt x="6858000" y="5912110"/>
                </a:lnTo>
                <a:lnTo>
                  <a:pt x="6621485" y="5912110"/>
                </a:lnTo>
                <a:close/>
                <a:moveTo>
                  <a:pt x="0" y="6148540"/>
                </a:moveTo>
                <a:lnTo>
                  <a:pt x="0" y="6385056"/>
                </a:lnTo>
                <a:lnTo>
                  <a:pt x="236515" y="6385056"/>
                </a:lnTo>
                <a:lnTo>
                  <a:pt x="236515" y="6148540"/>
                </a:lnTo>
                <a:lnTo>
                  <a:pt x="0" y="6148540"/>
                </a:lnTo>
                <a:close/>
                <a:moveTo>
                  <a:pt x="472945" y="6148540"/>
                </a:moveTo>
                <a:lnTo>
                  <a:pt x="472945" y="6385056"/>
                </a:lnTo>
                <a:lnTo>
                  <a:pt x="709460" y="6385056"/>
                </a:lnTo>
                <a:lnTo>
                  <a:pt x="709460" y="6148540"/>
                </a:lnTo>
                <a:lnTo>
                  <a:pt x="472945" y="6148540"/>
                </a:lnTo>
                <a:close/>
                <a:moveTo>
                  <a:pt x="709460" y="6148540"/>
                </a:moveTo>
                <a:lnTo>
                  <a:pt x="709460" y="6385056"/>
                </a:lnTo>
                <a:lnTo>
                  <a:pt x="945890" y="6385056"/>
                </a:lnTo>
                <a:lnTo>
                  <a:pt x="945890" y="6148540"/>
                </a:lnTo>
                <a:lnTo>
                  <a:pt x="709460" y="6148540"/>
                </a:lnTo>
                <a:close/>
                <a:moveTo>
                  <a:pt x="945890" y="6148540"/>
                </a:moveTo>
                <a:lnTo>
                  <a:pt x="945890" y="6385056"/>
                </a:lnTo>
                <a:lnTo>
                  <a:pt x="1182405" y="6385056"/>
                </a:lnTo>
                <a:lnTo>
                  <a:pt x="1182405" y="6148540"/>
                </a:lnTo>
                <a:lnTo>
                  <a:pt x="945890" y="6148540"/>
                </a:lnTo>
                <a:close/>
                <a:moveTo>
                  <a:pt x="1418920" y="6148540"/>
                </a:moveTo>
                <a:lnTo>
                  <a:pt x="1418920" y="6385056"/>
                </a:lnTo>
                <a:lnTo>
                  <a:pt x="1655350" y="6385056"/>
                </a:lnTo>
                <a:lnTo>
                  <a:pt x="1655350" y="6148540"/>
                </a:lnTo>
                <a:lnTo>
                  <a:pt x="1418920" y="6148540"/>
                </a:lnTo>
                <a:close/>
                <a:moveTo>
                  <a:pt x="1891865" y="6148540"/>
                </a:moveTo>
                <a:lnTo>
                  <a:pt x="1891865" y="6385056"/>
                </a:lnTo>
                <a:lnTo>
                  <a:pt x="2128380" y="6385056"/>
                </a:lnTo>
                <a:lnTo>
                  <a:pt x="2128380" y="6148540"/>
                </a:lnTo>
                <a:lnTo>
                  <a:pt x="1891865" y="6148540"/>
                </a:lnTo>
                <a:close/>
                <a:moveTo>
                  <a:pt x="2128380" y="6148540"/>
                </a:moveTo>
                <a:lnTo>
                  <a:pt x="2128380" y="6385056"/>
                </a:lnTo>
                <a:lnTo>
                  <a:pt x="2364810" y="6385056"/>
                </a:lnTo>
                <a:lnTo>
                  <a:pt x="2364810" y="6148540"/>
                </a:lnTo>
                <a:lnTo>
                  <a:pt x="2128380" y="6148540"/>
                </a:lnTo>
                <a:close/>
                <a:moveTo>
                  <a:pt x="2364810" y="6148540"/>
                </a:moveTo>
                <a:lnTo>
                  <a:pt x="2364810" y="6385056"/>
                </a:lnTo>
                <a:lnTo>
                  <a:pt x="2601325" y="6385056"/>
                </a:lnTo>
                <a:lnTo>
                  <a:pt x="2601325" y="6148540"/>
                </a:lnTo>
                <a:lnTo>
                  <a:pt x="2364810" y="6148540"/>
                </a:lnTo>
                <a:close/>
                <a:moveTo>
                  <a:pt x="3074270" y="6148540"/>
                </a:moveTo>
                <a:lnTo>
                  <a:pt x="3074270" y="6385056"/>
                </a:lnTo>
                <a:lnTo>
                  <a:pt x="3310785" y="6385056"/>
                </a:lnTo>
                <a:lnTo>
                  <a:pt x="3310785" y="6148540"/>
                </a:lnTo>
                <a:lnTo>
                  <a:pt x="3074270" y="6148540"/>
                </a:lnTo>
                <a:close/>
                <a:moveTo>
                  <a:pt x="3310785" y="6148540"/>
                </a:moveTo>
                <a:lnTo>
                  <a:pt x="3310785" y="6385056"/>
                </a:lnTo>
                <a:lnTo>
                  <a:pt x="3547215" y="6385056"/>
                </a:lnTo>
                <a:lnTo>
                  <a:pt x="3547215" y="6148540"/>
                </a:lnTo>
                <a:lnTo>
                  <a:pt x="3310785" y="6148540"/>
                </a:lnTo>
                <a:close/>
                <a:moveTo>
                  <a:pt x="3547215" y="6148540"/>
                </a:moveTo>
                <a:lnTo>
                  <a:pt x="3547215" y="6385056"/>
                </a:lnTo>
                <a:lnTo>
                  <a:pt x="3783730" y="6385056"/>
                </a:lnTo>
                <a:lnTo>
                  <a:pt x="3783730" y="6148540"/>
                </a:lnTo>
                <a:lnTo>
                  <a:pt x="3547215" y="6148540"/>
                </a:lnTo>
                <a:close/>
                <a:moveTo>
                  <a:pt x="4020245" y="6148540"/>
                </a:moveTo>
                <a:lnTo>
                  <a:pt x="4020245" y="6385056"/>
                </a:lnTo>
                <a:lnTo>
                  <a:pt x="4256675" y="6385056"/>
                </a:lnTo>
                <a:lnTo>
                  <a:pt x="4256675" y="6148540"/>
                </a:lnTo>
                <a:lnTo>
                  <a:pt x="4020245" y="6148540"/>
                </a:lnTo>
                <a:close/>
                <a:moveTo>
                  <a:pt x="4493191" y="6148540"/>
                </a:moveTo>
                <a:lnTo>
                  <a:pt x="4493191" y="6385056"/>
                </a:lnTo>
                <a:lnTo>
                  <a:pt x="4729620" y="6385056"/>
                </a:lnTo>
                <a:lnTo>
                  <a:pt x="4729620" y="6148540"/>
                </a:lnTo>
                <a:lnTo>
                  <a:pt x="4493191" y="6148540"/>
                </a:lnTo>
                <a:close/>
                <a:moveTo>
                  <a:pt x="4729620" y="6148540"/>
                </a:moveTo>
                <a:lnTo>
                  <a:pt x="4729620" y="6385056"/>
                </a:lnTo>
                <a:lnTo>
                  <a:pt x="4966135" y="6385056"/>
                </a:lnTo>
                <a:lnTo>
                  <a:pt x="4966135" y="6148540"/>
                </a:lnTo>
                <a:lnTo>
                  <a:pt x="4729620" y="6148540"/>
                </a:lnTo>
                <a:close/>
                <a:moveTo>
                  <a:pt x="6148540" y="6148540"/>
                </a:moveTo>
                <a:lnTo>
                  <a:pt x="6148540" y="6385056"/>
                </a:lnTo>
                <a:lnTo>
                  <a:pt x="6385056" y="6385056"/>
                </a:lnTo>
                <a:lnTo>
                  <a:pt x="6385056" y="6148540"/>
                </a:lnTo>
                <a:lnTo>
                  <a:pt x="6148540" y="6148540"/>
                </a:lnTo>
                <a:close/>
                <a:moveTo>
                  <a:pt x="6385056" y="6148540"/>
                </a:moveTo>
                <a:lnTo>
                  <a:pt x="6385056" y="6385056"/>
                </a:lnTo>
                <a:lnTo>
                  <a:pt x="6621485" y="6385056"/>
                </a:lnTo>
                <a:lnTo>
                  <a:pt x="6621485" y="6148540"/>
                </a:lnTo>
                <a:lnTo>
                  <a:pt x="6385056" y="6148540"/>
                </a:lnTo>
                <a:close/>
                <a:moveTo>
                  <a:pt x="0" y="6385056"/>
                </a:moveTo>
                <a:lnTo>
                  <a:pt x="0" y="6621485"/>
                </a:lnTo>
                <a:lnTo>
                  <a:pt x="236515" y="6621485"/>
                </a:lnTo>
                <a:lnTo>
                  <a:pt x="236515" y="6385056"/>
                </a:lnTo>
                <a:lnTo>
                  <a:pt x="0" y="6385056"/>
                </a:lnTo>
                <a:close/>
                <a:moveTo>
                  <a:pt x="1418920" y="6385056"/>
                </a:moveTo>
                <a:lnTo>
                  <a:pt x="1418920" y="6621485"/>
                </a:lnTo>
                <a:lnTo>
                  <a:pt x="1655350" y="6621485"/>
                </a:lnTo>
                <a:lnTo>
                  <a:pt x="1655350" y="6385056"/>
                </a:lnTo>
                <a:lnTo>
                  <a:pt x="1418920" y="6385056"/>
                </a:lnTo>
                <a:close/>
                <a:moveTo>
                  <a:pt x="1891865" y="6385056"/>
                </a:moveTo>
                <a:lnTo>
                  <a:pt x="1891865" y="6621485"/>
                </a:lnTo>
                <a:lnTo>
                  <a:pt x="2128380" y="6621485"/>
                </a:lnTo>
                <a:lnTo>
                  <a:pt x="2128380" y="6385056"/>
                </a:lnTo>
                <a:lnTo>
                  <a:pt x="1891865" y="6385056"/>
                </a:lnTo>
                <a:close/>
                <a:moveTo>
                  <a:pt x="2128380" y="6385056"/>
                </a:moveTo>
                <a:lnTo>
                  <a:pt x="2128380" y="6621485"/>
                </a:lnTo>
                <a:lnTo>
                  <a:pt x="2364810" y="6621485"/>
                </a:lnTo>
                <a:lnTo>
                  <a:pt x="2364810" y="6385056"/>
                </a:lnTo>
                <a:lnTo>
                  <a:pt x="2128380" y="6385056"/>
                </a:lnTo>
                <a:close/>
                <a:moveTo>
                  <a:pt x="3074270" y="6385056"/>
                </a:moveTo>
                <a:lnTo>
                  <a:pt x="3074270" y="6621485"/>
                </a:lnTo>
                <a:lnTo>
                  <a:pt x="3310785" y="6621485"/>
                </a:lnTo>
                <a:lnTo>
                  <a:pt x="3310785" y="6385056"/>
                </a:lnTo>
                <a:lnTo>
                  <a:pt x="3074270" y="6385056"/>
                </a:lnTo>
                <a:close/>
                <a:moveTo>
                  <a:pt x="4020245" y="6385056"/>
                </a:moveTo>
                <a:lnTo>
                  <a:pt x="4020245" y="6621485"/>
                </a:lnTo>
                <a:lnTo>
                  <a:pt x="4256675" y="6621485"/>
                </a:lnTo>
                <a:lnTo>
                  <a:pt x="4256675" y="6385056"/>
                </a:lnTo>
                <a:lnTo>
                  <a:pt x="4020245" y="6385056"/>
                </a:lnTo>
                <a:close/>
                <a:moveTo>
                  <a:pt x="4729620" y="6385056"/>
                </a:moveTo>
                <a:lnTo>
                  <a:pt x="4729620" y="6621485"/>
                </a:lnTo>
                <a:lnTo>
                  <a:pt x="4966135" y="6621485"/>
                </a:lnTo>
                <a:lnTo>
                  <a:pt x="4966135" y="6385056"/>
                </a:lnTo>
                <a:lnTo>
                  <a:pt x="4729620" y="6385056"/>
                </a:lnTo>
                <a:close/>
                <a:moveTo>
                  <a:pt x="5675595" y="6385056"/>
                </a:moveTo>
                <a:lnTo>
                  <a:pt x="5675595" y="6621485"/>
                </a:lnTo>
                <a:lnTo>
                  <a:pt x="5912110" y="6621485"/>
                </a:lnTo>
                <a:lnTo>
                  <a:pt x="5912110" y="6385056"/>
                </a:lnTo>
                <a:lnTo>
                  <a:pt x="5675595" y="6385056"/>
                </a:lnTo>
                <a:close/>
                <a:moveTo>
                  <a:pt x="6148540" y="6385056"/>
                </a:moveTo>
                <a:lnTo>
                  <a:pt x="6148540" y="6621485"/>
                </a:lnTo>
                <a:lnTo>
                  <a:pt x="6385056" y="6621485"/>
                </a:lnTo>
                <a:lnTo>
                  <a:pt x="6385056" y="6385056"/>
                </a:lnTo>
                <a:lnTo>
                  <a:pt x="6148540" y="6385056"/>
                </a:lnTo>
                <a:close/>
                <a:moveTo>
                  <a:pt x="0" y="6621485"/>
                </a:moveTo>
                <a:lnTo>
                  <a:pt x="0" y="6858000"/>
                </a:lnTo>
                <a:lnTo>
                  <a:pt x="236515" y="6858000"/>
                </a:lnTo>
                <a:lnTo>
                  <a:pt x="236515" y="6621485"/>
                </a:lnTo>
                <a:lnTo>
                  <a:pt x="0" y="6621485"/>
                </a:lnTo>
                <a:close/>
                <a:moveTo>
                  <a:pt x="236515" y="6621485"/>
                </a:moveTo>
                <a:lnTo>
                  <a:pt x="236515" y="6858000"/>
                </a:lnTo>
                <a:lnTo>
                  <a:pt x="472945" y="6858000"/>
                </a:lnTo>
                <a:lnTo>
                  <a:pt x="472945" y="6621485"/>
                </a:lnTo>
                <a:lnTo>
                  <a:pt x="236515" y="6621485"/>
                </a:lnTo>
                <a:close/>
                <a:moveTo>
                  <a:pt x="472945" y="6621485"/>
                </a:moveTo>
                <a:lnTo>
                  <a:pt x="472945" y="6858000"/>
                </a:lnTo>
                <a:lnTo>
                  <a:pt x="709460" y="6858000"/>
                </a:lnTo>
                <a:lnTo>
                  <a:pt x="709460" y="6621485"/>
                </a:lnTo>
                <a:lnTo>
                  <a:pt x="472945" y="6621485"/>
                </a:lnTo>
                <a:close/>
                <a:moveTo>
                  <a:pt x="709460" y="6621485"/>
                </a:moveTo>
                <a:lnTo>
                  <a:pt x="709460" y="6858000"/>
                </a:lnTo>
                <a:lnTo>
                  <a:pt x="945890" y="6858000"/>
                </a:lnTo>
                <a:lnTo>
                  <a:pt x="945890" y="6621485"/>
                </a:lnTo>
                <a:lnTo>
                  <a:pt x="709460" y="6621485"/>
                </a:lnTo>
                <a:close/>
                <a:moveTo>
                  <a:pt x="945890" y="6621485"/>
                </a:moveTo>
                <a:lnTo>
                  <a:pt x="945890" y="6858000"/>
                </a:lnTo>
                <a:lnTo>
                  <a:pt x="1182405" y="6858000"/>
                </a:lnTo>
                <a:lnTo>
                  <a:pt x="1182405" y="6621485"/>
                </a:lnTo>
                <a:lnTo>
                  <a:pt x="945890" y="6621485"/>
                </a:lnTo>
                <a:close/>
                <a:moveTo>
                  <a:pt x="1182405" y="6621485"/>
                </a:moveTo>
                <a:lnTo>
                  <a:pt x="1182405" y="6858000"/>
                </a:lnTo>
                <a:lnTo>
                  <a:pt x="1418920" y="6858000"/>
                </a:lnTo>
                <a:lnTo>
                  <a:pt x="1418920" y="6621485"/>
                </a:lnTo>
                <a:lnTo>
                  <a:pt x="1182405" y="6621485"/>
                </a:lnTo>
                <a:close/>
                <a:moveTo>
                  <a:pt x="1418920" y="6621485"/>
                </a:moveTo>
                <a:lnTo>
                  <a:pt x="1418920" y="6858000"/>
                </a:lnTo>
                <a:lnTo>
                  <a:pt x="1655350" y="6858000"/>
                </a:lnTo>
                <a:lnTo>
                  <a:pt x="1655350" y="6621485"/>
                </a:lnTo>
                <a:lnTo>
                  <a:pt x="1418920" y="6621485"/>
                </a:lnTo>
                <a:close/>
                <a:moveTo>
                  <a:pt x="1891865" y="6621485"/>
                </a:moveTo>
                <a:lnTo>
                  <a:pt x="1891865" y="6858000"/>
                </a:lnTo>
                <a:lnTo>
                  <a:pt x="2128380" y="6858000"/>
                </a:lnTo>
                <a:lnTo>
                  <a:pt x="2128380" y="6621485"/>
                </a:lnTo>
                <a:lnTo>
                  <a:pt x="1891865" y="6621485"/>
                </a:lnTo>
                <a:close/>
                <a:moveTo>
                  <a:pt x="2601325" y="6621485"/>
                </a:moveTo>
                <a:lnTo>
                  <a:pt x="2601325" y="6858000"/>
                </a:lnTo>
                <a:lnTo>
                  <a:pt x="2837755" y="6858000"/>
                </a:lnTo>
                <a:lnTo>
                  <a:pt x="2837755" y="6621485"/>
                </a:lnTo>
                <a:lnTo>
                  <a:pt x="2601325" y="6621485"/>
                </a:lnTo>
                <a:close/>
                <a:moveTo>
                  <a:pt x="2837755" y="6621485"/>
                </a:moveTo>
                <a:lnTo>
                  <a:pt x="2837755" y="6858000"/>
                </a:lnTo>
                <a:lnTo>
                  <a:pt x="3074270" y="6858000"/>
                </a:lnTo>
                <a:lnTo>
                  <a:pt x="3074270" y="6621485"/>
                </a:lnTo>
                <a:lnTo>
                  <a:pt x="2837755" y="6621485"/>
                </a:lnTo>
                <a:close/>
                <a:moveTo>
                  <a:pt x="3074270" y="6621485"/>
                </a:moveTo>
                <a:lnTo>
                  <a:pt x="3074270" y="6858000"/>
                </a:lnTo>
                <a:lnTo>
                  <a:pt x="3310785" y="6858000"/>
                </a:lnTo>
                <a:lnTo>
                  <a:pt x="3310785" y="6621485"/>
                </a:lnTo>
                <a:lnTo>
                  <a:pt x="3074270" y="6621485"/>
                </a:lnTo>
                <a:close/>
                <a:moveTo>
                  <a:pt x="3310785" y="6621485"/>
                </a:moveTo>
                <a:lnTo>
                  <a:pt x="3310785" y="6858000"/>
                </a:lnTo>
                <a:lnTo>
                  <a:pt x="3547215" y="6858000"/>
                </a:lnTo>
                <a:lnTo>
                  <a:pt x="3547215" y="6621485"/>
                </a:lnTo>
                <a:lnTo>
                  <a:pt x="3310785" y="6621485"/>
                </a:lnTo>
                <a:close/>
                <a:moveTo>
                  <a:pt x="3547215" y="6621485"/>
                </a:moveTo>
                <a:lnTo>
                  <a:pt x="3547215" y="6858000"/>
                </a:lnTo>
                <a:lnTo>
                  <a:pt x="3783730" y="6858000"/>
                </a:lnTo>
                <a:lnTo>
                  <a:pt x="3783730" y="6621485"/>
                </a:lnTo>
                <a:lnTo>
                  <a:pt x="3547215" y="6621485"/>
                </a:lnTo>
                <a:close/>
                <a:moveTo>
                  <a:pt x="4256675" y="6621485"/>
                </a:moveTo>
                <a:lnTo>
                  <a:pt x="4256675" y="6858000"/>
                </a:lnTo>
                <a:lnTo>
                  <a:pt x="4493191" y="6858000"/>
                </a:lnTo>
                <a:lnTo>
                  <a:pt x="4493191" y="6621485"/>
                </a:lnTo>
                <a:lnTo>
                  <a:pt x="4256675" y="6621485"/>
                </a:lnTo>
                <a:close/>
                <a:moveTo>
                  <a:pt x="5675595" y="6621485"/>
                </a:moveTo>
                <a:lnTo>
                  <a:pt x="5675595" y="6858000"/>
                </a:lnTo>
                <a:lnTo>
                  <a:pt x="5912110" y="6858000"/>
                </a:lnTo>
                <a:lnTo>
                  <a:pt x="5912110" y="6621485"/>
                </a:lnTo>
                <a:lnTo>
                  <a:pt x="5675595" y="6621485"/>
                </a:lnTo>
                <a:close/>
                <a:moveTo>
                  <a:pt x="5912110" y="6621485"/>
                </a:moveTo>
                <a:lnTo>
                  <a:pt x="5912110" y="6858000"/>
                </a:lnTo>
                <a:lnTo>
                  <a:pt x="6148540" y="6858000"/>
                </a:lnTo>
                <a:lnTo>
                  <a:pt x="6148540" y="6621485"/>
                </a:lnTo>
                <a:lnTo>
                  <a:pt x="5912110" y="6621485"/>
                </a:lnTo>
                <a:close/>
                <a:moveTo>
                  <a:pt x="6148540" y="6621485"/>
                </a:moveTo>
                <a:lnTo>
                  <a:pt x="6148540" y="6858000"/>
                </a:lnTo>
                <a:lnTo>
                  <a:pt x="6385056" y="6858000"/>
                </a:lnTo>
                <a:lnTo>
                  <a:pt x="6385056" y="6621485"/>
                </a:lnTo>
                <a:lnTo>
                  <a:pt x="6148540" y="6621485"/>
                </a:lnTo>
                <a:close/>
                <a:moveTo>
                  <a:pt x="6385056" y="6621485"/>
                </a:moveTo>
                <a:lnTo>
                  <a:pt x="6385056" y="6858000"/>
                </a:lnTo>
                <a:lnTo>
                  <a:pt x="6621485" y="6858000"/>
                </a:lnTo>
                <a:lnTo>
                  <a:pt x="6621485" y="6621485"/>
                </a:lnTo>
                <a:lnTo>
                  <a:pt x="6385056" y="6621485"/>
                </a:ln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3" name="Our Website Caption">
            <a:extLst>
              <a:ext uri="{FF2B5EF4-FFF2-40B4-BE49-F238E27FC236}">
                <a16:creationId xmlns:a16="http://schemas.microsoft.com/office/drawing/2014/main" id="{1D9F331A-25FB-ADFD-2812-608C450A018D}"/>
              </a:ext>
            </a:extLst>
          </p:cNvPr>
          <p:cNvSpPr/>
          <p:nvPr/>
        </p:nvSpPr>
        <p:spPr>
          <a:xfrm>
            <a:off x="7692534" y="1565001"/>
            <a:ext cx="2558714" cy="5847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BE" sz="32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Our website</a:t>
            </a:r>
          </a:p>
        </p:txBody>
      </p:sp>
      <p:sp>
        <p:nvSpPr>
          <p:cNvPr id="42" name="Our Youtube Channel Caption">
            <a:extLst>
              <a:ext uri="{FF2B5EF4-FFF2-40B4-BE49-F238E27FC236}">
                <a16:creationId xmlns:a16="http://schemas.microsoft.com/office/drawing/2014/main" id="{5ECA0F29-8617-E60C-BF68-685B22F915D5}"/>
              </a:ext>
            </a:extLst>
          </p:cNvPr>
          <p:cNvSpPr/>
          <p:nvPr/>
        </p:nvSpPr>
        <p:spPr>
          <a:xfrm>
            <a:off x="1233878" y="1565002"/>
            <a:ext cx="4286750" cy="5847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BE" sz="3200" dirty="0">
                <a:solidFill>
                  <a:schemeClr val="bg1"/>
                </a:solidFill>
                <a:latin typeface="Loos Normal Medium" panose="020B0604020102020303" pitchFamily="34" charset="77"/>
                <a:ea typeface="Change" pitchFamily="2" charset="0"/>
                <a:cs typeface="Modak" pitchFamily="2" charset="77"/>
              </a:rPr>
              <a:t>Our Youtube Channel</a:t>
            </a:r>
          </a:p>
        </p:txBody>
      </p:sp>
      <p:sp>
        <p:nvSpPr>
          <p:cNvPr id="5" name="Youtube Channel QR">
            <a:extLst>
              <a:ext uri="{FF2B5EF4-FFF2-40B4-BE49-F238E27FC236}">
                <a16:creationId xmlns:a16="http://schemas.microsoft.com/office/drawing/2014/main" id="{AD36F91E-A7CE-3B48-F0D6-C6A3DEE830C0}"/>
              </a:ext>
            </a:extLst>
          </p:cNvPr>
          <p:cNvSpPr/>
          <p:nvPr/>
        </p:nvSpPr>
        <p:spPr>
          <a:xfrm>
            <a:off x="2255032" y="2306782"/>
            <a:ext cx="2244436" cy="2244436"/>
          </a:xfrm>
          <a:custGeom>
            <a:avLst/>
            <a:gdLst>
              <a:gd name="connsiteX0" fmla="*/ 0 w 6858000"/>
              <a:gd name="connsiteY0" fmla="*/ 0 h 6858000"/>
              <a:gd name="connsiteX1" fmla="*/ 0 w 6858000"/>
              <a:gd name="connsiteY1" fmla="*/ 207797 h 6858000"/>
              <a:gd name="connsiteX2" fmla="*/ 207797 w 6858000"/>
              <a:gd name="connsiteY2" fmla="*/ 207797 h 6858000"/>
              <a:gd name="connsiteX3" fmla="*/ 207797 w 6858000"/>
              <a:gd name="connsiteY3" fmla="*/ 0 h 6858000"/>
              <a:gd name="connsiteX4" fmla="*/ 0 w 6858000"/>
              <a:gd name="connsiteY4" fmla="*/ 0 h 6858000"/>
              <a:gd name="connsiteX5" fmla="*/ 207797 w 6858000"/>
              <a:gd name="connsiteY5" fmla="*/ 0 h 6858000"/>
              <a:gd name="connsiteX6" fmla="*/ 207797 w 6858000"/>
              <a:gd name="connsiteY6" fmla="*/ 207797 h 6858000"/>
              <a:gd name="connsiteX7" fmla="*/ 415595 w 6858000"/>
              <a:gd name="connsiteY7" fmla="*/ 207797 h 6858000"/>
              <a:gd name="connsiteX8" fmla="*/ 415595 w 6858000"/>
              <a:gd name="connsiteY8" fmla="*/ 0 h 6858000"/>
              <a:gd name="connsiteX9" fmla="*/ 207797 w 6858000"/>
              <a:gd name="connsiteY9" fmla="*/ 0 h 6858000"/>
              <a:gd name="connsiteX10" fmla="*/ 415595 w 6858000"/>
              <a:gd name="connsiteY10" fmla="*/ 0 h 6858000"/>
              <a:gd name="connsiteX11" fmla="*/ 415595 w 6858000"/>
              <a:gd name="connsiteY11" fmla="*/ 207797 h 6858000"/>
              <a:gd name="connsiteX12" fmla="*/ 623478 w 6858000"/>
              <a:gd name="connsiteY12" fmla="*/ 207797 h 6858000"/>
              <a:gd name="connsiteX13" fmla="*/ 623478 w 6858000"/>
              <a:gd name="connsiteY13" fmla="*/ 0 h 6858000"/>
              <a:gd name="connsiteX14" fmla="*/ 415595 w 6858000"/>
              <a:gd name="connsiteY14" fmla="*/ 0 h 6858000"/>
              <a:gd name="connsiteX15" fmla="*/ 623478 w 6858000"/>
              <a:gd name="connsiteY15" fmla="*/ 0 h 6858000"/>
              <a:gd name="connsiteX16" fmla="*/ 623478 w 6858000"/>
              <a:gd name="connsiteY16" fmla="*/ 207797 h 6858000"/>
              <a:gd name="connsiteX17" fmla="*/ 831275 w 6858000"/>
              <a:gd name="connsiteY17" fmla="*/ 207797 h 6858000"/>
              <a:gd name="connsiteX18" fmla="*/ 831275 w 6858000"/>
              <a:gd name="connsiteY18" fmla="*/ 0 h 6858000"/>
              <a:gd name="connsiteX19" fmla="*/ 623478 w 6858000"/>
              <a:gd name="connsiteY19" fmla="*/ 0 h 6858000"/>
              <a:gd name="connsiteX20" fmla="*/ 831275 w 6858000"/>
              <a:gd name="connsiteY20" fmla="*/ 0 h 6858000"/>
              <a:gd name="connsiteX21" fmla="*/ 831275 w 6858000"/>
              <a:gd name="connsiteY21" fmla="*/ 207797 h 6858000"/>
              <a:gd name="connsiteX22" fmla="*/ 1039073 w 6858000"/>
              <a:gd name="connsiteY22" fmla="*/ 207797 h 6858000"/>
              <a:gd name="connsiteX23" fmla="*/ 1039073 w 6858000"/>
              <a:gd name="connsiteY23" fmla="*/ 0 h 6858000"/>
              <a:gd name="connsiteX24" fmla="*/ 831275 w 6858000"/>
              <a:gd name="connsiteY24" fmla="*/ 0 h 6858000"/>
              <a:gd name="connsiteX25" fmla="*/ 1039073 w 6858000"/>
              <a:gd name="connsiteY25" fmla="*/ 0 h 6858000"/>
              <a:gd name="connsiteX26" fmla="*/ 1039073 w 6858000"/>
              <a:gd name="connsiteY26" fmla="*/ 207797 h 6858000"/>
              <a:gd name="connsiteX27" fmla="*/ 1246870 w 6858000"/>
              <a:gd name="connsiteY27" fmla="*/ 207797 h 6858000"/>
              <a:gd name="connsiteX28" fmla="*/ 1246870 w 6858000"/>
              <a:gd name="connsiteY28" fmla="*/ 0 h 6858000"/>
              <a:gd name="connsiteX29" fmla="*/ 1039073 w 6858000"/>
              <a:gd name="connsiteY29" fmla="*/ 0 h 6858000"/>
              <a:gd name="connsiteX30" fmla="*/ 1246870 w 6858000"/>
              <a:gd name="connsiteY30" fmla="*/ 0 h 6858000"/>
              <a:gd name="connsiteX31" fmla="*/ 1246870 w 6858000"/>
              <a:gd name="connsiteY31" fmla="*/ 207797 h 6858000"/>
              <a:gd name="connsiteX32" fmla="*/ 1454753 w 6858000"/>
              <a:gd name="connsiteY32" fmla="*/ 207797 h 6858000"/>
              <a:gd name="connsiteX33" fmla="*/ 1454753 w 6858000"/>
              <a:gd name="connsiteY33" fmla="*/ 0 h 6858000"/>
              <a:gd name="connsiteX34" fmla="*/ 1246870 w 6858000"/>
              <a:gd name="connsiteY34" fmla="*/ 0 h 6858000"/>
              <a:gd name="connsiteX35" fmla="*/ 1662551 w 6858000"/>
              <a:gd name="connsiteY35" fmla="*/ 0 h 6858000"/>
              <a:gd name="connsiteX36" fmla="*/ 1662551 w 6858000"/>
              <a:gd name="connsiteY36" fmla="*/ 207797 h 6858000"/>
              <a:gd name="connsiteX37" fmla="*/ 1870348 w 6858000"/>
              <a:gd name="connsiteY37" fmla="*/ 207797 h 6858000"/>
              <a:gd name="connsiteX38" fmla="*/ 1870348 w 6858000"/>
              <a:gd name="connsiteY38" fmla="*/ 0 h 6858000"/>
              <a:gd name="connsiteX39" fmla="*/ 1662551 w 6858000"/>
              <a:gd name="connsiteY39" fmla="*/ 0 h 6858000"/>
              <a:gd name="connsiteX40" fmla="*/ 2078145 w 6858000"/>
              <a:gd name="connsiteY40" fmla="*/ 0 h 6858000"/>
              <a:gd name="connsiteX41" fmla="*/ 2078145 w 6858000"/>
              <a:gd name="connsiteY41" fmla="*/ 207797 h 6858000"/>
              <a:gd name="connsiteX42" fmla="*/ 2286029 w 6858000"/>
              <a:gd name="connsiteY42" fmla="*/ 207797 h 6858000"/>
              <a:gd name="connsiteX43" fmla="*/ 2286029 w 6858000"/>
              <a:gd name="connsiteY43" fmla="*/ 0 h 6858000"/>
              <a:gd name="connsiteX44" fmla="*/ 2078145 w 6858000"/>
              <a:gd name="connsiteY44" fmla="*/ 0 h 6858000"/>
              <a:gd name="connsiteX45" fmla="*/ 2286029 w 6858000"/>
              <a:gd name="connsiteY45" fmla="*/ 0 h 6858000"/>
              <a:gd name="connsiteX46" fmla="*/ 2286029 w 6858000"/>
              <a:gd name="connsiteY46" fmla="*/ 207797 h 6858000"/>
              <a:gd name="connsiteX47" fmla="*/ 2493826 w 6858000"/>
              <a:gd name="connsiteY47" fmla="*/ 207797 h 6858000"/>
              <a:gd name="connsiteX48" fmla="*/ 2493826 w 6858000"/>
              <a:gd name="connsiteY48" fmla="*/ 0 h 6858000"/>
              <a:gd name="connsiteX49" fmla="*/ 2286029 w 6858000"/>
              <a:gd name="connsiteY49" fmla="*/ 0 h 6858000"/>
              <a:gd name="connsiteX50" fmla="*/ 2701623 w 6858000"/>
              <a:gd name="connsiteY50" fmla="*/ 0 h 6858000"/>
              <a:gd name="connsiteX51" fmla="*/ 2701623 w 6858000"/>
              <a:gd name="connsiteY51" fmla="*/ 207797 h 6858000"/>
              <a:gd name="connsiteX52" fmla="*/ 2909421 w 6858000"/>
              <a:gd name="connsiteY52" fmla="*/ 207797 h 6858000"/>
              <a:gd name="connsiteX53" fmla="*/ 2909421 w 6858000"/>
              <a:gd name="connsiteY53" fmla="*/ 0 h 6858000"/>
              <a:gd name="connsiteX54" fmla="*/ 2701623 w 6858000"/>
              <a:gd name="connsiteY54" fmla="*/ 0 h 6858000"/>
              <a:gd name="connsiteX55" fmla="*/ 2909421 w 6858000"/>
              <a:gd name="connsiteY55" fmla="*/ 0 h 6858000"/>
              <a:gd name="connsiteX56" fmla="*/ 2909421 w 6858000"/>
              <a:gd name="connsiteY56" fmla="*/ 207797 h 6858000"/>
              <a:gd name="connsiteX57" fmla="*/ 3117304 w 6858000"/>
              <a:gd name="connsiteY57" fmla="*/ 207797 h 6858000"/>
              <a:gd name="connsiteX58" fmla="*/ 3117304 w 6858000"/>
              <a:gd name="connsiteY58" fmla="*/ 0 h 6858000"/>
              <a:gd name="connsiteX59" fmla="*/ 2909421 w 6858000"/>
              <a:gd name="connsiteY59" fmla="*/ 0 h 6858000"/>
              <a:gd name="connsiteX60" fmla="*/ 3532899 w 6858000"/>
              <a:gd name="connsiteY60" fmla="*/ 0 h 6858000"/>
              <a:gd name="connsiteX61" fmla="*/ 3532899 w 6858000"/>
              <a:gd name="connsiteY61" fmla="*/ 207797 h 6858000"/>
              <a:gd name="connsiteX62" fmla="*/ 3740696 w 6858000"/>
              <a:gd name="connsiteY62" fmla="*/ 207797 h 6858000"/>
              <a:gd name="connsiteX63" fmla="*/ 3740696 w 6858000"/>
              <a:gd name="connsiteY63" fmla="*/ 0 h 6858000"/>
              <a:gd name="connsiteX64" fmla="*/ 3532899 w 6858000"/>
              <a:gd name="connsiteY64" fmla="*/ 0 h 6858000"/>
              <a:gd name="connsiteX65" fmla="*/ 3948579 w 6858000"/>
              <a:gd name="connsiteY65" fmla="*/ 0 h 6858000"/>
              <a:gd name="connsiteX66" fmla="*/ 3948579 w 6858000"/>
              <a:gd name="connsiteY66" fmla="*/ 207797 h 6858000"/>
              <a:gd name="connsiteX67" fmla="*/ 4156377 w 6858000"/>
              <a:gd name="connsiteY67" fmla="*/ 207797 h 6858000"/>
              <a:gd name="connsiteX68" fmla="*/ 4156377 w 6858000"/>
              <a:gd name="connsiteY68" fmla="*/ 0 h 6858000"/>
              <a:gd name="connsiteX69" fmla="*/ 3948579 w 6858000"/>
              <a:gd name="connsiteY69" fmla="*/ 0 h 6858000"/>
              <a:gd name="connsiteX70" fmla="*/ 4156377 w 6858000"/>
              <a:gd name="connsiteY70" fmla="*/ 0 h 6858000"/>
              <a:gd name="connsiteX71" fmla="*/ 4156377 w 6858000"/>
              <a:gd name="connsiteY71" fmla="*/ 207797 h 6858000"/>
              <a:gd name="connsiteX72" fmla="*/ 4364174 w 6858000"/>
              <a:gd name="connsiteY72" fmla="*/ 207797 h 6858000"/>
              <a:gd name="connsiteX73" fmla="*/ 4364174 w 6858000"/>
              <a:gd name="connsiteY73" fmla="*/ 0 h 6858000"/>
              <a:gd name="connsiteX74" fmla="*/ 4156377 w 6858000"/>
              <a:gd name="connsiteY74" fmla="*/ 0 h 6858000"/>
              <a:gd name="connsiteX75" fmla="*/ 4364174 w 6858000"/>
              <a:gd name="connsiteY75" fmla="*/ 0 h 6858000"/>
              <a:gd name="connsiteX76" fmla="*/ 4364174 w 6858000"/>
              <a:gd name="connsiteY76" fmla="*/ 207797 h 6858000"/>
              <a:gd name="connsiteX77" fmla="*/ 4571972 w 6858000"/>
              <a:gd name="connsiteY77" fmla="*/ 207797 h 6858000"/>
              <a:gd name="connsiteX78" fmla="*/ 4571972 w 6858000"/>
              <a:gd name="connsiteY78" fmla="*/ 0 h 6858000"/>
              <a:gd name="connsiteX79" fmla="*/ 4364174 w 6858000"/>
              <a:gd name="connsiteY79" fmla="*/ 0 h 6858000"/>
              <a:gd name="connsiteX80" fmla="*/ 4987652 w 6858000"/>
              <a:gd name="connsiteY80" fmla="*/ 0 h 6858000"/>
              <a:gd name="connsiteX81" fmla="*/ 4987652 w 6858000"/>
              <a:gd name="connsiteY81" fmla="*/ 207797 h 6858000"/>
              <a:gd name="connsiteX82" fmla="*/ 5195450 w 6858000"/>
              <a:gd name="connsiteY82" fmla="*/ 207797 h 6858000"/>
              <a:gd name="connsiteX83" fmla="*/ 5195450 w 6858000"/>
              <a:gd name="connsiteY83" fmla="*/ 0 h 6858000"/>
              <a:gd name="connsiteX84" fmla="*/ 4987652 w 6858000"/>
              <a:gd name="connsiteY84" fmla="*/ 0 h 6858000"/>
              <a:gd name="connsiteX85" fmla="*/ 5403247 w 6858000"/>
              <a:gd name="connsiteY85" fmla="*/ 0 h 6858000"/>
              <a:gd name="connsiteX86" fmla="*/ 5403247 w 6858000"/>
              <a:gd name="connsiteY86" fmla="*/ 207797 h 6858000"/>
              <a:gd name="connsiteX87" fmla="*/ 5611130 w 6858000"/>
              <a:gd name="connsiteY87" fmla="*/ 207797 h 6858000"/>
              <a:gd name="connsiteX88" fmla="*/ 5611130 w 6858000"/>
              <a:gd name="connsiteY88" fmla="*/ 0 h 6858000"/>
              <a:gd name="connsiteX89" fmla="*/ 5403247 w 6858000"/>
              <a:gd name="connsiteY89" fmla="*/ 0 h 6858000"/>
              <a:gd name="connsiteX90" fmla="*/ 5611130 w 6858000"/>
              <a:gd name="connsiteY90" fmla="*/ 0 h 6858000"/>
              <a:gd name="connsiteX91" fmla="*/ 5611130 w 6858000"/>
              <a:gd name="connsiteY91" fmla="*/ 207797 h 6858000"/>
              <a:gd name="connsiteX92" fmla="*/ 5818927 w 6858000"/>
              <a:gd name="connsiteY92" fmla="*/ 207797 h 6858000"/>
              <a:gd name="connsiteX93" fmla="*/ 5818927 w 6858000"/>
              <a:gd name="connsiteY93" fmla="*/ 0 h 6858000"/>
              <a:gd name="connsiteX94" fmla="*/ 5611130 w 6858000"/>
              <a:gd name="connsiteY94" fmla="*/ 0 h 6858000"/>
              <a:gd name="connsiteX95" fmla="*/ 5818927 w 6858000"/>
              <a:gd name="connsiteY95" fmla="*/ 0 h 6858000"/>
              <a:gd name="connsiteX96" fmla="*/ 5818927 w 6858000"/>
              <a:gd name="connsiteY96" fmla="*/ 207797 h 6858000"/>
              <a:gd name="connsiteX97" fmla="*/ 6026725 w 6858000"/>
              <a:gd name="connsiteY97" fmla="*/ 207797 h 6858000"/>
              <a:gd name="connsiteX98" fmla="*/ 6026725 w 6858000"/>
              <a:gd name="connsiteY98" fmla="*/ 0 h 6858000"/>
              <a:gd name="connsiteX99" fmla="*/ 5818927 w 6858000"/>
              <a:gd name="connsiteY99" fmla="*/ 0 h 6858000"/>
              <a:gd name="connsiteX100" fmla="*/ 6026725 w 6858000"/>
              <a:gd name="connsiteY100" fmla="*/ 0 h 6858000"/>
              <a:gd name="connsiteX101" fmla="*/ 6026725 w 6858000"/>
              <a:gd name="connsiteY101" fmla="*/ 207797 h 6858000"/>
              <a:gd name="connsiteX102" fmla="*/ 6234522 w 6858000"/>
              <a:gd name="connsiteY102" fmla="*/ 207797 h 6858000"/>
              <a:gd name="connsiteX103" fmla="*/ 6234522 w 6858000"/>
              <a:gd name="connsiteY103" fmla="*/ 0 h 6858000"/>
              <a:gd name="connsiteX104" fmla="*/ 6026725 w 6858000"/>
              <a:gd name="connsiteY104" fmla="*/ 0 h 6858000"/>
              <a:gd name="connsiteX105" fmla="*/ 6234522 w 6858000"/>
              <a:gd name="connsiteY105" fmla="*/ 0 h 6858000"/>
              <a:gd name="connsiteX106" fmla="*/ 6234522 w 6858000"/>
              <a:gd name="connsiteY106" fmla="*/ 207797 h 6858000"/>
              <a:gd name="connsiteX107" fmla="*/ 6442406 w 6858000"/>
              <a:gd name="connsiteY107" fmla="*/ 207797 h 6858000"/>
              <a:gd name="connsiteX108" fmla="*/ 6442406 w 6858000"/>
              <a:gd name="connsiteY108" fmla="*/ 0 h 6858000"/>
              <a:gd name="connsiteX109" fmla="*/ 6234522 w 6858000"/>
              <a:gd name="connsiteY109" fmla="*/ 0 h 6858000"/>
              <a:gd name="connsiteX110" fmla="*/ 6442406 w 6858000"/>
              <a:gd name="connsiteY110" fmla="*/ 0 h 6858000"/>
              <a:gd name="connsiteX111" fmla="*/ 6442406 w 6858000"/>
              <a:gd name="connsiteY111" fmla="*/ 207797 h 6858000"/>
              <a:gd name="connsiteX112" fmla="*/ 6650203 w 6858000"/>
              <a:gd name="connsiteY112" fmla="*/ 207797 h 6858000"/>
              <a:gd name="connsiteX113" fmla="*/ 6650203 w 6858000"/>
              <a:gd name="connsiteY113" fmla="*/ 0 h 6858000"/>
              <a:gd name="connsiteX114" fmla="*/ 6442406 w 6858000"/>
              <a:gd name="connsiteY114" fmla="*/ 0 h 6858000"/>
              <a:gd name="connsiteX115" fmla="*/ 6650203 w 6858000"/>
              <a:gd name="connsiteY115" fmla="*/ 0 h 6858000"/>
              <a:gd name="connsiteX116" fmla="*/ 6650203 w 6858000"/>
              <a:gd name="connsiteY116" fmla="*/ 207797 h 6858000"/>
              <a:gd name="connsiteX117" fmla="*/ 6858000 w 6858000"/>
              <a:gd name="connsiteY117" fmla="*/ 207797 h 6858000"/>
              <a:gd name="connsiteX118" fmla="*/ 6858000 w 6858000"/>
              <a:gd name="connsiteY118" fmla="*/ 0 h 6858000"/>
              <a:gd name="connsiteX119" fmla="*/ 6650203 w 6858000"/>
              <a:gd name="connsiteY119" fmla="*/ 0 h 6858000"/>
              <a:gd name="connsiteX120" fmla="*/ 0 w 6858000"/>
              <a:gd name="connsiteY120" fmla="*/ 207797 h 6858000"/>
              <a:gd name="connsiteX121" fmla="*/ 0 w 6858000"/>
              <a:gd name="connsiteY121" fmla="*/ 415595 h 6858000"/>
              <a:gd name="connsiteX122" fmla="*/ 207797 w 6858000"/>
              <a:gd name="connsiteY122" fmla="*/ 415595 h 6858000"/>
              <a:gd name="connsiteX123" fmla="*/ 207797 w 6858000"/>
              <a:gd name="connsiteY123" fmla="*/ 207797 h 6858000"/>
              <a:gd name="connsiteX124" fmla="*/ 0 w 6858000"/>
              <a:gd name="connsiteY124" fmla="*/ 207797 h 6858000"/>
              <a:gd name="connsiteX125" fmla="*/ 1246870 w 6858000"/>
              <a:gd name="connsiteY125" fmla="*/ 207797 h 6858000"/>
              <a:gd name="connsiteX126" fmla="*/ 1246870 w 6858000"/>
              <a:gd name="connsiteY126" fmla="*/ 415595 h 6858000"/>
              <a:gd name="connsiteX127" fmla="*/ 1454753 w 6858000"/>
              <a:gd name="connsiteY127" fmla="*/ 415595 h 6858000"/>
              <a:gd name="connsiteX128" fmla="*/ 1454753 w 6858000"/>
              <a:gd name="connsiteY128" fmla="*/ 207797 h 6858000"/>
              <a:gd name="connsiteX129" fmla="*/ 1246870 w 6858000"/>
              <a:gd name="connsiteY129" fmla="*/ 207797 h 6858000"/>
              <a:gd name="connsiteX130" fmla="*/ 1870348 w 6858000"/>
              <a:gd name="connsiteY130" fmla="*/ 207797 h 6858000"/>
              <a:gd name="connsiteX131" fmla="*/ 1870348 w 6858000"/>
              <a:gd name="connsiteY131" fmla="*/ 415595 h 6858000"/>
              <a:gd name="connsiteX132" fmla="*/ 2078145 w 6858000"/>
              <a:gd name="connsiteY132" fmla="*/ 415595 h 6858000"/>
              <a:gd name="connsiteX133" fmla="*/ 2078145 w 6858000"/>
              <a:gd name="connsiteY133" fmla="*/ 207797 h 6858000"/>
              <a:gd name="connsiteX134" fmla="*/ 1870348 w 6858000"/>
              <a:gd name="connsiteY134" fmla="*/ 207797 h 6858000"/>
              <a:gd name="connsiteX135" fmla="*/ 2078145 w 6858000"/>
              <a:gd name="connsiteY135" fmla="*/ 207797 h 6858000"/>
              <a:gd name="connsiteX136" fmla="*/ 2078145 w 6858000"/>
              <a:gd name="connsiteY136" fmla="*/ 415595 h 6858000"/>
              <a:gd name="connsiteX137" fmla="*/ 2286029 w 6858000"/>
              <a:gd name="connsiteY137" fmla="*/ 415595 h 6858000"/>
              <a:gd name="connsiteX138" fmla="*/ 2286029 w 6858000"/>
              <a:gd name="connsiteY138" fmla="*/ 207797 h 6858000"/>
              <a:gd name="connsiteX139" fmla="*/ 2078145 w 6858000"/>
              <a:gd name="connsiteY139" fmla="*/ 207797 h 6858000"/>
              <a:gd name="connsiteX140" fmla="*/ 2286029 w 6858000"/>
              <a:gd name="connsiteY140" fmla="*/ 207797 h 6858000"/>
              <a:gd name="connsiteX141" fmla="*/ 2286029 w 6858000"/>
              <a:gd name="connsiteY141" fmla="*/ 415595 h 6858000"/>
              <a:gd name="connsiteX142" fmla="*/ 2493826 w 6858000"/>
              <a:gd name="connsiteY142" fmla="*/ 415595 h 6858000"/>
              <a:gd name="connsiteX143" fmla="*/ 2493826 w 6858000"/>
              <a:gd name="connsiteY143" fmla="*/ 207797 h 6858000"/>
              <a:gd name="connsiteX144" fmla="*/ 2286029 w 6858000"/>
              <a:gd name="connsiteY144" fmla="*/ 207797 h 6858000"/>
              <a:gd name="connsiteX145" fmla="*/ 2493826 w 6858000"/>
              <a:gd name="connsiteY145" fmla="*/ 207797 h 6858000"/>
              <a:gd name="connsiteX146" fmla="*/ 2493826 w 6858000"/>
              <a:gd name="connsiteY146" fmla="*/ 415595 h 6858000"/>
              <a:gd name="connsiteX147" fmla="*/ 2701623 w 6858000"/>
              <a:gd name="connsiteY147" fmla="*/ 415595 h 6858000"/>
              <a:gd name="connsiteX148" fmla="*/ 2701623 w 6858000"/>
              <a:gd name="connsiteY148" fmla="*/ 207797 h 6858000"/>
              <a:gd name="connsiteX149" fmla="*/ 2493826 w 6858000"/>
              <a:gd name="connsiteY149" fmla="*/ 207797 h 6858000"/>
              <a:gd name="connsiteX150" fmla="*/ 2701623 w 6858000"/>
              <a:gd name="connsiteY150" fmla="*/ 207797 h 6858000"/>
              <a:gd name="connsiteX151" fmla="*/ 2701623 w 6858000"/>
              <a:gd name="connsiteY151" fmla="*/ 415595 h 6858000"/>
              <a:gd name="connsiteX152" fmla="*/ 2909421 w 6858000"/>
              <a:gd name="connsiteY152" fmla="*/ 415595 h 6858000"/>
              <a:gd name="connsiteX153" fmla="*/ 2909421 w 6858000"/>
              <a:gd name="connsiteY153" fmla="*/ 207797 h 6858000"/>
              <a:gd name="connsiteX154" fmla="*/ 2701623 w 6858000"/>
              <a:gd name="connsiteY154" fmla="*/ 207797 h 6858000"/>
              <a:gd name="connsiteX155" fmla="*/ 3532899 w 6858000"/>
              <a:gd name="connsiteY155" fmla="*/ 207797 h 6858000"/>
              <a:gd name="connsiteX156" fmla="*/ 3532899 w 6858000"/>
              <a:gd name="connsiteY156" fmla="*/ 415595 h 6858000"/>
              <a:gd name="connsiteX157" fmla="*/ 3740696 w 6858000"/>
              <a:gd name="connsiteY157" fmla="*/ 415595 h 6858000"/>
              <a:gd name="connsiteX158" fmla="*/ 3740696 w 6858000"/>
              <a:gd name="connsiteY158" fmla="*/ 207797 h 6858000"/>
              <a:gd name="connsiteX159" fmla="*/ 3532899 w 6858000"/>
              <a:gd name="connsiteY159" fmla="*/ 207797 h 6858000"/>
              <a:gd name="connsiteX160" fmla="*/ 3740696 w 6858000"/>
              <a:gd name="connsiteY160" fmla="*/ 207797 h 6858000"/>
              <a:gd name="connsiteX161" fmla="*/ 3740696 w 6858000"/>
              <a:gd name="connsiteY161" fmla="*/ 415595 h 6858000"/>
              <a:gd name="connsiteX162" fmla="*/ 3948579 w 6858000"/>
              <a:gd name="connsiteY162" fmla="*/ 415595 h 6858000"/>
              <a:gd name="connsiteX163" fmla="*/ 3948579 w 6858000"/>
              <a:gd name="connsiteY163" fmla="*/ 207797 h 6858000"/>
              <a:gd name="connsiteX164" fmla="*/ 3740696 w 6858000"/>
              <a:gd name="connsiteY164" fmla="*/ 207797 h 6858000"/>
              <a:gd name="connsiteX165" fmla="*/ 4779855 w 6858000"/>
              <a:gd name="connsiteY165" fmla="*/ 207797 h 6858000"/>
              <a:gd name="connsiteX166" fmla="*/ 4779855 w 6858000"/>
              <a:gd name="connsiteY166" fmla="*/ 415595 h 6858000"/>
              <a:gd name="connsiteX167" fmla="*/ 4987652 w 6858000"/>
              <a:gd name="connsiteY167" fmla="*/ 415595 h 6858000"/>
              <a:gd name="connsiteX168" fmla="*/ 4987652 w 6858000"/>
              <a:gd name="connsiteY168" fmla="*/ 207797 h 6858000"/>
              <a:gd name="connsiteX169" fmla="*/ 4779855 w 6858000"/>
              <a:gd name="connsiteY169" fmla="*/ 207797 h 6858000"/>
              <a:gd name="connsiteX170" fmla="*/ 5403247 w 6858000"/>
              <a:gd name="connsiteY170" fmla="*/ 207797 h 6858000"/>
              <a:gd name="connsiteX171" fmla="*/ 5403247 w 6858000"/>
              <a:gd name="connsiteY171" fmla="*/ 415595 h 6858000"/>
              <a:gd name="connsiteX172" fmla="*/ 5611130 w 6858000"/>
              <a:gd name="connsiteY172" fmla="*/ 415595 h 6858000"/>
              <a:gd name="connsiteX173" fmla="*/ 5611130 w 6858000"/>
              <a:gd name="connsiteY173" fmla="*/ 207797 h 6858000"/>
              <a:gd name="connsiteX174" fmla="*/ 5403247 w 6858000"/>
              <a:gd name="connsiteY174" fmla="*/ 207797 h 6858000"/>
              <a:gd name="connsiteX175" fmla="*/ 6650203 w 6858000"/>
              <a:gd name="connsiteY175" fmla="*/ 207797 h 6858000"/>
              <a:gd name="connsiteX176" fmla="*/ 6650203 w 6858000"/>
              <a:gd name="connsiteY176" fmla="*/ 415595 h 6858000"/>
              <a:gd name="connsiteX177" fmla="*/ 6858000 w 6858000"/>
              <a:gd name="connsiteY177" fmla="*/ 415595 h 6858000"/>
              <a:gd name="connsiteX178" fmla="*/ 6858000 w 6858000"/>
              <a:gd name="connsiteY178" fmla="*/ 207797 h 6858000"/>
              <a:gd name="connsiteX179" fmla="*/ 6650203 w 6858000"/>
              <a:gd name="connsiteY179" fmla="*/ 207797 h 6858000"/>
              <a:gd name="connsiteX180" fmla="*/ 0 w 6858000"/>
              <a:gd name="connsiteY180" fmla="*/ 415595 h 6858000"/>
              <a:gd name="connsiteX181" fmla="*/ 0 w 6858000"/>
              <a:gd name="connsiteY181" fmla="*/ 623478 h 6858000"/>
              <a:gd name="connsiteX182" fmla="*/ 207797 w 6858000"/>
              <a:gd name="connsiteY182" fmla="*/ 623478 h 6858000"/>
              <a:gd name="connsiteX183" fmla="*/ 207797 w 6858000"/>
              <a:gd name="connsiteY183" fmla="*/ 415595 h 6858000"/>
              <a:gd name="connsiteX184" fmla="*/ 0 w 6858000"/>
              <a:gd name="connsiteY184" fmla="*/ 415595 h 6858000"/>
              <a:gd name="connsiteX185" fmla="*/ 415595 w 6858000"/>
              <a:gd name="connsiteY185" fmla="*/ 415595 h 6858000"/>
              <a:gd name="connsiteX186" fmla="*/ 415595 w 6858000"/>
              <a:gd name="connsiteY186" fmla="*/ 623478 h 6858000"/>
              <a:gd name="connsiteX187" fmla="*/ 623478 w 6858000"/>
              <a:gd name="connsiteY187" fmla="*/ 623478 h 6858000"/>
              <a:gd name="connsiteX188" fmla="*/ 623478 w 6858000"/>
              <a:gd name="connsiteY188" fmla="*/ 415595 h 6858000"/>
              <a:gd name="connsiteX189" fmla="*/ 415595 w 6858000"/>
              <a:gd name="connsiteY189" fmla="*/ 415595 h 6858000"/>
              <a:gd name="connsiteX190" fmla="*/ 623478 w 6858000"/>
              <a:gd name="connsiteY190" fmla="*/ 415595 h 6858000"/>
              <a:gd name="connsiteX191" fmla="*/ 623478 w 6858000"/>
              <a:gd name="connsiteY191" fmla="*/ 623478 h 6858000"/>
              <a:gd name="connsiteX192" fmla="*/ 831275 w 6858000"/>
              <a:gd name="connsiteY192" fmla="*/ 623478 h 6858000"/>
              <a:gd name="connsiteX193" fmla="*/ 831275 w 6858000"/>
              <a:gd name="connsiteY193" fmla="*/ 415595 h 6858000"/>
              <a:gd name="connsiteX194" fmla="*/ 623478 w 6858000"/>
              <a:gd name="connsiteY194" fmla="*/ 415595 h 6858000"/>
              <a:gd name="connsiteX195" fmla="*/ 831275 w 6858000"/>
              <a:gd name="connsiteY195" fmla="*/ 415595 h 6858000"/>
              <a:gd name="connsiteX196" fmla="*/ 831275 w 6858000"/>
              <a:gd name="connsiteY196" fmla="*/ 623478 h 6858000"/>
              <a:gd name="connsiteX197" fmla="*/ 1039073 w 6858000"/>
              <a:gd name="connsiteY197" fmla="*/ 623478 h 6858000"/>
              <a:gd name="connsiteX198" fmla="*/ 1039073 w 6858000"/>
              <a:gd name="connsiteY198" fmla="*/ 415595 h 6858000"/>
              <a:gd name="connsiteX199" fmla="*/ 831275 w 6858000"/>
              <a:gd name="connsiteY199" fmla="*/ 415595 h 6858000"/>
              <a:gd name="connsiteX200" fmla="*/ 1246870 w 6858000"/>
              <a:gd name="connsiteY200" fmla="*/ 415595 h 6858000"/>
              <a:gd name="connsiteX201" fmla="*/ 1246870 w 6858000"/>
              <a:gd name="connsiteY201" fmla="*/ 623478 h 6858000"/>
              <a:gd name="connsiteX202" fmla="*/ 1454753 w 6858000"/>
              <a:gd name="connsiteY202" fmla="*/ 623478 h 6858000"/>
              <a:gd name="connsiteX203" fmla="*/ 1454753 w 6858000"/>
              <a:gd name="connsiteY203" fmla="*/ 415595 h 6858000"/>
              <a:gd name="connsiteX204" fmla="*/ 1246870 w 6858000"/>
              <a:gd name="connsiteY204" fmla="*/ 415595 h 6858000"/>
              <a:gd name="connsiteX205" fmla="*/ 1662551 w 6858000"/>
              <a:gd name="connsiteY205" fmla="*/ 415595 h 6858000"/>
              <a:gd name="connsiteX206" fmla="*/ 1662551 w 6858000"/>
              <a:gd name="connsiteY206" fmla="*/ 623478 h 6858000"/>
              <a:gd name="connsiteX207" fmla="*/ 1870348 w 6858000"/>
              <a:gd name="connsiteY207" fmla="*/ 623478 h 6858000"/>
              <a:gd name="connsiteX208" fmla="*/ 1870348 w 6858000"/>
              <a:gd name="connsiteY208" fmla="*/ 415595 h 6858000"/>
              <a:gd name="connsiteX209" fmla="*/ 1662551 w 6858000"/>
              <a:gd name="connsiteY209" fmla="*/ 415595 h 6858000"/>
              <a:gd name="connsiteX210" fmla="*/ 1870348 w 6858000"/>
              <a:gd name="connsiteY210" fmla="*/ 415595 h 6858000"/>
              <a:gd name="connsiteX211" fmla="*/ 1870348 w 6858000"/>
              <a:gd name="connsiteY211" fmla="*/ 623478 h 6858000"/>
              <a:gd name="connsiteX212" fmla="*/ 2078145 w 6858000"/>
              <a:gd name="connsiteY212" fmla="*/ 623478 h 6858000"/>
              <a:gd name="connsiteX213" fmla="*/ 2078145 w 6858000"/>
              <a:gd name="connsiteY213" fmla="*/ 415595 h 6858000"/>
              <a:gd name="connsiteX214" fmla="*/ 1870348 w 6858000"/>
              <a:gd name="connsiteY214" fmla="*/ 415595 h 6858000"/>
              <a:gd name="connsiteX215" fmla="*/ 2078145 w 6858000"/>
              <a:gd name="connsiteY215" fmla="*/ 415595 h 6858000"/>
              <a:gd name="connsiteX216" fmla="*/ 2078145 w 6858000"/>
              <a:gd name="connsiteY216" fmla="*/ 623478 h 6858000"/>
              <a:gd name="connsiteX217" fmla="*/ 2286029 w 6858000"/>
              <a:gd name="connsiteY217" fmla="*/ 623478 h 6858000"/>
              <a:gd name="connsiteX218" fmla="*/ 2286029 w 6858000"/>
              <a:gd name="connsiteY218" fmla="*/ 415595 h 6858000"/>
              <a:gd name="connsiteX219" fmla="*/ 2078145 w 6858000"/>
              <a:gd name="connsiteY219" fmla="*/ 415595 h 6858000"/>
              <a:gd name="connsiteX220" fmla="*/ 2701623 w 6858000"/>
              <a:gd name="connsiteY220" fmla="*/ 415595 h 6858000"/>
              <a:gd name="connsiteX221" fmla="*/ 2701623 w 6858000"/>
              <a:gd name="connsiteY221" fmla="*/ 623478 h 6858000"/>
              <a:gd name="connsiteX222" fmla="*/ 2909421 w 6858000"/>
              <a:gd name="connsiteY222" fmla="*/ 623478 h 6858000"/>
              <a:gd name="connsiteX223" fmla="*/ 2909421 w 6858000"/>
              <a:gd name="connsiteY223" fmla="*/ 415595 h 6858000"/>
              <a:gd name="connsiteX224" fmla="*/ 2701623 w 6858000"/>
              <a:gd name="connsiteY224" fmla="*/ 415595 h 6858000"/>
              <a:gd name="connsiteX225" fmla="*/ 2909421 w 6858000"/>
              <a:gd name="connsiteY225" fmla="*/ 415595 h 6858000"/>
              <a:gd name="connsiteX226" fmla="*/ 2909421 w 6858000"/>
              <a:gd name="connsiteY226" fmla="*/ 623478 h 6858000"/>
              <a:gd name="connsiteX227" fmla="*/ 3117304 w 6858000"/>
              <a:gd name="connsiteY227" fmla="*/ 623478 h 6858000"/>
              <a:gd name="connsiteX228" fmla="*/ 3117304 w 6858000"/>
              <a:gd name="connsiteY228" fmla="*/ 415595 h 6858000"/>
              <a:gd name="connsiteX229" fmla="*/ 2909421 w 6858000"/>
              <a:gd name="connsiteY229" fmla="*/ 415595 h 6858000"/>
              <a:gd name="connsiteX230" fmla="*/ 3117304 w 6858000"/>
              <a:gd name="connsiteY230" fmla="*/ 415595 h 6858000"/>
              <a:gd name="connsiteX231" fmla="*/ 3117304 w 6858000"/>
              <a:gd name="connsiteY231" fmla="*/ 623478 h 6858000"/>
              <a:gd name="connsiteX232" fmla="*/ 3325101 w 6858000"/>
              <a:gd name="connsiteY232" fmla="*/ 623478 h 6858000"/>
              <a:gd name="connsiteX233" fmla="*/ 3325101 w 6858000"/>
              <a:gd name="connsiteY233" fmla="*/ 415595 h 6858000"/>
              <a:gd name="connsiteX234" fmla="*/ 3117304 w 6858000"/>
              <a:gd name="connsiteY234" fmla="*/ 415595 h 6858000"/>
              <a:gd name="connsiteX235" fmla="*/ 3325101 w 6858000"/>
              <a:gd name="connsiteY235" fmla="*/ 415595 h 6858000"/>
              <a:gd name="connsiteX236" fmla="*/ 3325101 w 6858000"/>
              <a:gd name="connsiteY236" fmla="*/ 623478 h 6858000"/>
              <a:gd name="connsiteX237" fmla="*/ 3532899 w 6858000"/>
              <a:gd name="connsiteY237" fmla="*/ 623478 h 6858000"/>
              <a:gd name="connsiteX238" fmla="*/ 3532899 w 6858000"/>
              <a:gd name="connsiteY238" fmla="*/ 415595 h 6858000"/>
              <a:gd name="connsiteX239" fmla="*/ 3325101 w 6858000"/>
              <a:gd name="connsiteY239" fmla="*/ 415595 h 6858000"/>
              <a:gd name="connsiteX240" fmla="*/ 3532899 w 6858000"/>
              <a:gd name="connsiteY240" fmla="*/ 415595 h 6858000"/>
              <a:gd name="connsiteX241" fmla="*/ 3532899 w 6858000"/>
              <a:gd name="connsiteY241" fmla="*/ 623478 h 6858000"/>
              <a:gd name="connsiteX242" fmla="*/ 3740696 w 6858000"/>
              <a:gd name="connsiteY242" fmla="*/ 623478 h 6858000"/>
              <a:gd name="connsiteX243" fmla="*/ 3740696 w 6858000"/>
              <a:gd name="connsiteY243" fmla="*/ 415595 h 6858000"/>
              <a:gd name="connsiteX244" fmla="*/ 3532899 w 6858000"/>
              <a:gd name="connsiteY244" fmla="*/ 415595 h 6858000"/>
              <a:gd name="connsiteX245" fmla="*/ 3740696 w 6858000"/>
              <a:gd name="connsiteY245" fmla="*/ 415595 h 6858000"/>
              <a:gd name="connsiteX246" fmla="*/ 3740696 w 6858000"/>
              <a:gd name="connsiteY246" fmla="*/ 623478 h 6858000"/>
              <a:gd name="connsiteX247" fmla="*/ 3948579 w 6858000"/>
              <a:gd name="connsiteY247" fmla="*/ 623478 h 6858000"/>
              <a:gd name="connsiteX248" fmla="*/ 3948579 w 6858000"/>
              <a:gd name="connsiteY248" fmla="*/ 415595 h 6858000"/>
              <a:gd name="connsiteX249" fmla="*/ 3740696 w 6858000"/>
              <a:gd name="connsiteY249" fmla="*/ 415595 h 6858000"/>
              <a:gd name="connsiteX250" fmla="*/ 3948579 w 6858000"/>
              <a:gd name="connsiteY250" fmla="*/ 415595 h 6858000"/>
              <a:gd name="connsiteX251" fmla="*/ 3948579 w 6858000"/>
              <a:gd name="connsiteY251" fmla="*/ 623478 h 6858000"/>
              <a:gd name="connsiteX252" fmla="*/ 4156377 w 6858000"/>
              <a:gd name="connsiteY252" fmla="*/ 623478 h 6858000"/>
              <a:gd name="connsiteX253" fmla="*/ 4156377 w 6858000"/>
              <a:gd name="connsiteY253" fmla="*/ 415595 h 6858000"/>
              <a:gd name="connsiteX254" fmla="*/ 3948579 w 6858000"/>
              <a:gd name="connsiteY254" fmla="*/ 415595 h 6858000"/>
              <a:gd name="connsiteX255" fmla="*/ 4364174 w 6858000"/>
              <a:gd name="connsiteY255" fmla="*/ 415595 h 6858000"/>
              <a:gd name="connsiteX256" fmla="*/ 4364174 w 6858000"/>
              <a:gd name="connsiteY256" fmla="*/ 623478 h 6858000"/>
              <a:gd name="connsiteX257" fmla="*/ 4571972 w 6858000"/>
              <a:gd name="connsiteY257" fmla="*/ 623478 h 6858000"/>
              <a:gd name="connsiteX258" fmla="*/ 4571972 w 6858000"/>
              <a:gd name="connsiteY258" fmla="*/ 415595 h 6858000"/>
              <a:gd name="connsiteX259" fmla="*/ 4364174 w 6858000"/>
              <a:gd name="connsiteY259" fmla="*/ 415595 h 6858000"/>
              <a:gd name="connsiteX260" fmla="*/ 4779855 w 6858000"/>
              <a:gd name="connsiteY260" fmla="*/ 415595 h 6858000"/>
              <a:gd name="connsiteX261" fmla="*/ 4779855 w 6858000"/>
              <a:gd name="connsiteY261" fmla="*/ 623478 h 6858000"/>
              <a:gd name="connsiteX262" fmla="*/ 4987652 w 6858000"/>
              <a:gd name="connsiteY262" fmla="*/ 623478 h 6858000"/>
              <a:gd name="connsiteX263" fmla="*/ 4987652 w 6858000"/>
              <a:gd name="connsiteY263" fmla="*/ 415595 h 6858000"/>
              <a:gd name="connsiteX264" fmla="*/ 4779855 w 6858000"/>
              <a:gd name="connsiteY264" fmla="*/ 415595 h 6858000"/>
              <a:gd name="connsiteX265" fmla="*/ 5403247 w 6858000"/>
              <a:gd name="connsiteY265" fmla="*/ 415595 h 6858000"/>
              <a:gd name="connsiteX266" fmla="*/ 5403247 w 6858000"/>
              <a:gd name="connsiteY266" fmla="*/ 623478 h 6858000"/>
              <a:gd name="connsiteX267" fmla="*/ 5611130 w 6858000"/>
              <a:gd name="connsiteY267" fmla="*/ 623478 h 6858000"/>
              <a:gd name="connsiteX268" fmla="*/ 5611130 w 6858000"/>
              <a:gd name="connsiteY268" fmla="*/ 415595 h 6858000"/>
              <a:gd name="connsiteX269" fmla="*/ 5403247 w 6858000"/>
              <a:gd name="connsiteY269" fmla="*/ 415595 h 6858000"/>
              <a:gd name="connsiteX270" fmla="*/ 5818927 w 6858000"/>
              <a:gd name="connsiteY270" fmla="*/ 415595 h 6858000"/>
              <a:gd name="connsiteX271" fmla="*/ 5818927 w 6858000"/>
              <a:gd name="connsiteY271" fmla="*/ 623478 h 6858000"/>
              <a:gd name="connsiteX272" fmla="*/ 6026725 w 6858000"/>
              <a:gd name="connsiteY272" fmla="*/ 623478 h 6858000"/>
              <a:gd name="connsiteX273" fmla="*/ 6026725 w 6858000"/>
              <a:gd name="connsiteY273" fmla="*/ 415595 h 6858000"/>
              <a:gd name="connsiteX274" fmla="*/ 5818927 w 6858000"/>
              <a:gd name="connsiteY274" fmla="*/ 415595 h 6858000"/>
              <a:gd name="connsiteX275" fmla="*/ 6026725 w 6858000"/>
              <a:gd name="connsiteY275" fmla="*/ 415595 h 6858000"/>
              <a:gd name="connsiteX276" fmla="*/ 6026725 w 6858000"/>
              <a:gd name="connsiteY276" fmla="*/ 623478 h 6858000"/>
              <a:gd name="connsiteX277" fmla="*/ 6234522 w 6858000"/>
              <a:gd name="connsiteY277" fmla="*/ 623478 h 6858000"/>
              <a:gd name="connsiteX278" fmla="*/ 6234522 w 6858000"/>
              <a:gd name="connsiteY278" fmla="*/ 415595 h 6858000"/>
              <a:gd name="connsiteX279" fmla="*/ 6026725 w 6858000"/>
              <a:gd name="connsiteY279" fmla="*/ 415595 h 6858000"/>
              <a:gd name="connsiteX280" fmla="*/ 6234522 w 6858000"/>
              <a:gd name="connsiteY280" fmla="*/ 415595 h 6858000"/>
              <a:gd name="connsiteX281" fmla="*/ 6234522 w 6858000"/>
              <a:gd name="connsiteY281" fmla="*/ 623478 h 6858000"/>
              <a:gd name="connsiteX282" fmla="*/ 6442406 w 6858000"/>
              <a:gd name="connsiteY282" fmla="*/ 623478 h 6858000"/>
              <a:gd name="connsiteX283" fmla="*/ 6442406 w 6858000"/>
              <a:gd name="connsiteY283" fmla="*/ 415595 h 6858000"/>
              <a:gd name="connsiteX284" fmla="*/ 6234522 w 6858000"/>
              <a:gd name="connsiteY284" fmla="*/ 415595 h 6858000"/>
              <a:gd name="connsiteX285" fmla="*/ 6650203 w 6858000"/>
              <a:gd name="connsiteY285" fmla="*/ 415595 h 6858000"/>
              <a:gd name="connsiteX286" fmla="*/ 6650203 w 6858000"/>
              <a:gd name="connsiteY286" fmla="*/ 623478 h 6858000"/>
              <a:gd name="connsiteX287" fmla="*/ 6858000 w 6858000"/>
              <a:gd name="connsiteY287" fmla="*/ 623478 h 6858000"/>
              <a:gd name="connsiteX288" fmla="*/ 6858000 w 6858000"/>
              <a:gd name="connsiteY288" fmla="*/ 415595 h 6858000"/>
              <a:gd name="connsiteX289" fmla="*/ 6650203 w 6858000"/>
              <a:gd name="connsiteY289" fmla="*/ 415595 h 6858000"/>
              <a:gd name="connsiteX290" fmla="*/ 0 w 6858000"/>
              <a:gd name="connsiteY290" fmla="*/ 623478 h 6858000"/>
              <a:gd name="connsiteX291" fmla="*/ 0 w 6858000"/>
              <a:gd name="connsiteY291" fmla="*/ 831275 h 6858000"/>
              <a:gd name="connsiteX292" fmla="*/ 207797 w 6858000"/>
              <a:gd name="connsiteY292" fmla="*/ 831275 h 6858000"/>
              <a:gd name="connsiteX293" fmla="*/ 207797 w 6858000"/>
              <a:gd name="connsiteY293" fmla="*/ 623478 h 6858000"/>
              <a:gd name="connsiteX294" fmla="*/ 0 w 6858000"/>
              <a:gd name="connsiteY294" fmla="*/ 623478 h 6858000"/>
              <a:gd name="connsiteX295" fmla="*/ 415595 w 6858000"/>
              <a:gd name="connsiteY295" fmla="*/ 623478 h 6858000"/>
              <a:gd name="connsiteX296" fmla="*/ 415595 w 6858000"/>
              <a:gd name="connsiteY296" fmla="*/ 831275 h 6858000"/>
              <a:gd name="connsiteX297" fmla="*/ 623478 w 6858000"/>
              <a:gd name="connsiteY297" fmla="*/ 831275 h 6858000"/>
              <a:gd name="connsiteX298" fmla="*/ 623478 w 6858000"/>
              <a:gd name="connsiteY298" fmla="*/ 623478 h 6858000"/>
              <a:gd name="connsiteX299" fmla="*/ 415595 w 6858000"/>
              <a:gd name="connsiteY299" fmla="*/ 623478 h 6858000"/>
              <a:gd name="connsiteX300" fmla="*/ 623478 w 6858000"/>
              <a:gd name="connsiteY300" fmla="*/ 623478 h 6858000"/>
              <a:gd name="connsiteX301" fmla="*/ 623478 w 6858000"/>
              <a:gd name="connsiteY301" fmla="*/ 831275 h 6858000"/>
              <a:gd name="connsiteX302" fmla="*/ 831275 w 6858000"/>
              <a:gd name="connsiteY302" fmla="*/ 831275 h 6858000"/>
              <a:gd name="connsiteX303" fmla="*/ 831275 w 6858000"/>
              <a:gd name="connsiteY303" fmla="*/ 623478 h 6858000"/>
              <a:gd name="connsiteX304" fmla="*/ 623478 w 6858000"/>
              <a:gd name="connsiteY304" fmla="*/ 623478 h 6858000"/>
              <a:gd name="connsiteX305" fmla="*/ 831275 w 6858000"/>
              <a:gd name="connsiteY305" fmla="*/ 623478 h 6858000"/>
              <a:gd name="connsiteX306" fmla="*/ 831275 w 6858000"/>
              <a:gd name="connsiteY306" fmla="*/ 831275 h 6858000"/>
              <a:gd name="connsiteX307" fmla="*/ 1039073 w 6858000"/>
              <a:gd name="connsiteY307" fmla="*/ 831275 h 6858000"/>
              <a:gd name="connsiteX308" fmla="*/ 1039073 w 6858000"/>
              <a:gd name="connsiteY308" fmla="*/ 623478 h 6858000"/>
              <a:gd name="connsiteX309" fmla="*/ 831275 w 6858000"/>
              <a:gd name="connsiteY309" fmla="*/ 623478 h 6858000"/>
              <a:gd name="connsiteX310" fmla="*/ 1246870 w 6858000"/>
              <a:gd name="connsiteY310" fmla="*/ 623478 h 6858000"/>
              <a:gd name="connsiteX311" fmla="*/ 1246870 w 6858000"/>
              <a:gd name="connsiteY311" fmla="*/ 831275 h 6858000"/>
              <a:gd name="connsiteX312" fmla="*/ 1454753 w 6858000"/>
              <a:gd name="connsiteY312" fmla="*/ 831275 h 6858000"/>
              <a:gd name="connsiteX313" fmla="*/ 1454753 w 6858000"/>
              <a:gd name="connsiteY313" fmla="*/ 623478 h 6858000"/>
              <a:gd name="connsiteX314" fmla="*/ 1246870 w 6858000"/>
              <a:gd name="connsiteY314" fmla="*/ 623478 h 6858000"/>
              <a:gd name="connsiteX315" fmla="*/ 1662551 w 6858000"/>
              <a:gd name="connsiteY315" fmla="*/ 623478 h 6858000"/>
              <a:gd name="connsiteX316" fmla="*/ 1662551 w 6858000"/>
              <a:gd name="connsiteY316" fmla="*/ 831275 h 6858000"/>
              <a:gd name="connsiteX317" fmla="*/ 1870348 w 6858000"/>
              <a:gd name="connsiteY317" fmla="*/ 831275 h 6858000"/>
              <a:gd name="connsiteX318" fmla="*/ 1870348 w 6858000"/>
              <a:gd name="connsiteY318" fmla="*/ 623478 h 6858000"/>
              <a:gd name="connsiteX319" fmla="*/ 1662551 w 6858000"/>
              <a:gd name="connsiteY319" fmla="*/ 623478 h 6858000"/>
              <a:gd name="connsiteX320" fmla="*/ 1870348 w 6858000"/>
              <a:gd name="connsiteY320" fmla="*/ 623478 h 6858000"/>
              <a:gd name="connsiteX321" fmla="*/ 1870348 w 6858000"/>
              <a:gd name="connsiteY321" fmla="*/ 831275 h 6858000"/>
              <a:gd name="connsiteX322" fmla="*/ 2078145 w 6858000"/>
              <a:gd name="connsiteY322" fmla="*/ 831275 h 6858000"/>
              <a:gd name="connsiteX323" fmla="*/ 2078145 w 6858000"/>
              <a:gd name="connsiteY323" fmla="*/ 623478 h 6858000"/>
              <a:gd name="connsiteX324" fmla="*/ 1870348 w 6858000"/>
              <a:gd name="connsiteY324" fmla="*/ 623478 h 6858000"/>
              <a:gd name="connsiteX325" fmla="*/ 2078145 w 6858000"/>
              <a:gd name="connsiteY325" fmla="*/ 623478 h 6858000"/>
              <a:gd name="connsiteX326" fmla="*/ 2078145 w 6858000"/>
              <a:gd name="connsiteY326" fmla="*/ 831275 h 6858000"/>
              <a:gd name="connsiteX327" fmla="*/ 2286029 w 6858000"/>
              <a:gd name="connsiteY327" fmla="*/ 831275 h 6858000"/>
              <a:gd name="connsiteX328" fmla="*/ 2286029 w 6858000"/>
              <a:gd name="connsiteY328" fmla="*/ 623478 h 6858000"/>
              <a:gd name="connsiteX329" fmla="*/ 2078145 w 6858000"/>
              <a:gd name="connsiteY329" fmla="*/ 623478 h 6858000"/>
              <a:gd name="connsiteX330" fmla="*/ 2286029 w 6858000"/>
              <a:gd name="connsiteY330" fmla="*/ 623478 h 6858000"/>
              <a:gd name="connsiteX331" fmla="*/ 2286029 w 6858000"/>
              <a:gd name="connsiteY331" fmla="*/ 831275 h 6858000"/>
              <a:gd name="connsiteX332" fmla="*/ 2493826 w 6858000"/>
              <a:gd name="connsiteY332" fmla="*/ 831275 h 6858000"/>
              <a:gd name="connsiteX333" fmla="*/ 2493826 w 6858000"/>
              <a:gd name="connsiteY333" fmla="*/ 623478 h 6858000"/>
              <a:gd name="connsiteX334" fmla="*/ 2286029 w 6858000"/>
              <a:gd name="connsiteY334" fmla="*/ 623478 h 6858000"/>
              <a:gd name="connsiteX335" fmla="*/ 2909421 w 6858000"/>
              <a:gd name="connsiteY335" fmla="*/ 623478 h 6858000"/>
              <a:gd name="connsiteX336" fmla="*/ 2909421 w 6858000"/>
              <a:gd name="connsiteY336" fmla="*/ 831275 h 6858000"/>
              <a:gd name="connsiteX337" fmla="*/ 3117304 w 6858000"/>
              <a:gd name="connsiteY337" fmla="*/ 831275 h 6858000"/>
              <a:gd name="connsiteX338" fmla="*/ 3117304 w 6858000"/>
              <a:gd name="connsiteY338" fmla="*/ 623478 h 6858000"/>
              <a:gd name="connsiteX339" fmla="*/ 2909421 w 6858000"/>
              <a:gd name="connsiteY339" fmla="*/ 623478 h 6858000"/>
              <a:gd name="connsiteX340" fmla="*/ 3532899 w 6858000"/>
              <a:gd name="connsiteY340" fmla="*/ 623478 h 6858000"/>
              <a:gd name="connsiteX341" fmla="*/ 3532899 w 6858000"/>
              <a:gd name="connsiteY341" fmla="*/ 831275 h 6858000"/>
              <a:gd name="connsiteX342" fmla="*/ 3740696 w 6858000"/>
              <a:gd name="connsiteY342" fmla="*/ 831275 h 6858000"/>
              <a:gd name="connsiteX343" fmla="*/ 3740696 w 6858000"/>
              <a:gd name="connsiteY343" fmla="*/ 623478 h 6858000"/>
              <a:gd name="connsiteX344" fmla="*/ 3532899 w 6858000"/>
              <a:gd name="connsiteY344" fmla="*/ 623478 h 6858000"/>
              <a:gd name="connsiteX345" fmla="*/ 4571972 w 6858000"/>
              <a:gd name="connsiteY345" fmla="*/ 623478 h 6858000"/>
              <a:gd name="connsiteX346" fmla="*/ 4571972 w 6858000"/>
              <a:gd name="connsiteY346" fmla="*/ 831275 h 6858000"/>
              <a:gd name="connsiteX347" fmla="*/ 4779855 w 6858000"/>
              <a:gd name="connsiteY347" fmla="*/ 831275 h 6858000"/>
              <a:gd name="connsiteX348" fmla="*/ 4779855 w 6858000"/>
              <a:gd name="connsiteY348" fmla="*/ 623478 h 6858000"/>
              <a:gd name="connsiteX349" fmla="*/ 4571972 w 6858000"/>
              <a:gd name="connsiteY349" fmla="*/ 623478 h 6858000"/>
              <a:gd name="connsiteX350" fmla="*/ 4987652 w 6858000"/>
              <a:gd name="connsiteY350" fmla="*/ 623478 h 6858000"/>
              <a:gd name="connsiteX351" fmla="*/ 4987652 w 6858000"/>
              <a:gd name="connsiteY351" fmla="*/ 831275 h 6858000"/>
              <a:gd name="connsiteX352" fmla="*/ 5195450 w 6858000"/>
              <a:gd name="connsiteY352" fmla="*/ 831275 h 6858000"/>
              <a:gd name="connsiteX353" fmla="*/ 5195450 w 6858000"/>
              <a:gd name="connsiteY353" fmla="*/ 623478 h 6858000"/>
              <a:gd name="connsiteX354" fmla="*/ 4987652 w 6858000"/>
              <a:gd name="connsiteY354" fmla="*/ 623478 h 6858000"/>
              <a:gd name="connsiteX355" fmla="*/ 5403247 w 6858000"/>
              <a:gd name="connsiteY355" fmla="*/ 623478 h 6858000"/>
              <a:gd name="connsiteX356" fmla="*/ 5403247 w 6858000"/>
              <a:gd name="connsiteY356" fmla="*/ 831275 h 6858000"/>
              <a:gd name="connsiteX357" fmla="*/ 5611130 w 6858000"/>
              <a:gd name="connsiteY357" fmla="*/ 831275 h 6858000"/>
              <a:gd name="connsiteX358" fmla="*/ 5611130 w 6858000"/>
              <a:gd name="connsiteY358" fmla="*/ 623478 h 6858000"/>
              <a:gd name="connsiteX359" fmla="*/ 5403247 w 6858000"/>
              <a:gd name="connsiteY359" fmla="*/ 623478 h 6858000"/>
              <a:gd name="connsiteX360" fmla="*/ 5818927 w 6858000"/>
              <a:gd name="connsiteY360" fmla="*/ 623478 h 6858000"/>
              <a:gd name="connsiteX361" fmla="*/ 5818927 w 6858000"/>
              <a:gd name="connsiteY361" fmla="*/ 831275 h 6858000"/>
              <a:gd name="connsiteX362" fmla="*/ 6026725 w 6858000"/>
              <a:gd name="connsiteY362" fmla="*/ 831275 h 6858000"/>
              <a:gd name="connsiteX363" fmla="*/ 6026725 w 6858000"/>
              <a:gd name="connsiteY363" fmla="*/ 623478 h 6858000"/>
              <a:gd name="connsiteX364" fmla="*/ 5818927 w 6858000"/>
              <a:gd name="connsiteY364" fmla="*/ 623478 h 6858000"/>
              <a:gd name="connsiteX365" fmla="*/ 6026725 w 6858000"/>
              <a:gd name="connsiteY365" fmla="*/ 623478 h 6858000"/>
              <a:gd name="connsiteX366" fmla="*/ 6026725 w 6858000"/>
              <a:gd name="connsiteY366" fmla="*/ 831275 h 6858000"/>
              <a:gd name="connsiteX367" fmla="*/ 6234522 w 6858000"/>
              <a:gd name="connsiteY367" fmla="*/ 831275 h 6858000"/>
              <a:gd name="connsiteX368" fmla="*/ 6234522 w 6858000"/>
              <a:gd name="connsiteY368" fmla="*/ 623478 h 6858000"/>
              <a:gd name="connsiteX369" fmla="*/ 6026725 w 6858000"/>
              <a:gd name="connsiteY369" fmla="*/ 623478 h 6858000"/>
              <a:gd name="connsiteX370" fmla="*/ 6234522 w 6858000"/>
              <a:gd name="connsiteY370" fmla="*/ 623478 h 6858000"/>
              <a:gd name="connsiteX371" fmla="*/ 6234522 w 6858000"/>
              <a:gd name="connsiteY371" fmla="*/ 831275 h 6858000"/>
              <a:gd name="connsiteX372" fmla="*/ 6442406 w 6858000"/>
              <a:gd name="connsiteY372" fmla="*/ 831275 h 6858000"/>
              <a:gd name="connsiteX373" fmla="*/ 6442406 w 6858000"/>
              <a:gd name="connsiteY373" fmla="*/ 623478 h 6858000"/>
              <a:gd name="connsiteX374" fmla="*/ 6234522 w 6858000"/>
              <a:gd name="connsiteY374" fmla="*/ 623478 h 6858000"/>
              <a:gd name="connsiteX375" fmla="*/ 6650203 w 6858000"/>
              <a:gd name="connsiteY375" fmla="*/ 623478 h 6858000"/>
              <a:gd name="connsiteX376" fmla="*/ 6650203 w 6858000"/>
              <a:gd name="connsiteY376" fmla="*/ 831275 h 6858000"/>
              <a:gd name="connsiteX377" fmla="*/ 6858000 w 6858000"/>
              <a:gd name="connsiteY377" fmla="*/ 831275 h 6858000"/>
              <a:gd name="connsiteX378" fmla="*/ 6858000 w 6858000"/>
              <a:gd name="connsiteY378" fmla="*/ 623478 h 6858000"/>
              <a:gd name="connsiteX379" fmla="*/ 6650203 w 6858000"/>
              <a:gd name="connsiteY379" fmla="*/ 623478 h 6858000"/>
              <a:gd name="connsiteX380" fmla="*/ 0 w 6858000"/>
              <a:gd name="connsiteY380" fmla="*/ 831275 h 6858000"/>
              <a:gd name="connsiteX381" fmla="*/ 0 w 6858000"/>
              <a:gd name="connsiteY381" fmla="*/ 1039073 h 6858000"/>
              <a:gd name="connsiteX382" fmla="*/ 207797 w 6858000"/>
              <a:gd name="connsiteY382" fmla="*/ 1039073 h 6858000"/>
              <a:gd name="connsiteX383" fmla="*/ 207797 w 6858000"/>
              <a:gd name="connsiteY383" fmla="*/ 831275 h 6858000"/>
              <a:gd name="connsiteX384" fmla="*/ 0 w 6858000"/>
              <a:gd name="connsiteY384" fmla="*/ 831275 h 6858000"/>
              <a:gd name="connsiteX385" fmla="*/ 415595 w 6858000"/>
              <a:gd name="connsiteY385" fmla="*/ 831275 h 6858000"/>
              <a:gd name="connsiteX386" fmla="*/ 415595 w 6858000"/>
              <a:gd name="connsiteY386" fmla="*/ 1039073 h 6858000"/>
              <a:gd name="connsiteX387" fmla="*/ 623478 w 6858000"/>
              <a:gd name="connsiteY387" fmla="*/ 1039073 h 6858000"/>
              <a:gd name="connsiteX388" fmla="*/ 623478 w 6858000"/>
              <a:gd name="connsiteY388" fmla="*/ 831275 h 6858000"/>
              <a:gd name="connsiteX389" fmla="*/ 415595 w 6858000"/>
              <a:gd name="connsiteY389" fmla="*/ 831275 h 6858000"/>
              <a:gd name="connsiteX390" fmla="*/ 623478 w 6858000"/>
              <a:gd name="connsiteY390" fmla="*/ 831275 h 6858000"/>
              <a:gd name="connsiteX391" fmla="*/ 623478 w 6858000"/>
              <a:gd name="connsiteY391" fmla="*/ 1039073 h 6858000"/>
              <a:gd name="connsiteX392" fmla="*/ 831275 w 6858000"/>
              <a:gd name="connsiteY392" fmla="*/ 1039073 h 6858000"/>
              <a:gd name="connsiteX393" fmla="*/ 831275 w 6858000"/>
              <a:gd name="connsiteY393" fmla="*/ 831275 h 6858000"/>
              <a:gd name="connsiteX394" fmla="*/ 623478 w 6858000"/>
              <a:gd name="connsiteY394" fmla="*/ 831275 h 6858000"/>
              <a:gd name="connsiteX395" fmla="*/ 831275 w 6858000"/>
              <a:gd name="connsiteY395" fmla="*/ 831275 h 6858000"/>
              <a:gd name="connsiteX396" fmla="*/ 831275 w 6858000"/>
              <a:gd name="connsiteY396" fmla="*/ 1039073 h 6858000"/>
              <a:gd name="connsiteX397" fmla="*/ 1039073 w 6858000"/>
              <a:gd name="connsiteY397" fmla="*/ 1039073 h 6858000"/>
              <a:gd name="connsiteX398" fmla="*/ 1039073 w 6858000"/>
              <a:gd name="connsiteY398" fmla="*/ 831275 h 6858000"/>
              <a:gd name="connsiteX399" fmla="*/ 831275 w 6858000"/>
              <a:gd name="connsiteY399" fmla="*/ 831275 h 6858000"/>
              <a:gd name="connsiteX400" fmla="*/ 1246870 w 6858000"/>
              <a:gd name="connsiteY400" fmla="*/ 831275 h 6858000"/>
              <a:gd name="connsiteX401" fmla="*/ 1246870 w 6858000"/>
              <a:gd name="connsiteY401" fmla="*/ 1039073 h 6858000"/>
              <a:gd name="connsiteX402" fmla="*/ 1454753 w 6858000"/>
              <a:gd name="connsiteY402" fmla="*/ 1039073 h 6858000"/>
              <a:gd name="connsiteX403" fmla="*/ 1454753 w 6858000"/>
              <a:gd name="connsiteY403" fmla="*/ 831275 h 6858000"/>
              <a:gd name="connsiteX404" fmla="*/ 1246870 w 6858000"/>
              <a:gd name="connsiteY404" fmla="*/ 831275 h 6858000"/>
              <a:gd name="connsiteX405" fmla="*/ 1870348 w 6858000"/>
              <a:gd name="connsiteY405" fmla="*/ 831275 h 6858000"/>
              <a:gd name="connsiteX406" fmla="*/ 1870348 w 6858000"/>
              <a:gd name="connsiteY406" fmla="*/ 1039073 h 6858000"/>
              <a:gd name="connsiteX407" fmla="*/ 2078145 w 6858000"/>
              <a:gd name="connsiteY407" fmla="*/ 1039073 h 6858000"/>
              <a:gd name="connsiteX408" fmla="*/ 2078145 w 6858000"/>
              <a:gd name="connsiteY408" fmla="*/ 831275 h 6858000"/>
              <a:gd name="connsiteX409" fmla="*/ 1870348 w 6858000"/>
              <a:gd name="connsiteY409" fmla="*/ 831275 h 6858000"/>
              <a:gd name="connsiteX410" fmla="*/ 2701623 w 6858000"/>
              <a:gd name="connsiteY410" fmla="*/ 831275 h 6858000"/>
              <a:gd name="connsiteX411" fmla="*/ 2701623 w 6858000"/>
              <a:gd name="connsiteY411" fmla="*/ 1039073 h 6858000"/>
              <a:gd name="connsiteX412" fmla="*/ 2909421 w 6858000"/>
              <a:gd name="connsiteY412" fmla="*/ 1039073 h 6858000"/>
              <a:gd name="connsiteX413" fmla="*/ 2909421 w 6858000"/>
              <a:gd name="connsiteY413" fmla="*/ 831275 h 6858000"/>
              <a:gd name="connsiteX414" fmla="*/ 2701623 w 6858000"/>
              <a:gd name="connsiteY414" fmla="*/ 831275 h 6858000"/>
              <a:gd name="connsiteX415" fmla="*/ 3325101 w 6858000"/>
              <a:gd name="connsiteY415" fmla="*/ 831275 h 6858000"/>
              <a:gd name="connsiteX416" fmla="*/ 3325101 w 6858000"/>
              <a:gd name="connsiteY416" fmla="*/ 1039073 h 6858000"/>
              <a:gd name="connsiteX417" fmla="*/ 3532899 w 6858000"/>
              <a:gd name="connsiteY417" fmla="*/ 1039073 h 6858000"/>
              <a:gd name="connsiteX418" fmla="*/ 3532899 w 6858000"/>
              <a:gd name="connsiteY418" fmla="*/ 831275 h 6858000"/>
              <a:gd name="connsiteX419" fmla="*/ 3325101 w 6858000"/>
              <a:gd name="connsiteY419" fmla="*/ 831275 h 6858000"/>
              <a:gd name="connsiteX420" fmla="*/ 3948579 w 6858000"/>
              <a:gd name="connsiteY420" fmla="*/ 831275 h 6858000"/>
              <a:gd name="connsiteX421" fmla="*/ 3948579 w 6858000"/>
              <a:gd name="connsiteY421" fmla="*/ 1039073 h 6858000"/>
              <a:gd name="connsiteX422" fmla="*/ 4156377 w 6858000"/>
              <a:gd name="connsiteY422" fmla="*/ 1039073 h 6858000"/>
              <a:gd name="connsiteX423" fmla="*/ 4156377 w 6858000"/>
              <a:gd name="connsiteY423" fmla="*/ 831275 h 6858000"/>
              <a:gd name="connsiteX424" fmla="*/ 3948579 w 6858000"/>
              <a:gd name="connsiteY424" fmla="*/ 831275 h 6858000"/>
              <a:gd name="connsiteX425" fmla="*/ 4156377 w 6858000"/>
              <a:gd name="connsiteY425" fmla="*/ 831275 h 6858000"/>
              <a:gd name="connsiteX426" fmla="*/ 4156377 w 6858000"/>
              <a:gd name="connsiteY426" fmla="*/ 1039073 h 6858000"/>
              <a:gd name="connsiteX427" fmla="*/ 4364174 w 6858000"/>
              <a:gd name="connsiteY427" fmla="*/ 1039073 h 6858000"/>
              <a:gd name="connsiteX428" fmla="*/ 4364174 w 6858000"/>
              <a:gd name="connsiteY428" fmla="*/ 831275 h 6858000"/>
              <a:gd name="connsiteX429" fmla="*/ 4156377 w 6858000"/>
              <a:gd name="connsiteY429" fmla="*/ 831275 h 6858000"/>
              <a:gd name="connsiteX430" fmla="*/ 4364174 w 6858000"/>
              <a:gd name="connsiteY430" fmla="*/ 831275 h 6858000"/>
              <a:gd name="connsiteX431" fmla="*/ 4364174 w 6858000"/>
              <a:gd name="connsiteY431" fmla="*/ 1039073 h 6858000"/>
              <a:gd name="connsiteX432" fmla="*/ 4571972 w 6858000"/>
              <a:gd name="connsiteY432" fmla="*/ 1039073 h 6858000"/>
              <a:gd name="connsiteX433" fmla="*/ 4571972 w 6858000"/>
              <a:gd name="connsiteY433" fmla="*/ 831275 h 6858000"/>
              <a:gd name="connsiteX434" fmla="*/ 4364174 w 6858000"/>
              <a:gd name="connsiteY434" fmla="*/ 831275 h 6858000"/>
              <a:gd name="connsiteX435" fmla="*/ 4571972 w 6858000"/>
              <a:gd name="connsiteY435" fmla="*/ 831275 h 6858000"/>
              <a:gd name="connsiteX436" fmla="*/ 4571972 w 6858000"/>
              <a:gd name="connsiteY436" fmla="*/ 1039073 h 6858000"/>
              <a:gd name="connsiteX437" fmla="*/ 4779855 w 6858000"/>
              <a:gd name="connsiteY437" fmla="*/ 1039073 h 6858000"/>
              <a:gd name="connsiteX438" fmla="*/ 4779855 w 6858000"/>
              <a:gd name="connsiteY438" fmla="*/ 831275 h 6858000"/>
              <a:gd name="connsiteX439" fmla="*/ 4571972 w 6858000"/>
              <a:gd name="connsiteY439" fmla="*/ 831275 h 6858000"/>
              <a:gd name="connsiteX440" fmla="*/ 4779855 w 6858000"/>
              <a:gd name="connsiteY440" fmla="*/ 831275 h 6858000"/>
              <a:gd name="connsiteX441" fmla="*/ 4779855 w 6858000"/>
              <a:gd name="connsiteY441" fmla="*/ 1039073 h 6858000"/>
              <a:gd name="connsiteX442" fmla="*/ 4987652 w 6858000"/>
              <a:gd name="connsiteY442" fmla="*/ 1039073 h 6858000"/>
              <a:gd name="connsiteX443" fmla="*/ 4987652 w 6858000"/>
              <a:gd name="connsiteY443" fmla="*/ 831275 h 6858000"/>
              <a:gd name="connsiteX444" fmla="*/ 4779855 w 6858000"/>
              <a:gd name="connsiteY444" fmla="*/ 831275 h 6858000"/>
              <a:gd name="connsiteX445" fmla="*/ 4987652 w 6858000"/>
              <a:gd name="connsiteY445" fmla="*/ 831275 h 6858000"/>
              <a:gd name="connsiteX446" fmla="*/ 4987652 w 6858000"/>
              <a:gd name="connsiteY446" fmla="*/ 1039073 h 6858000"/>
              <a:gd name="connsiteX447" fmla="*/ 5195450 w 6858000"/>
              <a:gd name="connsiteY447" fmla="*/ 1039073 h 6858000"/>
              <a:gd name="connsiteX448" fmla="*/ 5195450 w 6858000"/>
              <a:gd name="connsiteY448" fmla="*/ 831275 h 6858000"/>
              <a:gd name="connsiteX449" fmla="*/ 4987652 w 6858000"/>
              <a:gd name="connsiteY449" fmla="*/ 831275 h 6858000"/>
              <a:gd name="connsiteX450" fmla="*/ 5403247 w 6858000"/>
              <a:gd name="connsiteY450" fmla="*/ 831275 h 6858000"/>
              <a:gd name="connsiteX451" fmla="*/ 5403247 w 6858000"/>
              <a:gd name="connsiteY451" fmla="*/ 1039073 h 6858000"/>
              <a:gd name="connsiteX452" fmla="*/ 5611130 w 6858000"/>
              <a:gd name="connsiteY452" fmla="*/ 1039073 h 6858000"/>
              <a:gd name="connsiteX453" fmla="*/ 5611130 w 6858000"/>
              <a:gd name="connsiteY453" fmla="*/ 831275 h 6858000"/>
              <a:gd name="connsiteX454" fmla="*/ 5403247 w 6858000"/>
              <a:gd name="connsiteY454" fmla="*/ 831275 h 6858000"/>
              <a:gd name="connsiteX455" fmla="*/ 5818927 w 6858000"/>
              <a:gd name="connsiteY455" fmla="*/ 831275 h 6858000"/>
              <a:gd name="connsiteX456" fmla="*/ 5818927 w 6858000"/>
              <a:gd name="connsiteY456" fmla="*/ 1039073 h 6858000"/>
              <a:gd name="connsiteX457" fmla="*/ 6026725 w 6858000"/>
              <a:gd name="connsiteY457" fmla="*/ 1039073 h 6858000"/>
              <a:gd name="connsiteX458" fmla="*/ 6026725 w 6858000"/>
              <a:gd name="connsiteY458" fmla="*/ 831275 h 6858000"/>
              <a:gd name="connsiteX459" fmla="*/ 5818927 w 6858000"/>
              <a:gd name="connsiteY459" fmla="*/ 831275 h 6858000"/>
              <a:gd name="connsiteX460" fmla="*/ 6026725 w 6858000"/>
              <a:gd name="connsiteY460" fmla="*/ 831275 h 6858000"/>
              <a:gd name="connsiteX461" fmla="*/ 6026725 w 6858000"/>
              <a:gd name="connsiteY461" fmla="*/ 1039073 h 6858000"/>
              <a:gd name="connsiteX462" fmla="*/ 6234522 w 6858000"/>
              <a:gd name="connsiteY462" fmla="*/ 1039073 h 6858000"/>
              <a:gd name="connsiteX463" fmla="*/ 6234522 w 6858000"/>
              <a:gd name="connsiteY463" fmla="*/ 831275 h 6858000"/>
              <a:gd name="connsiteX464" fmla="*/ 6026725 w 6858000"/>
              <a:gd name="connsiteY464" fmla="*/ 831275 h 6858000"/>
              <a:gd name="connsiteX465" fmla="*/ 6234522 w 6858000"/>
              <a:gd name="connsiteY465" fmla="*/ 831275 h 6858000"/>
              <a:gd name="connsiteX466" fmla="*/ 6234522 w 6858000"/>
              <a:gd name="connsiteY466" fmla="*/ 1039073 h 6858000"/>
              <a:gd name="connsiteX467" fmla="*/ 6442406 w 6858000"/>
              <a:gd name="connsiteY467" fmla="*/ 1039073 h 6858000"/>
              <a:gd name="connsiteX468" fmla="*/ 6442406 w 6858000"/>
              <a:gd name="connsiteY468" fmla="*/ 831275 h 6858000"/>
              <a:gd name="connsiteX469" fmla="*/ 6234522 w 6858000"/>
              <a:gd name="connsiteY469" fmla="*/ 831275 h 6858000"/>
              <a:gd name="connsiteX470" fmla="*/ 6650203 w 6858000"/>
              <a:gd name="connsiteY470" fmla="*/ 831275 h 6858000"/>
              <a:gd name="connsiteX471" fmla="*/ 6650203 w 6858000"/>
              <a:gd name="connsiteY471" fmla="*/ 1039073 h 6858000"/>
              <a:gd name="connsiteX472" fmla="*/ 6858000 w 6858000"/>
              <a:gd name="connsiteY472" fmla="*/ 1039073 h 6858000"/>
              <a:gd name="connsiteX473" fmla="*/ 6858000 w 6858000"/>
              <a:gd name="connsiteY473" fmla="*/ 831275 h 6858000"/>
              <a:gd name="connsiteX474" fmla="*/ 6650203 w 6858000"/>
              <a:gd name="connsiteY474" fmla="*/ 831275 h 6858000"/>
              <a:gd name="connsiteX475" fmla="*/ 0 w 6858000"/>
              <a:gd name="connsiteY475" fmla="*/ 1039073 h 6858000"/>
              <a:gd name="connsiteX476" fmla="*/ 0 w 6858000"/>
              <a:gd name="connsiteY476" fmla="*/ 1246870 h 6858000"/>
              <a:gd name="connsiteX477" fmla="*/ 207797 w 6858000"/>
              <a:gd name="connsiteY477" fmla="*/ 1246870 h 6858000"/>
              <a:gd name="connsiteX478" fmla="*/ 207797 w 6858000"/>
              <a:gd name="connsiteY478" fmla="*/ 1039073 h 6858000"/>
              <a:gd name="connsiteX479" fmla="*/ 0 w 6858000"/>
              <a:gd name="connsiteY479" fmla="*/ 1039073 h 6858000"/>
              <a:gd name="connsiteX480" fmla="*/ 1246870 w 6858000"/>
              <a:gd name="connsiteY480" fmla="*/ 1039073 h 6858000"/>
              <a:gd name="connsiteX481" fmla="*/ 1246870 w 6858000"/>
              <a:gd name="connsiteY481" fmla="*/ 1246870 h 6858000"/>
              <a:gd name="connsiteX482" fmla="*/ 1454753 w 6858000"/>
              <a:gd name="connsiteY482" fmla="*/ 1246870 h 6858000"/>
              <a:gd name="connsiteX483" fmla="*/ 1454753 w 6858000"/>
              <a:gd name="connsiteY483" fmla="*/ 1039073 h 6858000"/>
              <a:gd name="connsiteX484" fmla="*/ 1246870 w 6858000"/>
              <a:gd name="connsiteY484" fmla="*/ 1039073 h 6858000"/>
              <a:gd name="connsiteX485" fmla="*/ 1662551 w 6858000"/>
              <a:gd name="connsiteY485" fmla="*/ 1039073 h 6858000"/>
              <a:gd name="connsiteX486" fmla="*/ 1662551 w 6858000"/>
              <a:gd name="connsiteY486" fmla="*/ 1246870 h 6858000"/>
              <a:gd name="connsiteX487" fmla="*/ 1870348 w 6858000"/>
              <a:gd name="connsiteY487" fmla="*/ 1246870 h 6858000"/>
              <a:gd name="connsiteX488" fmla="*/ 1870348 w 6858000"/>
              <a:gd name="connsiteY488" fmla="*/ 1039073 h 6858000"/>
              <a:gd name="connsiteX489" fmla="*/ 1662551 w 6858000"/>
              <a:gd name="connsiteY489" fmla="*/ 1039073 h 6858000"/>
              <a:gd name="connsiteX490" fmla="*/ 1870348 w 6858000"/>
              <a:gd name="connsiteY490" fmla="*/ 1039073 h 6858000"/>
              <a:gd name="connsiteX491" fmla="*/ 1870348 w 6858000"/>
              <a:gd name="connsiteY491" fmla="*/ 1246870 h 6858000"/>
              <a:gd name="connsiteX492" fmla="*/ 2078145 w 6858000"/>
              <a:gd name="connsiteY492" fmla="*/ 1246870 h 6858000"/>
              <a:gd name="connsiteX493" fmla="*/ 2078145 w 6858000"/>
              <a:gd name="connsiteY493" fmla="*/ 1039073 h 6858000"/>
              <a:gd name="connsiteX494" fmla="*/ 1870348 w 6858000"/>
              <a:gd name="connsiteY494" fmla="*/ 1039073 h 6858000"/>
              <a:gd name="connsiteX495" fmla="*/ 2078145 w 6858000"/>
              <a:gd name="connsiteY495" fmla="*/ 1039073 h 6858000"/>
              <a:gd name="connsiteX496" fmla="*/ 2078145 w 6858000"/>
              <a:gd name="connsiteY496" fmla="*/ 1246870 h 6858000"/>
              <a:gd name="connsiteX497" fmla="*/ 2286029 w 6858000"/>
              <a:gd name="connsiteY497" fmla="*/ 1246870 h 6858000"/>
              <a:gd name="connsiteX498" fmla="*/ 2286029 w 6858000"/>
              <a:gd name="connsiteY498" fmla="*/ 1039073 h 6858000"/>
              <a:gd name="connsiteX499" fmla="*/ 2078145 w 6858000"/>
              <a:gd name="connsiteY499" fmla="*/ 1039073 h 6858000"/>
              <a:gd name="connsiteX500" fmla="*/ 2493826 w 6858000"/>
              <a:gd name="connsiteY500" fmla="*/ 1039073 h 6858000"/>
              <a:gd name="connsiteX501" fmla="*/ 2493826 w 6858000"/>
              <a:gd name="connsiteY501" fmla="*/ 1246870 h 6858000"/>
              <a:gd name="connsiteX502" fmla="*/ 2701623 w 6858000"/>
              <a:gd name="connsiteY502" fmla="*/ 1246870 h 6858000"/>
              <a:gd name="connsiteX503" fmla="*/ 2701623 w 6858000"/>
              <a:gd name="connsiteY503" fmla="*/ 1039073 h 6858000"/>
              <a:gd name="connsiteX504" fmla="*/ 2493826 w 6858000"/>
              <a:gd name="connsiteY504" fmla="*/ 1039073 h 6858000"/>
              <a:gd name="connsiteX505" fmla="*/ 3117304 w 6858000"/>
              <a:gd name="connsiteY505" fmla="*/ 1039073 h 6858000"/>
              <a:gd name="connsiteX506" fmla="*/ 3117304 w 6858000"/>
              <a:gd name="connsiteY506" fmla="*/ 1246870 h 6858000"/>
              <a:gd name="connsiteX507" fmla="*/ 3325101 w 6858000"/>
              <a:gd name="connsiteY507" fmla="*/ 1246870 h 6858000"/>
              <a:gd name="connsiteX508" fmla="*/ 3325101 w 6858000"/>
              <a:gd name="connsiteY508" fmla="*/ 1039073 h 6858000"/>
              <a:gd name="connsiteX509" fmla="*/ 3117304 w 6858000"/>
              <a:gd name="connsiteY509" fmla="*/ 1039073 h 6858000"/>
              <a:gd name="connsiteX510" fmla="*/ 3325101 w 6858000"/>
              <a:gd name="connsiteY510" fmla="*/ 1039073 h 6858000"/>
              <a:gd name="connsiteX511" fmla="*/ 3325101 w 6858000"/>
              <a:gd name="connsiteY511" fmla="*/ 1246870 h 6858000"/>
              <a:gd name="connsiteX512" fmla="*/ 3532899 w 6858000"/>
              <a:gd name="connsiteY512" fmla="*/ 1246870 h 6858000"/>
              <a:gd name="connsiteX513" fmla="*/ 3532899 w 6858000"/>
              <a:gd name="connsiteY513" fmla="*/ 1039073 h 6858000"/>
              <a:gd name="connsiteX514" fmla="*/ 3325101 w 6858000"/>
              <a:gd name="connsiteY514" fmla="*/ 1039073 h 6858000"/>
              <a:gd name="connsiteX515" fmla="*/ 3532899 w 6858000"/>
              <a:gd name="connsiteY515" fmla="*/ 1039073 h 6858000"/>
              <a:gd name="connsiteX516" fmla="*/ 3532899 w 6858000"/>
              <a:gd name="connsiteY516" fmla="*/ 1246870 h 6858000"/>
              <a:gd name="connsiteX517" fmla="*/ 3740696 w 6858000"/>
              <a:gd name="connsiteY517" fmla="*/ 1246870 h 6858000"/>
              <a:gd name="connsiteX518" fmla="*/ 3740696 w 6858000"/>
              <a:gd name="connsiteY518" fmla="*/ 1039073 h 6858000"/>
              <a:gd name="connsiteX519" fmla="*/ 3532899 w 6858000"/>
              <a:gd name="connsiteY519" fmla="*/ 1039073 h 6858000"/>
              <a:gd name="connsiteX520" fmla="*/ 3948579 w 6858000"/>
              <a:gd name="connsiteY520" fmla="*/ 1039073 h 6858000"/>
              <a:gd name="connsiteX521" fmla="*/ 3948579 w 6858000"/>
              <a:gd name="connsiteY521" fmla="*/ 1246870 h 6858000"/>
              <a:gd name="connsiteX522" fmla="*/ 4156377 w 6858000"/>
              <a:gd name="connsiteY522" fmla="*/ 1246870 h 6858000"/>
              <a:gd name="connsiteX523" fmla="*/ 4156377 w 6858000"/>
              <a:gd name="connsiteY523" fmla="*/ 1039073 h 6858000"/>
              <a:gd name="connsiteX524" fmla="*/ 3948579 w 6858000"/>
              <a:gd name="connsiteY524" fmla="*/ 1039073 h 6858000"/>
              <a:gd name="connsiteX525" fmla="*/ 4364174 w 6858000"/>
              <a:gd name="connsiteY525" fmla="*/ 1039073 h 6858000"/>
              <a:gd name="connsiteX526" fmla="*/ 4364174 w 6858000"/>
              <a:gd name="connsiteY526" fmla="*/ 1246870 h 6858000"/>
              <a:gd name="connsiteX527" fmla="*/ 4571972 w 6858000"/>
              <a:gd name="connsiteY527" fmla="*/ 1246870 h 6858000"/>
              <a:gd name="connsiteX528" fmla="*/ 4571972 w 6858000"/>
              <a:gd name="connsiteY528" fmla="*/ 1039073 h 6858000"/>
              <a:gd name="connsiteX529" fmla="*/ 4364174 w 6858000"/>
              <a:gd name="connsiteY529" fmla="*/ 1039073 h 6858000"/>
              <a:gd name="connsiteX530" fmla="*/ 4779855 w 6858000"/>
              <a:gd name="connsiteY530" fmla="*/ 1039073 h 6858000"/>
              <a:gd name="connsiteX531" fmla="*/ 4779855 w 6858000"/>
              <a:gd name="connsiteY531" fmla="*/ 1246870 h 6858000"/>
              <a:gd name="connsiteX532" fmla="*/ 4987652 w 6858000"/>
              <a:gd name="connsiteY532" fmla="*/ 1246870 h 6858000"/>
              <a:gd name="connsiteX533" fmla="*/ 4987652 w 6858000"/>
              <a:gd name="connsiteY533" fmla="*/ 1039073 h 6858000"/>
              <a:gd name="connsiteX534" fmla="*/ 4779855 w 6858000"/>
              <a:gd name="connsiteY534" fmla="*/ 1039073 h 6858000"/>
              <a:gd name="connsiteX535" fmla="*/ 5403247 w 6858000"/>
              <a:gd name="connsiteY535" fmla="*/ 1039073 h 6858000"/>
              <a:gd name="connsiteX536" fmla="*/ 5403247 w 6858000"/>
              <a:gd name="connsiteY536" fmla="*/ 1246870 h 6858000"/>
              <a:gd name="connsiteX537" fmla="*/ 5611130 w 6858000"/>
              <a:gd name="connsiteY537" fmla="*/ 1246870 h 6858000"/>
              <a:gd name="connsiteX538" fmla="*/ 5611130 w 6858000"/>
              <a:gd name="connsiteY538" fmla="*/ 1039073 h 6858000"/>
              <a:gd name="connsiteX539" fmla="*/ 5403247 w 6858000"/>
              <a:gd name="connsiteY539" fmla="*/ 1039073 h 6858000"/>
              <a:gd name="connsiteX540" fmla="*/ 6650203 w 6858000"/>
              <a:gd name="connsiteY540" fmla="*/ 1039073 h 6858000"/>
              <a:gd name="connsiteX541" fmla="*/ 6650203 w 6858000"/>
              <a:gd name="connsiteY541" fmla="*/ 1246870 h 6858000"/>
              <a:gd name="connsiteX542" fmla="*/ 6858000 w 6858000"/>
              <a:gd name="connsiteY542" fmla="*/ 1246870 h 6858000"/>
              <a:gd name="connsiteX543" fmla="*/ 6858000 w 6858000"/>
              <a:gd name="connsiteY543" fmla="*/ 1039073 h 6858000"/>
              <a:gd name="connsiteX544" fmla="*/ 6650203 w 6858000"/>
              <a:gd name="connsiteY544" fmla="*/ 1039073 h 6858000"/>
              <a:gd name="connsiteX545" fmla="*/ 0 w 6858000"/>
              <a:gd name="connsiteY545" fmla="*/ 1246870 h 6858000"/>
              <a:gd name="connsiteX546" fmla="*/ 0 w 6858000"/>
              <a:gd name="connsiteY546" fmla="*/ 1454753 h 6858000"/>
              <a:gd name="connsiteX547" fmla="*/ 207797 w 6858000"/>
              <a:gd name="connsiteY547" fmla="*/ 1454753 h 6858000"/>
              <a:gd name="connsiteX548" fmla="*/ 207797 w 6858000"/>
              <a:gd name="connsiteY548" fmla="*/ 1246870 h 6858000"/>
              <a:gd name="connsiteX549" fmla="*/ 0 w 6858000"/>
              <a:gd name="connsiteY549" fmla="*/ 1246870 h 6858000"/>
              <a:gd name="connsiteX550" fmla="*/ 207797 w 6858000"/>
              <a:gd name="connsiteY550" fmla="*/ 1246870 h 6858000"/>
              <a:gd name="connsiteX551" fmla="*/ 207797 w 6858000"/>
              <a:gd name="connsiteY551" fmla="*/ 1454753 h 6858000"/>
              <a:gd name="connsiteX552" fmla="*/ 415595 w 6858000"/>
              <a:gd name="connsiteY552" fmla="*/ 1454753 h 6858000"/>
              <a:gd name="connsiteX553" fmla="*/ 415595 w 6858000"/>
              <a:gd name="connsiteY553" fmla="*/ 1246870 h 6858000"/>
              <a:gd name="connsiteX554" fmla="*/ 207797 w 6858000"/>
              <a:gd name="connsiteY554" fmla="*/ 1246870 h 6858000"/>
              <a:gd name="connsiteX555" fmla="*/ 415595 w 6858000"/>
              <a:gd name="connsiteY555" fmla="*/ 1246870 h 6858000"/>
              <a:gd name="connsiteX556" fmla="*/ 415595 w 6858000"/>
              <a:gd name="connsiteY556" fmla="*/ 1454753 h 6858000"/>
              <a:gd name="connsiteX557" fmla="*/ 623478 w 6858000"/>
              <a:gd name="connsiteY557" fmla="*/ 1454753 h 6858000"/>
              <a:gd name="connsiteX558" fmla="*/ 623478 w 6858000"/>
              <a:gd name="connsiteY558" fmla="*/ 1246870 h 6858000"/>
              <a:gd name="connsiteX559" fmla="*/ 415595 w 6858000"/>
              <a:gd name="connsiteY559" fmla="*/ 1246870 h 6858000"/>
              <a:gd name="connsiteX560" fmla="*/ 623478 w 6858000"/>
              <a:gd name="connsiteY560" fmla="*/ 1246870 h 6858000"/>
              <a:gd name="connsiteX561" fmla="*/ 623478 w 6858000"/>
              <a:gd name="connsiteY561" fmla="*/ 1454753 h 6858000"/>
              <a:gd name="connsiteX562" fmla="*/ 831275 w 6858000"/>
              <a:gd name="connsiteY562" fmla="*/ 1454753 h 6858000"/>
              <a:gd name="connsiteX563" fmla="*/ 831275 w 6858000"/>
              <a:gd name="connsiteY563" fmla="*/ 1246870 h 6858000"/>
              <a:gd name="connsiteX564" fmla="*/ 623478 w 6858000"/>
              <a:gd name="connsiteY564" fmla="*/ 1246870 h 6858000"/>
              <a:gd name="connsiteX565" fmla="*/ 831275 w 6858000"/>
              <a:gd name="connsiteY565" fmla="*/ 1246870 h 6858000"/>
              <a:gd name="connsiteX566" fmla="*/ 831275 w 6858000"/>
              <a:gd name="connsiteY566" fmla="*/ 1454753 h 6858000"/>
              <a:gd name="connsiteX567" fmla="*/ 1039073 w 6858000"/>
              <a:gd name="connsiteY567" fmla="*/ 1454753 h 6858000"/>
              <a:gd name="connsiteX568" fmla="*/ 1039073 w 6858000"/>
              <a:gd name="connsiteY568" fmla="*/ 1246870 h 6858000"/>
              <a:gd name="connsiteX569" fmla="*/ 831275 w 6858000"/>
              <a:gd name="connsiteY569" fmla="*/ 1246870 h 6858000"/>
              <a:gd name="connsiteX570" fmla="*/ 1039073 w 6858000"/>
              <a:gd name="connsiteY570" fmla="*/ 1246870 h 6858000"/>
              <a:gd name="connsiteX571" fmla="*/ 1039073 w 6858000"/>
              <a:gd name="connsiteY571" fmla="*/ 1454753 h 6858000"/>
              <a:gd name="connsiteX572" fmla="*/ 1246870 w 6858000"/>
              <a:gd name="connsiteY572" fmla="*/ 1454753 h 6858000"/>
              <a:gd name="connsiteX573" fmla="*/ 1246870 w 6858000"/>
              <a:gd name="connsiteY573" fmla="*/ 1246870 h 6858000"/>
              <a:gd name="connsiteX574" fmla="*/ 1039073 w 6858000"/>
              <a:gd name="connsiteY574" fmla="*/ 1246870 h 6858000"/>
              <a:gd name="connsiteX575" fmla="*/ 1246870 w 6858000"/>
              <a:gd name="connsiteY575" fmla="*/ 1246870 h 6858000"/>
              <a:gd name="connsiteX576" fmla="*/ 1246870 w 6858000"/>
              <a:gd name="connsiteY576" fmla="*/ 1454753 h 6858000"/>
              <a:gd name="connsiteX577" fmla="*/ 1454753 w 6858000"/>
              <a:gd name="connsiteY577" fmla="*/ 1454753 h 6858000"/>
              <a:gd name="connsiteX578" fmla="*/ 1454753 w 6858000"/>
              <a:gd name="connsiteY578" fmla="*/ 1246870 h 6858000"/>
              <a:gd name="connsiteX579" fmla="*/ 1246870 w 6858000"/>
              <a:gd name="connsiteY579" fmla="*/ 1246870 h 6858000"/>
              <a:gd name="connsiteX580" fmla="*/ 1662551 w 6858000"/>
              <a:gd name="connsiteY580" fmla="*/ 1246870 h 6858000"/>
              <a:gd name="connsiteX581" fmla="*/ 1662551 w 6858000"/>
              <a:gd name="connsiteY581" fmla="*/ 1454753 h 6858000"/>
              <a:gd name="connsiteX582" fmla="*/ 1870348 w 6858000"/>
              <a:gd name="connsiteY582" fmla="*/ 1454753 h 6858000"/>
              <a:gd name="connsiteX583" fmla="*/ 1870348 w 6858000"/>
              <a:gd name="connsiteY583" fmla="*/ 1246870 h 6858000"/>
              <a:gd name="connsiteX584" fmla="*/ 1662551 w 6858000"/>
              <a:gd name="connsiteY584" fmla="*/ 1246870 h 6858000"/>
              <a:gd name="connsiteX585" fmla="*/ 2078145 w 6858000"/>
              <a:gd name="connsiteY585" fmla="*/ 1246870 h 6858000"/>
              <a:gd name="connsiteX586" fmla="*/ 2078145 w 6858000"/>
              <a:gd name="connsiteY586" fmla="*/ 1454753 h 6858000"/>
              <a:gd name="connsiteX587" fmla="*/ 2286029 w 6858000"/>
              <a:gd name="connsiteY587" fmla="*/ 1454753 h 6858000"/>
              <a:gd name="connsiteX588" fmla="*/ 2286029 w 6858000"/>
              <a:gd name="connsiteY588" fmla="*/ 1246870 h 6858000"/>
              <a:gd name="connsiteX589" fmla="*/ 2078145 w 6858000"/>
              <a:gd name="connsiteY589" fmla="*/ 1246870 h 6858000"/>
              <a:gd name="connsiteX590" fmla="*/ 2493826 w 6858000"/>
              <a:gd name="connsiteY590" fmla="*/ 1246870 h 6858000"/>
              <a:gd name="connsiteX591" fmla="*/ 2493826 w 6858000"/>
              <a:gd name="connsiteY591" fmla="*/ 1454753 h 6858000"/>
              <a:gd name="connsiteX592" fmla="*/ 2701623 w 6858000"/>
              <a:gd name="connsiteY592" fmla="*/ 1454753 h 6858000"/>
              <a:gd name="connsiteX593" fmla="*/ 2701623 w 6858000"/>
              <a:gd name="connsiteY593" fmla="*/ 1246870 h 6858000"/>
              <a:gd name="connsiteX594" fmla="*/ 2493826 w 6858000"/>
              <a:gd name="connsiteY594" fmla="*/ 1246870 h 6858000"/>
              <a:gd name="connsiteX595" fmla="*/ 2909421 w 6858000"/>
              <a:gd name="connsiteY595" fmla="*/ 1246870 h 6858000"/>
              <a:gd name="connsiteX596" fmla="*/ 2909421 w 6858000"/>
              <a:gd name="connsiteY596" fmla="*/ 1454753 h 6858000"/>
              <a:gd name="connsiteX597" fmla="*/ 3117304 w 6858000"/>
              <a:gd name="connsiteY597" fmla="*/ 1454753 h 6858000"/>
              <a:gd name="connsiteX598" fmla="*/ 3117304 w 6858000"/>
              <a:gd name="connsiteY598" fmla="*/ 1246870 h 6858000"/>
              <a:gd name="connsiteX599" fmla="*/ 2909421 w 6858000"/>
              <a:gd name="connsiteY599" fmla="*/ 1246870 h 6858000"/>
              <a:gd name="connsiteX600" fmla="*/ 3325101 w 6858000"/>
              <a:gd name="connsiteY600" fmla="*/ 1246870 h 6858000"/>
              <a:gd name="connsiteX601" fmla="*/ 3325101 w 6858000"/>
              <a:gd name="connsiteY601" fmla="*/ 1454753 h 6858000"/>
              <a:gd name="connsiteX602" fmla="*/ 3532899 w 6858000"/>
              <a:gd name="connsiteY602" fmla="*/ 1454753 h 6858000"/>
              <a:gd name="connsiteX603" fmla="*/ 3532899 w 6858000"/>
              <a:gd name="connsiteY603" fmla="*/ 1246870 h 6858000"/>
              <a:gd name="connsiteX604" fmla="*/ 3325101 w 6858000"/>
              <a:gd name="connsiteY604" fmla="*/ 1246870 h 6858000"/>
              <a:gd name="connsiteX605" fmla="*/ 3740696 w 6858000"/>
              <a:gd name="connsiteY605" fmla="*/ 1246870 h 6858000"/>
              <a:gd name="connsiteX606" fmla="*/ 3740696 w 6858000"/>
              <a:gd name="connsiteY606" fmla="*/ 1454753 h 6858000"/>
              <a:gd name="connsiteX607" fmla="*/ 3948579 w 6858000"/>
              <a:gd name="connsiteY607" fmla="*/ 1454753 h 6858000"/>
              <a:gd name="connsiteX608" fmla="*/ 3948579 w 6858000"/>
              <a:gd name="connsiteY608" fmla="*/ 1246870 h 6858000"/>
              <a:gd name="connsiteX609" fmla="*/ 3740696 w 6858000"/>
              <a:gd name="connsiteY609" fmla="*/ 1246870 h 6858000"/>
              <a:gd name="connsiteX610" fmla="*/ 4156377 w 6858000"/>
              <a:gd name="connsiteY610" fmla="*/ 1246870 h 6858000"/>
              <a:gd name="connsiteX611" fmla="*/ 4156377 w 6858000"/>
              <a:gd name="connsiteY611" fmla="*/ 1454753 h 6858000"/>
              <a:gd name="connsiteX612" fmla="*/ 4364174 w 6858000"/>
              <a:gd name="connsiteY612" fmla="*/ 1454753 h 6858000"/>
              <a:gd name="connsiteX613" fmla="*/ 4364174 w 6858000"/>
              <a:gd name="connsiteY613" fmla="*/ 1246870 h 6858000"/>
              <a:gd name="connsiteX614" fmla="*/ 4156377 w 6858000"/>
              <a:gd name="connsiteY614" fmla="*/ 1246870 h 6858000"/>
              <a:gd name="connsiteX615" fmla="*/ 4571972 w 6858000"/>
              <a:gd name="connsiteY615" fmla="*/ 1246870 h 6858000"/>
              <a:gd name="connsiteX616" fmla="*/ 4571972 w 6858000"/>
              <a:gd name="connsiteY616" fmla="*/ 1454753 h 6858000"/>
              <a:gd name="connsiteX617" fmla="*/ 4779855 w 6858000"/>
              <a:gd name="connsiteY617" fmla="*/ 1454753 h 6858000"/>
              <a:gd name="connsiteX618" fmla="*/ 4779855 w 6858000"/>
              <a:gd name="connsiteY618" fmla="*/ 1246870 h 6858000"/>
              <a:gd name="connsiteX619" fmla="*/ 4571972 w 6858000"/>
              <a:gd name="connsiteY619" fmla="*/ 1246870 h 6858000"/>
              <a:gd name="connsiteX620" fmla="*/ 4987652 w 6858000"/>
              <a:gd name="connsiteY620" fmla="*/ 1246870 h 6858000"/>
              <a:gd name="connsiteX621" fmla="*/ 4987652 w 6858000"/>
              <a:gd name="connsiteY621" fmla="*/ 1454753 h 6858000"/>
              <a:gd name="connsiteX622" fmla="*/ 5195450 w 6858000"/>
              <a:gd name="connsiteY622" fmla="*/ 1454753 h 6858000"/>
              <a:gd name="connsiteX623" fmla="*/ 5195450 w 6858000"/>
              <a:gd name="connsiteY623" fmla="*/ 1246870 h 6858000"/>
              <a:gd name="connsiteX624" fmla="*/ 4987652 w 6858000"/>
              <a:gd name="connsiteY624" fmla="*/ 1246870 h 6858000"/>
              <a:gd name="connsiteX625" fmla="*/ 5403247 w 6858000"/>
              <a:gd name="connsiteY625" fmla="*/ 1246870 h 6858000"/>
              <a:gd name="connsiteX626" fmla="*/ 5403247 w 6858000"/>
              <a:gd name="connsiteY626" fmla="*/ 1454753 h 6858000"/>
              <a:gd name="connsiteX627" fmla="*/ 5611130 w 6858000"/>
              <a:gd name="connsiteY627" fmla="*/ 1454753 h 6858000"/>
              <a:gd name="connsiteX628" fmla="*/ 5611130 w 6858000"/>
              <a:gd name="connsiteY628" fmla="*/ 1246870 h 6858000"/>
              <a:gd name="connsiteX629" fmla="*/ 5403247 w 6858000"/>
              <a:gd name="connsiteY629" fmla="*/ 1246870 h 6858000"/>
              <a:gd name="connsiteX630" fmla="*/ 5611130 w 6858000"/>
              <a:gd name="connsiteY630" fmla="*/ 1246870 h 6858000"/>
              <a:gd name="connsiteX631" fmla="*/ 5611130 w 6858000"/>
              <a:gd name="connsiteY631" fmla="*/ 1454753 h 6858000"/>
              <a:gd name="connsiteX632" fmla="*/ 5818927 w 6858000"/>
              <a:gd name="connsiteY632" fmla="*/ 1454753 h 6858000"/>
              <a:gd name="connsiteX633" fmla="*/ 5818927 w 6858000"/>
              <a:gd name="connsiteY633" fmla="*/ 1246870 h 6858000"/>
              <a:gd name="connsiteX634" fmla="*/ 5611130 w 6858000"/>
              <a:gd name="connsiteY634" fmla="*/ 1246870 h 6858000"/>
              <a:gd name="connsiteX635" fmla="*/ 5818927 w 6858000"/>
              <a:gd name="connsiteY635" fmla="*/ 1246870 h 6858000"/>
              <a:gd name="connsiteX636" fmla="*/ 5818927 w 6858000"/>
              <a:gd name="connsiteY636" fmla="*/ 1454753 h 6858000"/>
              <a:gd name="connsiteX637" fmla="*/ 6026725 w 6858000"/>
              <a:gd name="connsiteY637" fmla="*/ 1454753 h 6858000"/>
              <a:gd name="connsiteX638" fmla="*/ 6026725 w 6858000"/>
              <a:gd name="connsiteY638" fmla="*/ 1246870 h 6858000"/>
              <a:gd name="connsiteX639" fmla="*/ 5818927 w 6858000"/>
              <a:gd name="connsiteY639" fmla="*/ 1246870 h 6858000"/>
              <a:gd name="connsiteX640" fmla="*/ 6026725 w 6858000"/>
              <a:gd name="connsiteY640" fmla="*/ 1246870 h 6858000"/>
              <a:gd name="connsiteX641" fmla="*/ 6026725 w 6858000"/>
              <a:gd name="connsiteY641" fmla="*/ 1454753 h 6858000"/>
              <a:gd name="connsiteX642" fmla="*/ 6234522 w 6858000"/>
              <a:gd name="connsiteY642" fmla="*/ 1454753 h 6858000"/>
              <a:gd name="connsiteX643" fmla="*/ 6234522 w 6858000"/>
              <a:gd name="connsiteY643" fmla="*/ 1246870 h 6858000"/>
              <a:gd name="connsiteX644" fmla="*/ 6026725 w 6858000"/>
              <a:gd name="connsiteY644" fmla="*/ 1246870 h 6858000"/>
              <a:gd name="connsiteX645" fmla="*/ 6234522 w 6858000"/>
              <a:gd name="connsiteY645" fmla="*/ 1246870 h 6858000"/>
              <a:gd name="connsiteX646" fmla="*/ 6234522 w 6858000"/>
              <a:gd name="connsiteY646" fmla="*/ 1454753 h 6858000"/>
              <a:gd name="connsiteX647" fmla="*/ 6442406 w 6858000"/>
              <a:gd name="connsiteY647" fmla="*/ 1454753 h 6858000"/>
              <a:gd name="connsiteX648" fmla="*/ 6442406 w 6858000"/>
              <a:gd name="connsiteY648" fmla="*/ 1246870 h 6858000"/>
              <a:gd name="connsiteX649" fmla="*/ 6234522 w 6858000"/>
              <a:gd name="connsiteY649" fmla="*/ 1246870 h 6858000"/>
              <a:gd name="connsiteX650" fmla="*/ 6442406 w 6858000"/>
              <a:gd name="connsiteY650" fmla="*/ 1246870 h 6858000"/>
              <a:gd name="connsiteX651" fmla="*/ 6442406 w 6858000"/>
              <a:gd name="connsiteY651" fmla="*/ 1454753 h 6858000"/>
              <a:gd name="connsiteX652" fmla="*/ 6650203 w 6858000"/>
              <a:gd name="connsiteY652" fmla="*/ 1454753 h 6858000"/>
              <a:gd name="connsiteX653" fmla="*/ 6650203 w 6858000"/>
              <a:gd name="connsiteY653" fmla="*/ 1246870 h 6858000"/>
              <a:gd name="connsiteX654" fmla="*/ 6442406 w 6858000"/>
              <a:gd name="connsiteY654" fmla="*/ 1246870 h 6858000"/>
              <a:gd name="connsiteX655" fmla="*/ 6650203 w 6858000"/>
              <a:gd name="connsiteY655" fmla="*/ 1246870 h 6858000"/>
              <a:gd name="connsiteX656" fmla="*/ 6650203 w 6858000"/>
              <a:gd name="connsiteY656" fmla="*/ 1454753 h 6858000"/>
              <a:gd name="connsiteX657" fmla="*/ 6858000 w 6858000"/>
              <a:gd name="connsiteY657" fmla="*/ 1454753 h 6858000"/>
              <a:gd name="connsiteX658" fmla="*/ 6858000 w 6858000"/>
              <a:gd name="connsiteY658" fmla="*/ 1246870 h 6858000"/>
              <a:gd name="connsiteX659" fmla="*/ 6650203 w 6858000"/>
              <a:gd name="connsiteY659" fmla="*/ 1246870 h 6858000"/>
              <a:gd name="connsiteX660" fmla="*/ 1662551 w 6858000"/>
              <a:gd name="connsiteY660" fmla="*/ 1454753 h 6858000"/>
              <a:gd name="connsiteX661" fmla="*/ 1662551 w 6858000"/>
              <a:gd name="connsiteY661" fmla="*/ 1662551 h 6858000"/>
              <a:gd name="connsiteX662" fmla="*/ 1870348 w 6858000"/>
              <a:gd name="connsiteY662" fmla="*/ 1662551 h 6858000"/>
              <a:gd name="connsiteX663" fmla="*/ 1870348 w 6858000"/>
              <a:gd name="connsiteY663" fmla="*/ 1454753 h 6858000"/>
              <a:gd name="connsiteX664" fmla="*/ 1662551 w 6858000"/>
              <a:gd name="connsiteY664" fmla="*/ 1454753 h 6858000"/>
              <a:gd name="connsiteX665" fmla="*/ 1870348 w 6858000"/>
              <a:gd name="connsiteY665" fmla="*/ 1454753 h 6858000"/>
              <a:gd name="connsiteX666" fmla="*/ 1870348 w 6858000"/>
              <a:gd name="connsiteY666" fmla="*/ 1662551 h 6858000"/>
              <a:gd name="connsiteX667" fmla="*/ 2078145 w 6858000"/>
              <a:gd name="connsiteY667" fmla="*/ 1662551 h 6858000"/>
              <a:gd name="connsiteX668" fmla="*/ 2078145 w 6858000"/>
              <a:gd name="connsiteY668" fmla="*/ 1454753 h 6858000"/>
              <a:gd name="connsiteX669" fmla="*/ 1870348 w 6858000"/>
              <a:gd name="connsiteY669" fmla="*/ 1454753 h 6858000"/>
              <a:gd name="connsiteX670" fmla="*/ 2493826 w 6858000"/>
              <a:gd name="connsiteY670" fmla="*/ 1454753 h 6858000"/>
              <a:gd name="connsiteX671" fmla="*/ 2493826 w 6858000"/>
              <a:gd name="connsiteY671" fmla="*/ 1662551 h 6858000"/>
              <a:gd name="connsiteX672" fmla="*/ 2701623 w 6858000"/>
              <a:gd name="connsiteY672" fmla="*/ 1662551 h 6858000"/>
              <a:gd name="connsiteX673" fmla="*/ 2701623 w 6858000"/>
              <a:gd name="connsiteY673" fmla="*/ 1454753 h 6858000"/>
              <a:gd name="connsiteX674" fmla="*/ 2493826 w 6858000"/>
              <a:gd name="connsiteY674" fmla="*/ 1454753 h 6858000"/>
              <a:gd name="connsiteX675" fmla="*/ 2701623 w 6858000"/>
              <a:gd name="connsiteY675" fmla="*/ 1454753 h 6858000"/>
              <a:gd name="connsiteX676" fmla="*/ 2701623 w 6858000"/>
              <a:gd name="connsiteY676" fmla="*/ 1662551 h 6858000"/>
              <a:gd name="connsiteX677" fmla="*/ 2909421 w 6858000"/>
              <a:gd name="connsiteY677" fmla="*/ 1662551 h 6858000"/>
              <a:gd name="connsiteX678" fmla="*/ 2909421 w 6858000"/>
              <a:gd name="connsiteY678" fmla="*/ 1454753 h 6858000"/>
              <a:gd name="connsiteX679" fmla="*/ 2701623 w 6858000"/>
              <a:gd name="connsiteY679" fmla="*/ 1454753 h 6858000"/>
              <a:gd name="connsiteX680" fmla="*/ 3117304 w 6858000"/>
              <a:gd name="connsiteY680" fmla="*/ 1454753 h 6858000"/>
              <a:gd name="connsiteX681" fmla="*/ 3117304 w 6858000"/>
              <a:gd name="connsiteY681" fmla="*/ 1662551 h 6858000"/>
              <a:gd name="connsiteX682" fmla="*/ 3325101 w 6858000"/>
              <a:gd name="connsiteY682" fmla="*/ 1662551 h 6858000"/>
              <a:gd name="connsiteX683" fmla="*/ 3325101 w 6858000"/>
              <a:gd name="connsiteY683" fmla="*/ 1454753 h 6858000"/>
              <a:gd name="connsiteX684" fmla="*/ 3117304 w 6858000"/>
              <a:gd name="connsiteY684" fmla="*/ 1454753 h 6858000"/>
              <a:gd name="connsiteX685" fmla="*/ 3325101 w 6858000"/>
              <a:gd name="connsiteY685" fmla="*/ 1454753 h 6858000"/>
              <a:gd name="connsiteX686" fmla="*/ 3325101 w 6858000"/>
              <a:gd name="connsiteY686" fmla="*/ 1662551 h 6858000"/>
              <a:gd name="connsiteX687" fmla="*/ 3532899 w 6858000"/>
              <a:gd name="connsiteY687" fmla="*/ 1662551 h 6858000"/>
              <a:gd name="connsiteX688" fmla="*/ 3532899 w 6858000"/>
              <a:gd name="connsiteY688" fmla="*/ 1454753 h 6858000"/>
              <a:gd name="connsiteX689" fmla="*/ 3325101 w 6858000"/>
              <a:gd name="connsiteY689" fmla="*/ 1454753 h 6858000"/>
              <a:gd name="connsiteX690" fmla="*/ 3948579 w 6858000"/>
              <a:gd name="connsiteY690" fmla="*/ 1454753 h 6858000"/>
              <a:gd name="connsiteX691" fmla="*/ 3948579 w 6858000"/>
              <a:gd name="connsiteY691" fmla="*/ 1662551 h 6858000"/>
              <a:gd name="connsiteX692" fmla="*/ 4156377 w 6858000"/>
              <a:gd name="connsiteY692" fmla="*/ 1662551 h 6858000"/>
              <a:gd name="connsiteX693" fmla="*/ 4156377 w 6858000"/>
              <a:gd name="connsiteY693" fmla="*/ 1454753 h 6858000"/>
              <a:gd name="connsiteX694" fmla="*/ 3948579 w 6858000"/>
              <a:gd name="connsiteY694" fmla="*/ 1454753 h 6858000"/>
              <a:gd name="connsiteX695" fmla="*/ 4156377 w 6858000"/>
              <a:gd name="connsiteY695" fmla="*/ 1454753 h 6858000"/>
              <a:gd name="connsiteX696" fmla="*/ 4156377 w 6858000"/>
              <a:gd name="connsiteY696" fmla="*/ 1662551 h 6858000"/>
              <a:gd name="connsiteX697" fmla="*/ 4364174 w 6858000"/>
              <a:gd name="connsiteY697" fmla="*/ 1662551 h 6858000"/>
              <a:gd name="connsiteX698" fmla="*/ 4364174 w 6858000"/>
              <a:gd name="connsiteY698" fmla="*/ 1454753 h 6858000"/>
              <a:gd name="connsiteX699" fmla="*/ 4156377 w 6858000"/>
              <a:gd name="connsiteY699" fmla="*/ 1454753 h 6858000"/>
              <a:gd name="connsiteX700" fmla="*/ 4364174 w 6858000"/>
              <a:gd name="connsiteY700" fmla="*/ 1454753 h 6858000"/>
              <a:gd name="connsiteX701" fmla="*/ 4364174 w 6858000"/>
              <a:gd name="connsiteY701" fmla="*/ 1662551 h 6858000"/>
              <a:gd name="connsiteX702" fmla="*/ 4571972 w 6858000"/>
              <a:gd name="connsiteY702" fmla="*/ 1662551 h 6858000"/>
              <a:gd name="connsiteX703" fmla="*/ 4571972 w 6858000"/>
              <a:gd name="connsiteY703" fmla="*/ 1454753 h 6858000"/>
              <a:gd name="connsiteX704" fmla="*/ 4364174 w 6858000"/>
              <a:gd name="connsiteY704" fmla="*/ 1454753 h 6858000"/>
              <a:gd name="connsiteX705" fmla="*/ 4571972 w 6858000"/>
              <a:gd name="connsiteY705" fmla="*/ 1454753 h 6858000"/>
              <a:gd name="connsiteX706" fmla="*/ 4571972 w 6858000"/>
              <a:gd name="connsiteY706" fmla="*/ 1662551 h 6858000"/>
              <a:gd name="connsiteX707" fmla="*/ 4779855 w 6858000"/>
              <a:gd name="connsiteY707" fmla="*/ 1662551 h 6858000"/>
              <a:gd name="connsiteX708" fmla="*/ 4779855 w 6858000"/>
              <a:gd name="connsiteY708" fmla="*/ 1454753 h 6858000"/>
              <a:gd name="connsiteX709" fmla="*/ 4571972 w 6858000"/>
              <a:gd name="connsiteY709" fmla="*/ 1454753 h 6858000"/>
              <a:gd name="connsiteX710" fmla="*/ 4779855 w 6858000"/>
              <a:gd name="connsiteY710" fmla="*/ 1454753 h 6858000"/>
              <a:gd name="connsiteX711" fmla="*/ 4779855 w 6858000"/>
              <a:gd name="connsiteY711" fmla="*/ 1662551 h 6858000"/>
              <a:gd name="connsiteX712" fmla="*/ 4987652 w 6858000"/>
              <a:gd name="connsiteY712" fmla="*/ 1662551 h 6858000"/>
              <a:gd name="connsiteX713" fmla="*/ 4987652 w 6858000"/>
              <a:gd name="connsiteY713" fmla="*/ 1454753 h 6858000"/>
              <a:gd name="connsiteX714" fmla="*/ 4779855 w 6858000"/>
              <a:gd name="connsiteY714" fmla="*/ 1454753 h 6858000"/>
              <a:gd name="connsiteX715" fmla="*/ 4987652 w 6858000"/>
              <a:gd name="connsiteY715" fmla="*/ 1454753 h 6858000"/>
              <a:gd name="connsiteX716" fmla="*/ 4987652 w 6858000"/>
              <a:gd name="connsiteY716" fmla="*/ 1662551 h 6858000"/>
              <a:gd name="connsiteX717" fmla="*/ 5195450 w 6858000"/>
              <a:gd name="connsiteY717" fmla="*/ 1662551 h 6858000"/>
              <a:gd name="connsiteX718" fmla="*/ 5195450 w 6858000"/>
              <a:gd name="connsiteY718" fmla="*/ 1454753 h 6858000"/>
              <a:gd name="connsiteX719" fmla="*/ 4987652 w 6858000"/>
              <a:gd name="connsiteY719" fmla="*/ 1454753 h 6858000"/>
              <a:gd name="connsiteX720" fmla="*/ 0 w 6858000"/>
              <a:gd name="connsiteY720" fmla="*/ 1662551 h 6858000"/>
              <a:gd name="connsiteX721" fmla="*/ 0 w 6858000"/>
              <a:gd name="connsiteY721" fmla="*/ 1870348 h 6858000"/>
              <a:gd name="connsiteX722" fmla="*/ 207797 w 6858000"/>
              <a:gd name="connsiteY722" fmla="*/ 1870348 h 6858000"/>
              <a:gd name="connsiteX723" fmla="*/ 207797 w 6858000"/>
              <a:gd name="connsiteY723" fmla="*/ 1662551 h 6858000"/>
              <a:gd name="connsiteX724" fmla="*/ 0 w 6858000"/>
              <a:gd name="connsiteY724" fmla="*/ 1662551 h 6858000"/>
              <a:gd name="connsiteX725" fmla="*/ 207797 w 6858000"/>
              <a:gd name="connsiteY725" fmla="*/ 1662551 h 6858000"/>
              <a:gd name="connsiteX726" fmla="*/ 207797 w 6858000"/>
              <a:gd name="connsiteY726" fmla="*/ 1870348 h 6858000"/>
              <a:gd name="connsiteX727" fmla="*/ 415595 w 6858000"/>
              <a:gd name="connsiteY727" fmla="*/ 1870348 h 6858000"/>
              <a:gd name="connsiteX728" fmla="*/ 415595 w 6858000"/>
              <a:gd name="connsiteY728" fmla="*/ 1662551 h 6858000"/>
              <a:gd name="connsiteX729" fmla="*/ 207797 w 6858000"/>
              <a:gd name="connsiteY729" fmla="*/ 1662551 h 6858000"/>
              <a:gd name="connsiteX730" fmla="*/ 623478 w 6858000"/>
              <a:gd name="connsiteY730" fmla="*/ 1662551 h 6858000"/>
              <a:gd name="connsiteX731" fmla="*/ 623478 w 6858000"/>
              <a:gd name="connsiteY731" fmla="*/ 1870348 h 6858000"/>
              <a:gd name="connsiteX732" fmla="*/ 831275 w 6858000"/>
              <a:gd name="connsiteY732" fmla="*/ 1870348 h 6858000"/>
              <a:gd name="connsiteX733" fmla="*/ 831275 w 6858000"/>
              <a:gd name="connsiteY733" fmla="*/ 1662551 h 6858000"/>
              <a:gd name="connsiteX734" fmla="*/ 623478 w 6858000"/>
              <a:gd name="connsiteY734" fmla="*/ 1662551 h 6858000"/>
              <a:gd name="connsiteX735" fmla="*/ 1246870 w 6858000"/>
              <a:gd name="connsiteY735" fmla="*/ 1662551 h 6858000"/>
              <a:gd name="connsiteX736" fmla="*/ 1246870 w 6858000"/>
              <a:gd name="connsiteY736" fmla="*/ 1870348 h 6858000"/>
              <a:gd name="connsiteX737" fmla="*/ 1454753 w 6858000"/>
              <a:gd name="connsiteY737" fmla="*/ 1870348 h 6858000"/>
              <a:gd name="connsiteX738" fmla="*/ 1454753 w 6858000"/>
              <a:gd name="connsiteY738" fmla="*/ 1662551 h 6858000"/>
              <a:gd name="connsiteX739" fmla="*/ 1246870 w 6858000"/>
              <a:gd name="connsiteY739" fmla="*/ 1662551 h 6858000"/>
              <a:gd name="connsiteX740" fmla="*/ 1454753 w 6858000"/>
              <a:gd name="connsiteY740" fmla="*/ 1662551 h 6858000"/>
              <a:gd name="connsiteX741" fmla="*/ 1454753 w 6858000"/>
              <a:gd name="connsiteY741" fmla="*/ 1870348 h 6858000"/>
              <a:gd name="connsiteX742" fmla="*/ 1662551 w 6858000"/>
              <a:gd name="connsiteY742" fmla="*/ 1870348 h 6858000"/>
              <a:gd name="connsiteX743" fmla="*/ 1662551 w 6858000"/>
              <a:gd name="connsiteY743" fmla="*/ 1662551 h 6858000"/>
              <a:gd name="connsiteX744" fmla="*/ 1454753 w 6858000"/>
              <a:gd name="connsiteY744" fmla="*/ 1662551 h 6858000"/>
              <a:gd name="connsiteX745" fmla="*/ 1870348 w 6858000"/>
              <a:gd name="connsiteY745" fmla="*/ 1662551 h 6858000"/>
              <a:gd name="connsiteX746" fmla="*/ 1870348 w 6858000"/>
              <a:gd name="connsiteY746" fmla="*/ 1870348 h 6858000"/>
              <a:gd name="connsiteX747" fmla="*/ 2078145 w 6858000"/>
              <a:gd name="connsiteY747" fmla="*/ 1870348 h 6858000"/>
              <a:gd name="connsiteX748" fmla="*/ 2078145 w 6858000"/>
              <a:gd name="connsiteY748" fmla="*/ 1662551 h 6858000"/>
              <a:gd name="connsiteX749" fmla="*/ 1870348 w 6858000"/>
              <a:gd name="connsiteY749" fmla="*/ 1662551 h 6858000"/>
              <a:gd name="connsiteX750" fmla="*/ 2286029 w 6858000"/>
              <a:gd name="connsiteY750" fmla="*/ 1662551 h 6858000"/>
              <a:gd name="connsiteX751" fmla="*/ 2286029 w 6858000"/>
              <a:gd name="connsiteY751" fmla="*/ 1870348 h 6858000"/>
              <a:gd name="connsiteX752" fmla="*/ 2493826 w 6858000"/>
              <a:gd name="connsiteY752" fmla="*/ 1870348 h 6858000"/>
              <a:gd name="connsiteX753" fmla="*/ 2493826 w 6858000"/>
              <a:gd name="connsiteY753" fmla="*/ 1662551 h 6858000"/>
              <a:gd name="connsiteX754" fmla="*/ 2286029 w 6858000"/>
              <a:gd name="connsiteY754" fmla="*/ 1662551 h 6858000"/>
              <a:gd name="connsiteX755" fmla="*/ 2493826 w 6858000"/>
              <a:gd name="connsiteY755" fmla="*/ 1662551 h 6858000"/>
              <a:gd name="connsiteX756" fmla="*/ 2493826 w 6858000"/>
              <a:gd name="connsiteY756" fmla="*/ 1870348 h 6858000"/>
              <a:gd name="connsiteX757" fmla="*/ 2701623 w 6858000"/>
              <a:gd name="connsiteY757" fmla="*/ 1870348 h 6858000"/>
              <a:gd name="connsiteX758" fmla="*/ 2701623 w 6858000"/>
              <a:gd name="connsiteY758" fmla="*/ 1662551 h 6858000"/>
              <a:gd name="connsiteX759" fmla="*/ 2493826 w 6858000"/>
              <a:gd name="connsiteY759" fmla="*/ 1662551 h 6858000"/>
              <a:gd name="connsiteX760" fmla="*/ 2701623 w 6858000"/>
              <a:gd name="connsiteY760" fmla="*/ 1662551 h 6858000"/>
              <a:gd name="connsiteX761" fmla="*/ 2701623 w 6858000"/>
              <a:gd name="connsiteY761" fmla="*/ 1870348 h 6858000"/>
              <a:gd name="connsiteX762" fmla="*/ 2909421 w 6858000"/>
              <a:gd name="connsiteY762" fmla="*/ 1870348 h 6858000"/>
              <a:gd name="connsiteX763" fmla="*/ 2909421 w 6858000"/>
              <a:gd name="connsiteY763" fmla="*/ 1662551 h 6858000"/>
              <a:gd name="connsiteX764" fmla="*/ 2701623 w 6858000"/>
              <a:gd name="connsiteY764" fmla="*/ 1662551 h 6858000"/>
              <a:gd name="connsiteX765" fmla="*/ 3117304 w 6858000"/>
              <a:gd name="connsiteY765" fmla="*/ 1662551 h 6858000"/>
              <a:gd name="connsiteX766" fmla="*/ 3117304 w 6858000"/>
              <a:gd name="connsiteY766" fmla="*/ 1870348 h 6858000"/>
              <a:gd name="connsiteX767" fmla="*/ 3325101 w 6858000"/>
              <a:gd name="connsiteY767" fmla="*/ 1870348 h 6858000"/>
              <a:gd name="connsiteX768" fmla="*/ 3325101 w 6858000"/>
              <a:gd name="connsiteY768" fmla="*/ 1662551 h 6858000"/>
              <a:gd name="connsiteX769" fmla="*/ 3117304 w 6858000"/>
              <a:gd name="connsiteY769" fmla="*/ 1662551 h 6858000"/>
              <a:gd name="connsiteX770" fmla="*/ 3325101 w 6858000"/>
              <a:gd name="connsiteY770" fmla="*/ 1662551 h 6858000"/>
              <a:gd name="connsiteX771" fmla="*/ 3325101 w 6858000"/>
              <a:gd name="connsiteY771" fmla="*/ 1870348 h 6858000"/>
              <a:gd name="connsiteX772" fmla="*/ 3532899 w 6858000"/>
              <a:gd name="connsiteY772" fmla="*/ 1870348 h 6858000"/>
              <a:gd name="connsiteX773" fmla="*/ 3532899 w 6858000"/>
              <a:gd name="connsiteY773" fmla="*/ 1662551 h 6858000"/>
              <a:gd name="connsiteX774" fmla="*/ 3325101 w 6858000"/>
              <a:gd name="connsiteY774" fmla="*/ 1662551 h 6858000"/>
              <a:gd name="connsiteX775" fmla="*/ 3948579 w 6858000"/>
              <a:gd name="connsiteY775" fmla="*/ 1662551 h 6858000"/>
              <a:gd name="connsiteX776" fmla="*/ 3948579 w 6858000"/>
              <a:gd name="connsiteY776" fmla="*/ 1870348 h 6858000"/>
              <a:gd name="connsiteX777" fmla="*/ 4156377 w 6858000"/>
              <a:gd name="connsiteY777" fmla="*/ 1870348 h 6858000"/>
              <a:gd name="connsiteX778" fmla="*/ 4156377 w 6858000"/>
              <a:gd name="connsiteY778" fmla="*/ 1662551 h 6858000"/>
              <a:gd name="connsiteX779" fmla="*/ 3948579 w 6858000"/>
              <a:gd name="connsiteY779" fmla="*/ 1662551 h 6858000"/>
              <a:gd name="connsiteX780" fmla="*/ 4156377 w 6858000"/>
              <a:gd name="connsiteY780" fmla="*/ 1662551 h 6858000"/>
              <a:gd name="connsiteX781" fmla="*/ 4156377 w 6858000"/>
              <a:gd name="connsiteY781" fmla="*/ 1870348 h 6858000"/>
              <a:gd name="connsiteX782" fmla="*/ 4364174 w 6858000"/>
              <a:gd name="connsiteY782" fmla="*/ 1870348 h 6858000"/>
              <a:gd name="connsiteX783" fmla="*/ 4364174 w 6858000"/>
              <a:gd name="connsiteY783" fmla="*/ 1662551 h 6858000"/>
              <a:gd name="connsiteX784" fmla="*/ 4156377 w 6858000"/>
              <a:gd name="connsiteY784" fmla="*/ 1662551 h 6858000"/>
              <a:gd name="connsiteX785" fmla="*/ 4987652 w 6858000"/>
              <a:gd name="connsiteY785" fmla="*/ 1662551 h 6858000"/>
              <a:gd name="connsiteX786" fmla="*/ 4987652 w 6858000"/>
              <a:gd name="connsiteY786" fmla="*/ 1870348 h 6858000"/>
              <a:gd name="connsiteX787" fmla="*/ 5195450 w 6858000"/>
              <a:gd name="connsiteY787" fmla="*/ 1870348 h 6858000"/>
              <a:gd name="connsiteX788" fmla="*/ 5195450 w 6858000"/>
              <a:gd name="connsiteY788" fmla="*/ 1662551 h 6858000"/>
              <a:gd name="connsiteX789" fmla="*/ 4987652 w 6858000"/>
              <a:gd name="connsiteY789" fmla="*/ 1662551 h 6858000"/>
              <a:gd name="connsiteX790" fmla="*/ 5195450 w 6858000"/>
              <a:gd name="connsiteY790" fmla="*/ 1662551 h 6858000"/>
              <a:gd name="connsiteX791" fmla="*/ 5195450 w 6858000"/>
              <a:gd name="connsiteY791" fmla="*/ 1870348 h 6858000"/>
              <a:gd name="connsiteX792" fmla="*/ 5403247 w 6858000"/>
              <a:gd name="connsiteY792" fmla="*/ 1870348 h 6858000"/>
              <a:gd name="connsiteX793" fmla="*/ 5403247 w 6858000"/>
              <a:gd name="connsiteY793" fmla="*/ 1662551 h 6858000"/>
              <a:gd name="connsiteX794" fmla="*/ 5195450 w 6858000"/>
              <a:gd name="connsiteY794" fmla="*/ 1662551 h 6858000"/>
              <a:gd name="connsiteX795" fmla="*/ 5403247 w 6858000"/>
              <a:gd name="connsiteY795" fmla="*/ 1662551 h 6858000"/>
              <a:gd name="connsiteX796" fmla="*/ 5403247 w 6858000"/>
              <a:gd name="connsiteY796" fmla="*/ 1870348 h 6858000"/>
              <a:gd name="connsiteX797" fmla="*/ 5611130 w 6858000"/>
              <a:gd name="connsiteY797" fmla="*/ 1870348 h 6858000"/>
              <a:gd name="connsiteX798" fmla="*/ 5611130 w 6858000"/>
              <a:gd name="connsiteY798" fmla="*/ 1662551 h 6858000"/>
              <a:gd name="connsiteX799" fmla="*/ 5403247 w 6858000"/>
              <a:gd name="connsiteY799" fmla="*/ 1662551 h 6858000"/>
              <a:gd name="connsiteX800" fmla="*/ 5611130 w 6858000"/>
              <a:gd name="connsiteY800" fmla="*/ 1662551 h 6858000"/>
              <a:gd name="connsiteX801" fmla="*/ 5611130 w 6858000"/>
              <a:gd name="connsiteY801" fmla="*/ 1870348 h 6858000"/>
              <a:gd name="connsiteX802" fmla="*/ 5818927 w 6858000"/>
              <a:gd name="connsiteY802" fmla="*/ 1870348 h 6858000"/>
              <a:gd name="connsiteX803" fmla="*/ 5818927 w 6858000"/>
              <a:gd name="connsiteY803" fmla="*/ 1662551 h 6858000"/>
              <a:gd name="connsiteX804" fmla="*/ 5611130 w 6858000"/>
              <a:gd name="connsiteY804" fmla="*/ 1662551 h 6858000"/>
              <a:gd name="connsiteX805" fmla="*/ 6026725 w 6858000"/>
              <a:gd name="connsiteY805" fmla="*/ 1662551 h 6858000"/>
              <a:gd name="connsiteX806" fmla="*/ 6026725 w 6858000"/>
              <a:gd name="connsiteY806" fmla="*/ 1870348 h 6858000"/>
              <a:gd name="connsiteX807" fmla="*/ 6234522 w 6858000"/>
              <a:gd name="connsiteY807" fmla="*/ 1870348 h 6858000"/>
              <a:gd name="connsiteX808" fmla="*/ 6234522 w 6858000"/>
              <a:gd name="connsiteY808" fmla="*/ 1662551 h 6858000"/>
              <a:gd name="connsiteX809" fmla="*/ 6026725 w 6858000"/>
              <a:gd name="connsiteY809" fmla="*/ 1662551 h 6858000"/>
              <a:gd name="connsiteX810" fmla="*/ 6234522 w 6858000"/>
              <a:gd name="connsiteY810" fmla="*/ 1662551 h 6858000"/>
              <a:gd name="connsiteX811" fmla="*/ 6234522 w 6858000"/>
              <a:gd name="connsiteY811" fmla="*/ 1870348 h 6858000"/>
              <a:gd name="connsiteX812" fmla="*/ 6442406 w 6858000"/>
              <a:gd name="connsiteY812" fmla="*/ 1870348 h 6858000"/>
              <a:gd name="connsiteX813" fmla="*/ 6442406 w 6858000"/>
              <a:gd name="connsiteY813" fmla="*/ 1662551 h 6858000"/>
              <a:gd name="connsiteX814" fmla="*/ 6234522 w 6858000"/>
              <a:gd name="connsiteY814" fmla="*/ 1662551 h 6858000"/>
              <a:gd name="connsiteX815" fmla="*/ 6650203 w 6858000"/>
              <a:gd name="connsiteY815" fmla="*/ 1662551 h 6858000"/>
              <a:gd name="connsiteX816" fmla="*/ 6650203 w 6858000"/>
              <a:gd name="connsiteY816" fmla="*/ 1870348 h 6858000"/>
              <a:gd name="connsiteX817" fmla="*/ 6858000 w 6858000"/>
              <a:gd name="connsiteY817" fmla="*/ 1870348 h 6858000"/>
              <a:gd name="connsiteX818" fmla="*/ 6858000 w 6858000"/>
              <a:gd name="connsiteY818" fmla="*/ 1662551 h 6858000"/>
              <a:gd name="connsiteX819" fmla="*/ 6650203 w 6858000"/>
              <a:gd name="connsiteY819" fmla="*/ 1662551 h 6858000"/>
              <a:gd name="connsiteX820" fmla="*/ 207797 w 6858000"/>
              <a:gd name="connsiteY820" fmla="*/ 1870348 h 6858000"/>
              <a:gd name="connsiteX821" fmla="*/ 207797 w 6858000"/>
              <a:gd name="connsiteY821" fmla="*/ 2078145 h 6858000"/>
              <a:gd name="connsiteX822" fmla="*/ 415595 w 6858000"/>
              <a:gd name="connsiteY822" fmla="*/ 2078145 h 6858000"/>
              <a:gd name="connsiteX823" fmla="*/ 415595 w 6858000"/>
              <a:gd name="connsiteY823" fmla="*/ 1870348 h 6858000"/>
              <a:gd name="connsiteX824" fmla="*/ 207797 w 6858000"/>
              <a:gd name="connsiteY824" fmla="*/ 1870348 h 6858000"/>
              <a:gd name="connsiteX825" fmla="*/ 623478 w 6858000"/>
              <a:gd name="connsiteY825" fmla="*/ 1870348 h 6858000"/>
              <a:gd name="connsiteX826" fmla="*/ 623478 w 6858000"/>
              <a:gd name="connsiteY826" fmla="*/ 2078145 h 6858000"/>
              <a:gd name="connsiteX827" fmla="*/ 831275 w 6858000"/>
              <a:gd name="connsiteY827" fmla="*/ 2078145 h 6858000"/>
              <a:gd name="connsiteX828" fmla="*/ 831275 w 6858000"/>
              <a:gd name="connsiteY828" fmla="*/ 1870348 h 6858000"/>
              <a:gd name="connsiteX829" fmla="*/ 623478 w 6858000"/>
              <a:gd name="connsiteY829" fmla="*/ 1870348 h 6858000"/>
              <a:gd name="connsiteX830" fmla="*/ 1454753 w 6858000"/>
              <a:gd name="connsiteY830" fmla="*/ 1870348 h 6858000"/>
              <a:gd name="connsiteX831" fmla="*/ 1454753 w 6858000"/>
              <a:gd name="connsiteY831" fmla="*/ 2078145 h 6858000"/>
              <a:gd name="connsiteX832" fmla="*/ 1662551 w 6858000"/>
              <a:gd name="connsiteY832" fmla="*/ 2078145 h 6858000"/>
              <a:gd name="connsiteX833" fmla="*/ 1662551 w 6858000"/>
              <a:gd name="connsiteY833" fmla="*/ 1870348 h 6858000"/>
              <a:gd name="connsiteX834" fmla="*/ 1454753 w 6858000"/>
              <a:gd name="connsiteY834" fmla="*/ 1870348 h 6858000"/>
              <a:gd name="connsiteX835" fmla="*/ 1662551 w 6858000"/>
              <a:gd name="connsiteY835" fmla="*/ 1870348 h 6858000"/>
              <a:gd name="connsiteX836" fmla="*/ 1662551 w 6858000"/>
              <a:gd name="connsiteY836" fmla="*/ 2078145 h 6858000"/>
              <a:gd name="connsiteX837" fmla="*/ 1870348 w 6858000"/>
              <a:gd name="connsiteY837" fmla="*/ 2078145 h 6858000"/>
              <a:gd name="connsiteX838" fmla="*/ 1870348 w 6858000"/>
              <a:gd name="connsiteY838" fmla="*/ 1870348 h 6858000"/>
              <a:gd name="connsiteX839" fmla="*/ 1662551 w 6858000"/>
              <a:gd name="connsiteY839" fmla="*/ 1870348 h 6858000"/>
              <a:gd name="connsiteX840" fmla="*/ 2286029 w 6858000"/>
              <a:gd name="connsiteY840" fmla="*/ 1870348 h 6858000"/>
              <a:gd name="connsiteX841" fmla="*/ 2286029 w 6858000"/>
              <a:gd name="connsiteY841" fmla="*/ 2078145 h 6858000"/>
              <a:gd name="connsiteX842" fmla="*/ 2493826 w 6858000"/>
              <a:gd name="connsiteY842" fmla="*/ 2078145 h 6858000"/>
              <a:gd name="connsiteX843" fmla="*/ 2493826 w 6858000"/>
              <a:gd name="connsiteY843" fmla="*/ 1870348 h 6858000"/>
              <a:gd name="connsiteX844" fmla="*/ 2286029 w 6858000"/>
              <a:gd name="connsiteY844" fmla="*/ 1870348 h 6858000"/>
              <a:gd name="connsiteX845" fmla="*/ 2493826 w 6858000"/>
              <a:gd name="connsiteY845" fmla="*/ 1870348 h 6858000"/>
              <a:gd name="connsiteX846" fmla="*/ 2493826 w 6858000"/>
              <a:gd name="connsiteY846" fmla="*/ 2078145 h 6858000"/>
              <a:gd name="connsiteX847" fmla="*/ 2701623 w 6858000"/>
              <a:gd name="connsiteY847" fmla="*/ 2078145 h 6858000"/>
              <a:gd name="connsiteX848" fmla="*/ 2701623 w 6858000"/>
              <a:gd name="connsiteY848" fmla="*/ 1870348 h 6858000"/>
              <a:gd name="connsiteX849" fmla="*/ 2493826 w 6858000"/>
              <a:gd name="connsiteY849" fmla="*/ 1870348 h 6858000"/>
              <a:gd name="connsiteX850" fmla="*/ 2701623 w 6858000"/>
              <a:gd name="connsiteY850" fmla="*/ 1870348 h 6858000"/>
              <a:gd name="connsiteX851" fmla="*/ 2701623 w 6858000"/>
              <a:gd name="connsiteY851" fmla="*/ 2078145 h 6858000"/>
              <a:gd name="connsiteX852" fmla="*/ 2909421 w 6858000"/>
              <a:gd name="connsiteY852" fmla="*/ 2078145 h 6858000"/>
              <a:gd name="connsiteX853" fmla="*/ 2909421 w 6858000"/>
              <a:gd name="connsiteY853" fmla="*/ 1870348 h 6858000"/>
              <a:gd name="connsiteX854" fmla="*/ 2701623 w 6858000"/>
              <a:gd name="connsiteY854" fmla="*/ 1870348 h 6858000"/>
              <a:gd name="connsiteX855" fmla="*/ 2909421 w 6858000"/>
              <a:gd name="connsiteY855" fmla="*/ 1870348 h 6858000"/>
              <a:gd name="connsiteX856" fmla="*/ 2909421 w 6858000"/>
              <a:gd name="connsiteY856" fmla="*/ 2078145 h 6858000"/>
              <a:gd name="connsiteX857" fmla="*/ 3117304 w 6858000"/>
              <a:gd name="connsiteY857" fmla="*/ 2078145 h 6858000"/>
              <a:gd name="connsiteX858" fmla="*/ 3117304 w 6858000"/>
              <a:gd name="connsiteY858" fmla="*/ 1870348 h 6858000"/>
              <a:gd name="connsiteX859" fmla="*/ 2909421 w 6858000"/>
              <a:gd name="connsiteY859" fmla="*/ 1870348 h 6858000"/>
              <a:gd name="connsiteX860" fmla="*/ 3325101 w 6858000"/>
              <a:gd name="connsiteY860" fmla="*/ 1870348 h 6858000"/>
              <a:gd name="connsiteX861" fmla="*/ 3325101 w 6858000"/>
              <a:gd name="connsiteY861" fmla="*/ 2078145 h 6858000"/>
              <a:gd name="connsiteX862" fmla="*/ 3532899 w 6858000"/>
              <a:gd name="connsiteY862" fmla="*/ 2078145 h 6858000"/>
              <a:gd name="connsiteX863" fmla="*/ 3532899 w 6858000"/>
              <a:gd name="connsiteY863" fmla="*/ 1870348 h 6858000"/>
              <a:gd name="connsiteX864" fmla="*/ 3325101 w 6858000"/>
              <a:gd name="connsiteY864" fmla="*/ 1870348 h 6858000"/>
              <a:gd name="connsiteX865" fmla="*/ 3740696 w 6858000"/>
              <a:gd name="connsiteY865" fmla="*/ 1870348 h 6858000"/>
              <a:gd name="connsiteX866" fmla="*/ 3740696 w 6858000"/>
              <a:gd name="connsiteY866" fmla="*/ 2078145 h 6858000"/>
              <a:gd name="connsiteX867" fmla="*/ 3948579 w 6858000"/>
              <a:gd name="connsiteY867" fmla="*/ 2078145 h 6858000"/>
              <a:gd name="connsiteX868" fmla="*/ 3948579 w 6858000"/>
              <a:gd name="connsiteY868" fmla="*/ 1870348 h 6858000"/>
              <a:gd name="connsiteX869" fmla="*/ 3740696 w 6858000"/>
              <a:gd name="connsiteY869" fmla="*/ 1870348 h 6858000"/>
              <a:gd name="connsiteX870" fmla="*/ 3948579 w 6858000"/>
              <a:gd name="connsiteY870" fmla="*/ 1870348 h 6858000"/>
              <a:gd name="connsiteX871" fmla="*/ 3948579 w 6858000"/>
              <a:gd name="connsiteY871" fmla="*/ 2078145 h 6858000"/>
              <a:gd name="connsiteX872" fmla="*/ 4156377 w 6858000"/>
              <a:gd name="connsiteY872" fmla="*/ 2078145 h 6858000"/>
              <a:gd name="connsiteX873" fmla="*/ 4156377 w 6858000"/>
              <a:gd name="connsiteY873" fmla="*/ 1870348 h 6858000"/>
              <a:gd name="connsiteX874" fmla="*/ 3948579 w 6858000"/>
              <a:gd name="connsiteY874" fmla="*/ 1870348 h 6858000"/>
              <a:gd name="connsiteX875" fmla="*/ 4364174 w 6858000"/>
              <a:gd name="connsiteY875" fmla="*/ 1870348 h 6858000"/>
              <a:gd name="connsiteX876" fmla="*/ 4364174 w 6858000"/>
              <a:gd name="connsiteY876" fmla="*/ 2078145 h 6858000"/>
              <a:gd name="connsiteX877" fmla="*/ 4571972 w 6858000"/>
              <a:gd name="connsiteY877" fmla="*/ 2078145 h 6858000"/>
              <a:gd name="connsiteX878" fmla="*/ 4571972 w 6858000"/>
              <a:gd name="connsiteY878" fmla="*/ 1870348 h 6858000"/>
              <a:gd name="connsiteX879" fmla="*/ 4364174 w 6858000"/>
              <a:gd name="connsiteY879" fmla="*/ 1870348 h 6858000"/>
              <a:gd name="connsiteX880" fmla="*/ 4571972 w 6858000"/>
              <a:gd name="connsiteY880" fmla="*/ 1870348 h 6858000"/>
              <a:gd name="connsiteX881" fmla="*/ 4571972 w 6858000"/>
              <a:gd name="connsiteY881" fmla="*/ 2078145 h 6858000"/>
              <a:gd name="connsiteX882" fmla="*/ 4779855 w 6858000"/>
              <a:gd name="connsiteY882" fmla="*/ 2078145 h 6858000"/>
              <a:gd name="connsiteX883" fmla="*/ 4779855 w 6858000"/>
              <a:gd name="connsiteY883" fmla="*/ 1870348 h 6858000"/>
              <a:gd name="connsiteX884" fmla="*/ 4571972 w 6858000"/>
              <a:gd name="connsiteY884" fmla="*/ 1870348 h 6858000"/>
              <a:gd name="connsiteX885" fmla="*/ 4779855 w 6858000"/>
              <a:gd name="connsiteY885" fmla="*/ 1870348 h 6858000"/>
              <a:gd name="connsiteX886" fmla="*/ 4779855 w 6858000"/>
              <a:gd name="connsiteY886" fmla="*/ 2078145 h 6858000"/>
              <a:gd name="connsiteX887" fmla="*/ 4987652 w 6858000"/>
              <a:gd name="connsiteY887" fmla="*/ 2078145 h 6858000"/>
              <a:gd name="connsiteX888" fmla="*/ 4987652 w 6858000"/>
              <a:gd name="connsiteY888" fmla="*/ 1870348 h 6858000"/>
              <a:gd name="connsiteX889" fmla="*/ 4779855 w 6858000"/>
              <a:gd name="connsiteY889" fmla="*/ 1870348 h 6858000"/>
              <a:gd name="connsiteX890" fmla="*/ 4987652 w 6858000"/>
              <a:gd name="connsiteY890" fmla="*/ 1870348 h 6858000"/>
              <a:gd name="connsiteX891" fmla="*/ 4987652 w 6858000"/>
              <a:gd name="connsiteY891" fmla="*/ 2078145 h 6858000"/>
              <a:gd name="connsiteX892" fmla="*/ 5195450 w 6858000"/>
              <a:gd name="connsiteY892" fmla="*/ 2078145 h 6858000"/>
              <a:gd name="connsiteX893" fmla="*/ 5195450 w 6858000"/>
              <a:gd name="connsiteY893" fmla="*/ 1870348 h 6858000"/>
              <a:gd name="connsiteX894" fmla="*/ 4987652 w 6858000"/>
              <a:gd name="connsiteY894" fmla="*/ 1870348 h 6858000"/>
              <a:gd name="connsiteX895" fmla="*/ 5195450 w 6858000"/>
              <a:gd name="connsiteY895" fmla="*/ 1870348 h 6858000"/>
              <a:gd name="connsiteX896" fmla="*/ 5195450 w 6858000"/>
              <a:gd name="connsiteY896" fmla="*/ 2078145 h 6858000"/>
              <a:gd name="connsiteX897" fmla="*/ 5403247 w 6858000"/>
              <a:gd name="connsiteY897" fmla="*/ 2078145 h 6858000"/>
              <a:gd name="connsiteX898" fmla="*/ 5403247 w 6858000"/>
              <a:gd name="connsiteY898" fmla="*/ 1870348 h 6858000"/>
              <a:gd name="connsiteX899" fmla="*/ 5195450 w 6858000"/>
              <a:gd name="connsiteY899" fmla="*/ 1870348 h 6858000"/>
              <a:gd name="connsiteX900" fmla="*/ 5611130 w 6858000"/>
              <a:gd name="connsiteY900" fmla="*/ 1870348 h 6858000"/>
              <a:gd name="connsiteX901" fmla="*/ 5611130 w 6858000"/>
              <a:gd name="connsiteY901" fmla="*/ 2078145 h 6858000"/>
              <a:gd name="connsiteX902" fmla="*/ 5818927 w 6858000"/>
              <a:gd name="connsiteY902" fmla="*/ 2078145 h 6858000"/>
              <a:gd name="connsiteX903" fmla="*/ 5818927 w 6858000"/>
              <a:gd name="connsiteY903" fmla="*/ 1870348 h 6858000"/>
              <a:gd name="connsiteX904" fmla="*/ 5611130 w 6858000"/>
              <a:gd name="connsiteY904" fmla="*/ 1870348 h 6858000"/>
              <a:gd name="connsiteX905" fmla="*/ 6234522 w 6858000"/>
              <a:gd name="connsiteY905" fmla="*/ 1870348 h 6858000"/>
              <a:gd name="connsiteX906" fmla="*/ 6234522 w 6858000"/>
              <a:gd name="connsiteY906" fmla="*/ 2078145 h 6858000"/>
              <a:gd name="connsiteX907" fmla="*/ 6442406 w 6858000"/>
              <a:gd name="connsiteY907" fmla="*/ 2078145 h 6858000"/>
              <a:gd name="connsiteX908" fmla="*/ 6442406 w 6858000"/>
              <a:gd name="connsiteY908" fmla="*/ 1870348 h 6858000"/>
              <a:gd name="connsiteX909" fmla="*/ 6234522 w 6858000"/>
              <a:gd name="connsiteY909" fmla="*/ 1870348 h 6858000"/>
              <a:gd name="connsiteX910" fmla="*/ 6442406 w 6858000"/>
              <a:gd name="connsiteY910" fmla="*/ 1870348 h 6858000"/>
              <a:gd name="connsiteX911" fmla="*/ 6442406 w 6858000"/>
              <a:gd name="connsiteY911" fmla="*/ 2078145 h 6858000"/>
              <a:gd name="connsiteX912" fmla="*/ 6650203 w 6858000"/>
              <a:gd name="connsiteY912" fmla="*/ 2078145 h 6858000"/>
              <a:gd name="connsiteX913" fmla="*/ 6650203 w 6858000"/>
              <a:gd name="connsiteY913" fmla="*/ 1870348 h 6858000"/>
              <a:gd name="connsiteX914" fmla="*/ 6442406 w 6858000"/>
              <a:gd name="connsiteY914" fmla="*/ 1870348 h 6858000"/>
              <a:gd name="connsiteX915" fmla="*/ 6650203 w 6858000"/>
              <a:gd name="connsiteY915" fmla="*/ 1870348 h 6858000"/>
              <a:gd name="connsiteX916" fmla="*/ 6650203 w 6858000"/>
              <a:gd name="connsiteY916" fmla="*/ 2078145 h 6858000"/>
              <a:gd name="connsiteX917" fmla="*/ 6858000 w 6858000"/>
              <a:gd name="connsiteY917" fmla="*/ 2078145 h 6858000"/>
              <a:gd name="connsiteX918" fmla="*/ 6858000 w 6858000"/>
              <a:gd name="connsiteY918" fmla="*/ 1870348 h 6858000"/>
              <a:gd name="connsiteX919" fmla="*/ 6650203 w 6858000"/>
              <a:gd name="connsiteY919" fmla="*/ 1870348 h 6858000"/>
              <a:gd name="connsiteX920" fmla="*/ 0 w 6858000"/>
              <a:gd name="connsiteY920" fmla="*/ 2078145 h 6858000"/>
              <a:gd name="connsiteX921" fmla="*/ 0 w 6858000"/>
              <a:gd name="connsiteY921" fmla="*/ 2286029 h 6858000"/>
              <a:gd name="connsiteX922" fmla="*/ 207797 w 6858000"/>
              <a:gd name="connsiteY922" fmla="*/ 2286029 h 6858000"/>
              <a:gd name="connsiteX923" fmla="*/ 207797 w 6858000"/>
              <a:gd name="connsiteY923" fmla="*/ 2078145 h 6858000"/>
              <a:gd name="connsiteX924" fmla="*/ 0 w 6858000"/>
              <a:gd name="connsiteY924" fmla="*/ 2078145 h 6858000"/>
              <a:gd name="connsiteX925" fmla="*/ 831275 w 6858000"/>
              <a:gd name="connsiteY925" fmla="*/ 2078145 h 6858000"/>
              <a:gd name="connsiteX926" fmla="*/ 831275 w 6858000"/>
              <a:gd name="connsiteY926" fmla="*/ 2286029 h 6858000"/>
              <a:gd name="connsiteX927" fmla="*/ 1039073 w 6858000"/>
              <a:gd name="connsiteY927" fmla="*/ 2286029 h 6858000"/>
              <a:gd name="connsiteX928" fmla="*/ 1039073 w 6858000"/>
              <a:gd name="connsiteY928" fmla="*/ 2078145 h 6858000"/>
              <a:gd name="connsiteX929" fmla="*/ 831275 w 6858000"/>
              <a:gd name="connsiteY929" fmla="*/ 2078145 h 6858000"/>
              <a:gd name="connsiteX930" fmla="*/ 1246870 w 6858000"/>
              <a:gd name="connsiteY930" fmla="*/ 2078145 h 6858000"/>
              <a:gd name="connsiteX931" fmla="*/ 1246870 w 6858000"/>
              <a:gd name="connsiteY931" fmla="*/ 2286029 h 6858000"/>
              <a:gd name="connsiteX932" fmla="*/ 1454753 w 6858000"/>
              <a:gd name="connsiteY932" fmla="*/ 2286029 h 6858000"/>
              <a:gd name="connsiteX933" fmla="*/ 1454753 w 6858000"/>
              <a:gd name="connsiteY933" fmla="*/ 2078145 h 6858000"/>
              <a:gd name="connsiteX934" fmla="*/ 1246870 w 6858000"/>
              <a:gd name="connsiteY934" fmla="*/ 2078145 h 6858000"/>
              <a:gd name="connsiteX935" fmla="*/ 2078145 w 6858000"/>
              <a:gd name="connsiteY935" fmla="*/ 2078145 h 6858000"/>
              <a:gd name="connsiteX936" fmla="*/ 2078145 w 6858000"/>
              <a:gd name="connsiteY936" fmla="*/ 2286029 h 6858000"/>
              <a:gd name="connsiteX937" fmla="*/ 2286029 w 6858000"/>
              <a:gd name="connsiteY937" fmla="*/ 2286029 h 6858000"/>
              <a:gd name="connsiteX938" fmla="*/ 2286029 w 6858000"/>
              <a:gd name="connsiteY938" fmla="*/ 2078145 h 6858000"/>
              <a:gd name="connsiteX939" fmla="*/ 2078145 w 6858000"/>
              <a:gd name="connsiteY939" fmla="*/ 2078145 h 6858000"/>
              <a:gd name="connsiteX940" fmla="*/ 2493826 w 6858000"/>
              <a:gd name="connsiteY940" fmla="*/ 2078145 h 6858000"/>
              <a:gd name="connsiteX941" fmla="*/ 2493826 w 6858000"/>
              <a:gd name="connsiteY941" fmla="*/ 2286029 h 6858000"/>
              <a:gd name="connsiteX942" fmla="*/ 2701623 w 6858000"/>
              <a:gd name="connsiteY942" fmla="*/ 2286029 h 6858000"/>
              <a:gd name="connsiteX943" fmla="*/ 2701623 w 6858000"/>
              <a:gd name="connsiteY943" fmla="*/ 2078145 h 6858000"/>
              <a:gd name="connsiteX944" fmla="*/ 2493826 w 6858000"/>
              <a:gd name="connsiteY944" fmla="*/ 2078145 h 6858000"/>
              <a:gd name="connsiteX945" fmla="*/ 3117304 w 6858000"/>
              <a:gd name="connsiteY945" fmla="*/ 2078145 h 6858000"/>
              <a:gd name="connsiteX946" fmla="*/ 3117304 w 6858000"/>
              <a:gd name="connsiteY946" fmla="*/ 2286029 h 6858000"/>
              <a:gd name="connsiteX947" fmla="*/ 3325101 w 6858000"/>
              <a:gd name="connsiteY947" fmla="*/ 2286029 h 6858000"/>
              <a:gd name="connsiteX948" fmla="*/ 3325101 w 6858000"/>
              <a:gd name="connsiteY948" fmla="*/ 2078145 h 6858000"/>
              <a:gd name="connsiteX949" fmla="*/ 3117304 w 6858000"/>
              <a:gd name="connsiteY949" fmla="*/ 2078145 h 6858000"/>
              <a:gd name="connsiteX950" fmla="*/ 3325101 w 6858000"/>
              <a:gd name="connsiteY950" fmla="*/ 2078145 h 6858000"/>
              <a:gd name="connsiteX951" fmla="*/ 3325101 w 6858000"/>
              <a:gd name="connsiteY951" fmla="*/ 2286029 h 6858000"/>
              <a:gd name="connsiteX952" fmla="*/ 3532899 w 6858000"/>
              <a:gd name="connsiteY952" fmla="*/ 2286029 h 6858000"/>
              <a:gd name="connsiteX953" fmla="*/ 3532899 w 6858000"/>
              <a:gd name="connsiteY953" fmla="*/ 2078145 h 6858000"/>
              <a:gd name="connsiteX954" fmla="*/ 3325101 w 6858000"/>
              <a:gd name="connsiteY954" fmla="*/ 2078145 h 6858000"/>
              <a:gd name="connsiteX955" fmla="*/ 4364174 w 6858000"/>
              <a:gd name="connsiteY955" fmla="*/ 2078145 h 6858000"/>
              <a:gd name="connsiteX956" fmla="*/ 4364174 w 6858000"/>
              <a:gd name="connsiteY956" fmla="*/ 2286029 h 6858000"/>
              <a:gd name="connsiteX957" fmla="*/ 4571972 w 6858000"/>
              <a:gd name="connsiteY957" fmla="*/ 2286029 h 6858000"/>
              <a:gd name="connsiteX958" fmla="*/ 4571972 w 6858000"/>
              <a:gd name="connsiteY958" fmla="*/ 2078145 h 6858000"/>
              <a:gd name="connsiteX959" fmla="*/ 4364174 w 6858000"/>
              <a:gd name="connsiteY959" fmla="*/ 2078145 h 6858000"/>
              <a:gd name="connsiteX960" fmla="*/ 4571972 w 6858000"/>
              <a:gd name="connsiteY960" fmla="*/ 2078145 h 6858000"/>
              <a:gd name="connsiteX961" fmla="*/ 4571972 w 6858000"/>
              <a:gd name="connsiteY961" fmla="*/ 2286029 h 6858000"/>
              <a:gd name="connsiteX962" fmla="*/ 4779855 w 6858000"/>
              <a:gd name="connsiteY962" fmla="*/ 2286029 h 6858000"/>
              <a:gd name="connsiteX963" fmla="*/ 4779855 w 6858000"/>
              <a:gd name="connsiteY963" fmla="*/ 2078145 h 6858000"/>
              <a:gd name="connsiteX964" fmla="*/ 4571972 w 6858000"/>
              <a:gd name="connsiteY964" fmla="*/ 2078145 h 6858000"/>
              <a:gd name="connsiteX965" fmla="*/ 4987652 w 6858000"/>
              <a:gd name="connsiteY965" fmla="*/ 2078145 h 6858000"/>
              <a:gd name="connsiteX966" fmla="*/ 4987652 w 6858000"/>
              <a:gd name="connsiteY966" fmla="*/ 2286029 h 6858000"/>
              <a:gd name="connsiteX967" fmla="*/ 5195450 w 6858000"/>
              <a:gd name="connsiteY967" fmla="*/ 2286029 h 6858000"/>
              <a:gd name="connsiteX968" fmla="*/ 5195450 w 6858000"/>
              <a:gd name="connsiteY968" fmla="*/ 2078145 h 6858000"/>
              <a:gd name="connsiteX969" fmla="*/ 4987652 w 6858000"/>
              <a:gd name="connsiteY969" fmla="*/ 2078145 h 6858000"/>
              <a:gd name="connsiteX970" fmla="*/ 5611130 w 6858000"/>
              <a:gd name="connsiteY970" fmla="*/ 2078145 h 6858000"/>
              <a:gd name="connsiteX971" fmla="*/ 5611130 w 6858000"/>
              <a:gd name="connsiteY971" fmla="*/ 2286029 h 6858000"/>
              <a:gd name="connsiteX972" fmla="*/ 5818927 w 6858000"/>
              <a:gd name="connsiteY972" fmla="*/ 2286029 h 6858000"/>
              <a:gd name="connsiteX973" fmla="*/ 5818927 w 6858000"/>
              <a:gd name="connsiteY973" fmla="*/ 2078145 h 6858000"/>
              <a:gd name="connsiteX974" fmla="*/ 5611130 w 6858000"/>
              <a:gd name="connsiteY974" fmla="*/ 2078145 h 6858000"/>
              <a:gd name="connsiteX975" fmla="*/ 5818927 w 6858000"/>
              <a:gd name="connsiteY975" fmla="*/ 2078145 h 6858000"/>
              <a:gd name="connsiteX976" fmla="*/ 5818927 w 6858000"/>
              <a:gd name="connsiteY976" fmla="*/ 2286029 h 6858000"/>
              <a:gd name="connsiteX977" fmla="*/ 6026725 w 6858000"/>
              <a:gd name="connsiteY977" fmla="*/ 2286029 h 6858000"/>
              <a:gd name="connsiteX978" fmla="*/ 6026725 w 6858000"/>
              <a:gd name="connsiteY978" fmla="*/ 2078145 h 6858000"/>
              <a:gd name="connsiteX979" fmla="*/ 5818927 w 6858000"/>
              <a:gd name="connsiteY979" fmla="*/ 2078145 h 6858000"/>
              <a:gd name="connsiteX980" fmla="*/ 6026725 w 6858000"/>
              <a:gd name="connsiteY980" fmla="*/ 2078145 h 6858000"/>
              <a:gd name="connsiteX981" fmla="*/ 6026725 w 6858000"/>
              <a:gd name="connsiteY981" fmla="*/ 2286029 h 6858000"/>
              <a:gd name="connsiteX982" fmla="*/ 6234522 w 6858000"/>
              <a:gd name="connsiteY982" fmla="*/ 2286029 h 6858000"/>
              <a:gd name="connsiteX983" fmla="*/ 6234522 w 6858000"/>
              <a:gd name="connsiteY983" fmla="*/ 2078145 h 6858000"/>
              <a:gd name="connsiteX984" fmla="*/ 6026725 w 6858000"/>
              <a:gd name="connsiteY984" fmla="*/ 2078145 h 6858000"/>
              <a:gd name="connsiteX985" fmla="*/ 6442406 w 6858000"/>
              <a:gd name="connsiteY985" fmla="*/ 2078145 h 6858000"/>
              <a:gd name="connsiteX986" fmla="*/ 6442406 w 6858000"/>
              <a:gd name="connsiteY986" fmla="*/ 2286029 h 6858000"/>
              <a:gd name="connsiteX987" fmla="*/ 6650203 w 6858000"/>
              <a:gd name="connsiteY987" fmla="*/ 2286029 h 6858000"/>
              <a:gd name="connsiteX988" fmla="*/ 6650203 w 6858000"/>
              <a:gd name="connsiteY988" fmla="*/ 2078145 h 6858000"/>
              <a:gd name="connsiteX989" fmla="*/ 6442406 w 6858000"/>
              <a:gd name="connsiteY989" fmla="*/ 2078145 h 6858000"/>
              <a:gd name="connsiteX990" fmla="*/ 6650203 w 6858000"/>
              <a:gd name="connsiteY990" fmla="*/ 2078145 h 6858000"/>
              <a:gd name="connsiteX991" fmla="*/ 6650203 w 6858000"/>
              <a:gd name="connsiteY991" fmla="*/ 2286029 h 6858000"/>
              <a:gd name="connsiteX992" fmla="*/ 6858000 w 6858000"/>
              <a:gd name="connsiteY992" fmla="*/ 2286029 h 6858000"/>
              <a:gd name="connsiteX993" fmla="*/ 6858000 w 6858000"/>
              <a:gd name="connsiteY993" fmla="*/ 2078145 h 6858000"/>
              <a:gd name="connsiteX994" fmla="*/ 6650203 w 6858000"/>
              <a:gd name="connsiteY994" fmla="*/ 2078145 h 6858000"/>
              <a:gd name="connsiteX995" fmla="*/ 0 w 6858000"/>
              <a:gd name="connsiteY995" fmla="*/ 2286029 h 6858000"/>
              <a:gd name="connsiteX996" fmla="*/ 0 w 6858000"/>
              <a:gd name="connsiteY996" fmla="*/ 2493826 h 6858000"/>
              <a:gd name="connsiteX997" fmla="*/ 207797 w 6858000"/>
              <a:gd name="connsiteY997" fmla="*/ 2493826 h 6858000"/>
              <a:gd name="connsiteX998" fmla="*/ 207797 w 6858000"/>
              <a:gd name="connsiteY998" fmla="*/ 2286029 h 6858000"/>
              <a:gd name="connsiteX999" fmla="*/ 0 w 6858000"/>
              <a:gd name="connsiteY999" fmla="*/ 2286029 h 6858000"/>
              <a:gd name="connsiteX1000" fmla="*/ 207797 w 6858000"/>
              <a:gd name="connsiteY1000" fmla="*/ 2286029 h 6858000"/>
              <a:gd name="connsiteX1001" fmla="*/ 207797 w 6858000"/>
              <a:gd name="connsiteY1001" fmla="*/ 2493826 h 6858000"/>
              <a:gd name="connsiteX1002" fmla="*/ 415595 w 6858000"/>
              <a:gd name="connsiteY1002" fmla="*/ 2493826 h 6858000"/>
              <a:gd name="connsiteX1003" fmla="*/ 415595 w 6858000"/>
              <a:gd name="connsiteY1003" fmla="*/ 2286029 h 6858000"/>
              <a:gd name="connsiteX1004" fmla="*/ 207797 w 6858000"/>
              <a:gd name="connsiteY1004" fmla="*/ 2286029 h 6858000"/>
              <a:gd name="connsiteX1005" fmla="*/ 623478 w 6858000"/>
              <a:gd name="connsiteY1005" fmla="*/ 2286029 h 6858000"/>
              <a:gd name="connsiteX1006" fmla="*/ 623478 w 6858000"/>
              <a:gd name="connsiteY1006" fmla="*/ 2493826 h 6858000"/>
              <a:gd name="connsiteX1007" fmla="*/ 831275 w 6858000"/>
              <a:gd name="connsiteY1007" fmla="*/ 2493826 h 6858000"/>
              <a:gd name="connsiteX1008" fmla="*/ 831275 w 6858000"/>
              <a:gd name="connsiteY1008" fmla="*/ 2286029 h 6858000"/>
              <a:gd name="connsiteX1009" fmla="*/ 623478 w 6858000"/>
              <a:gd name="connsiteY1009" fmla="*/ 2286029 h 6858000"/>
              <a:gd name="connsiteX1010" fmla="*/ 831275 w 6858000"/>
              <a:gd name="connsiteY1010" fmla="*/ 2286029 h 6858000"/>
              <a:gd name="connsiteX1011" fmla="*/ 831275 w 6858000"/>
              <a:gd name="connsiteY1011" fmla="*/ 2493826 h 6858000"/>
              <a:gd name="connsiteX1012" fmla="*/ 1039073 w 6858000"/>
              <a:gd name="connsiteY1012" fmla="*/ 2493826 h 6858000"/>
              <a:gd name="connsiteX1013" fmla="*/ 1039073 w 6858000"/>
              <a:gd name="connsiteY1013" fmla="*/ 2286029 h 6858000"/>
              <a:gd name="connsiteX1014" fmla="*/ 831275 w 6858000"/>
              <a:gd name="connsiteY1014" fmla="*/ 2286029 h 6858000"/>
              <a:gd name="connsiteX1015" fmla="*/ 2701623 w 6858000"/>
              <a:gd name="connsiteY1015" fmla="*/ 2286029 h 6858000"/>
              <a:gd name="connsiteX1016" fmla="*/ 2701623 w 6858000"/>
              <a:gd name="connsiteY1016" fmla="*/ 2493826 h 6858000"/>
              <a:gd name="connsiteX1017" fmla="*/ 2909421 w 6858000"/>
              <a:gd name="connsiteY1017" fmla="*/ 2493826 h 6858000"/>
              <a:gd name="connsiteX1018" fmla="*/ 2909421 w 6858000"/>
              <a:gd name="connsiteY1018" fmla="*/ 2286029 h 6858000"/>
              <a:gd name="connsiteX1019" fmla="*/ 2701623 w 6858000"/>
              <a:gd name="connsiteY1019" fmla="*/ 2286029 h 6858000"/>
              <a:gd name="connsiteX1020" fmla="*/ 2909421 w 6858000"/>
              <a:gd name="connsiteY1020" fmla="*/ 2286029 h 6858000"/>
              <a:gd name="connsiteX1021" fmla="*/ 2909421 w 6858000"/>
              <a:gd name="connsiteY1021" fmla="*/ 2493826 h 6858000"/>
              <a:gd name="connsiteX1022" fmla="*/ 3117304 w 6858000"/>
              <a:gd name="connsiteY1022" fmla="*/ 2493826 h 6858000"/>
              <a:gd name="connsiteX1023" fmla="*/ 3117304 w 6858000"/>
              <a:gd name="connsiteY1023" fmla="*/ 2286029 h 6858000"/>
              <a:gd name="connsiteX1024" fmla="*/ 2909421 w 6858000"/>
              <a:gd name="connsiteY1024" fmla="*/ 2286029 h 6858000"/>
              <a:gd name="connsiteX1025" fmla="*/ 3117304 w 6858000"/>
              <a:gd name="connsiteY1025" fmla="*/ 2286029 h 6858000"/>
              <a:gd name="connsiteX1026" fmla="*/ 3117304 w 6858000"/>
              <a:gd name="connsiteY1026" fmla="*/ 2493826 h 6858000"/>
              <a:gd name="connsiteX1027" fmla="*/ 3325101 w 6858000"/>
              <a:gd name="connsiteY1027" fmla="*/ 2493826 h 6858000"/>
              <a:gd name="connsiteX1028" fmla="*/ 3325101 w 6858000"/>
              <a:gd name="connsiteY1028" fmla="*/ 2286029 h 6858000"/>
              <a:gd name="connsiteX1029" fmla="*/ 3117304 w 6858000"/>
              <a:gd name="connsiteY1029" fmla="*/ 2286029 h 6858000"/>
              <a:gd name="connsiteX1030" fmla="*/ 3325101 w 6858000"/>
              <a:gd name="connsiteY1030" fmla="*/ 2286029 h 6858000"/>
              <a:gd name="connsiteX1031" fmla="*/ 3325101 w 6858000"/>
              <a:gd name="connsiteY1031" fmla="*/ 2493826 h 6858000"/>
              <a:gd name="connsiteX1032" fmla="*/ 3532899 w 6858000"/>
              <a:gd name="connsiteY1032" fmla="*/ 2493826 h 6858000"/>
              <a:gd name="connsiteX1033" fmla="*/ 3532899 w 6858000"/>
              <a:gd name="connsiteY1033" fmla="*/ 2286029 h 6858000"/>
              <a:gd name="connsiteX1034" fmla="*/ 3325101 w 6858000"/>
              <a:gd name="connsiteY1034" fmla="*/ 2286029 h 6858000"/>
              <a:gd name="connsiteX1035" fmla="*/ 3532899 w 6858000"/>
              <a:gd name="connsiteY1035" fmla="*/ 2286029 h 6858000"/>
              <a:gd name="connsiteX1036" fmla="*/ 3532899 w 6858000"/>
              <a:gd name="connsiteY1036" fmla="*/ 2493826 h 6858000"/>
              <a:gd name="connsiteX1037" fmla="*/ 3740696 w 6858000"/>
              <a:gd name="connsiteY1037" fmla="*/ 2493826 h 6858000"/>
              <a:gd name="connsiteX1038" fmla="*/ 3740696 w 6858000"/>
              <a:gd name="connsiteY1038" fmla="*/ 2286029 h 6858000"/>
              <a:gd name="connsiteX1039" fmla="*/ 3532899 w 6858000"/>
              <a:gd name="connsiteY1039" fmla="*/ 2286029 h 6858000"/>
              <a:gd name="connsiteX1040" fmla="*/ 3740696 w 6858000"/>
              <a:gd name="connsiteY1040" fmla="*/ 2286029 h 6858000"/>
              <a:gd name="connsiteX1041" fmla="*/ 3740696 w 6858000"/>
              <a:gd name="connsiteY1041" fmla="*/ 2493826 h 6858000"/>
              <a:gd name="connsiteX1042" fmla="*/ 3948579 w 6858000"/>
              <a:gd name="connsiteY1042" fmla="*/ 2493826 h 6858000"/>
              <a:gd name="connsiteX1043" fmla="*/ 3948579 w 6858000"/>
              <a:gd name="connsiteY1043" fmla="*/ 2286029 h 6858000"/>
              <a:gd name="connsiteX1044" fmla="*/ 3740696 w 6858000"/>
              <a:gd name="connsiteY1044" fmla="*/ 2286029 h 6858000"/>
              <a:gd name="connsiteX1045" fmla="*/ 3948579 w 6858000"/>
              <a:gd name="connsiteY1045" fmla="*/ 2286029 h 6858000"/>
              <a:gd name="connsiteX1046" fmla="*/ 3948579 w 6858000"/>
              <a:gd name="connsiteY1046" fmla="*/ 2493826 h 6858000"/>
              <a:gd name="connsiteX1047" fmla="*/ 4156377 w 6858000"/>
              <a:gd name="connsiteY1047" fmla="*/ 2493826 h 6858000"/>
              <a:gd name="connsiteX1048" fmla="*/ 4156377 w 6858000"/>
              <a:gd name="connsiteY1048" fmla="*/ 2286029 h 6858000"/>
              <a:gd name="connsiteX1049" fmla="*/ 3948579 w 6858000"/>
              <a:gd name="connsiteY1049" fmla="*/ 2286029 h 6858000"/>
              <a:gd name="connsiteX1050" fmla="*/ 4364174 w 6858000"/>
              <a:gd name="connsiteY1050" fmla="*/ 2286029 h 6858000"/>
              <a:gd name="connsiteX1051" fmla="*/ 4364174 w 6858000"/>
              <a:gd name="connsiteY1051" fmla="*/ 2493826 h 6858000"/>
              <a:gd name="connsiteX1052" fmla="*/ 4571972 w 6858000"/>
              <a:gd name="connsiteY1052" fmla="*/ 2493826 h 6858000"/>
              <a:gd name="connsiteX1053" fmla="*/ 4571972 w 6858000"/>
              <a:gd name="connsiteY1053" fmla="*/ 2286029 h 6858000"/>
              <a:gd name="connsiteX1054" fmla="*/ 4364174 w 6858000"/>
              <a:gd name="connsiteY1054" fmla="*/ 2286029 h 6858000"/>
              <a:gd name="connsiteX1055" fmla="*/ 4571972 w 6858000"/>
              <a:gd name="connsiteY1055" fmla="*/ 2286029 h 6858000"/>
              <a:gd name="connsiteX1056" fmla="*/ 4571972 w 6858000"/>
              <a:gd name="connsiteY1056" fmla="*/ 2493826 h 6858000"/>
              <a:gd name="connsiteX1057" fmla="*/ 4779855 w 6858000"/>
              <a:gd name="connsiteY1057" fmla="*/ 2493826 h 6858000"/>
              <a:gd name="connsiteX1058" fmla="*/ 4779855 w 6858000"/>
              <a:gd name="connsiteY1058" fmla="*/ 2286029 h 6858000"/>
              <a:gd name="connsiteX1059" fmla="*/ 4571972 w 6858000"/>
              <a:gd name="connsiteY1059" fmla="*/ 2286029 h 6858000"/>
              <a:gd name="connsiteX1060" fmla="*/ 4779855 w 6858000"/>
              <a:gd name="connsiteY1060" fmla="*/ 2286029 h 6858000"/>
              <a:gd name="connsiteX1061" fmla="*/ 4779855 w 6858000"/>
              <a:gd name="connsiteY1061" fmla="*/ 2493826 h 6858000"/>
              <a:gd name="connsiteX1062" fmla="*/ 4987652 w 6858000"/>
              <a:gd name="connsiteY1062" fmla="*/ 2493826 h 6858000"/>
              <a:gd name="connsiteX1063" fmla="*/ 4987652 w 6858000"/>
              <a:gd name="connsiteY1063" fmla="*/ 2286029 h 6858000"/>
              <a:gd name="connsiteX1064" fmla="*/ 4779855 w 6858000"/>
              <a:gd name="connsiteY1064" fmla="*/ 2286029 h 6858000"/>
              <a:gd name="connsiteX1065" fmla="*/ 5611130 w 6858000"/>
              <a:gd name="connsiteY1065" fmla="*/ 2286029 h 6858000"/>
              <a:gd name="connsiteX1066" fmla="*/ 5611130 w 6858000"/>
              <a:gd name="connsiteY1066" fmla="*/ 2493826 h 6858000"/>
              <a:gd name="connsiteX1067" fmla="*/ 5818927 w 6858000"/>
              <a:gd name="connsiteY1067" fmla="*/ 2493826 h 6858000"/>
              <a:gd name="connsiteX1068" fmla="*/ 5818927 w 6858000"/>
              <a:gd name="connsiteY1068" fmla="*/ 2286029 h 6858000"/>
              <a:gd name="connsiteX1069" fmla="*/ 5611130 w 6858000"/>
              <a:gd name="connsiteY1069" fmla="*/ 2286029 h 6858000"/>
              <a:gd name="connsiteX1070" fmla="*/ 5818927 w 6858000"/>
              <a:gd name="connsiteY1070" fmla="*/ 2286029 h 6858000"/>
              <a:gd name="connsiteX1071" fmla="*/ 5818927 w 6858000"/>
              <a:gd name="connsiteY1071" fmla="*/ 2493826 h 6858000"/>
              <a:gd name="connsiteX1072" fmla="*/ 6026725 w 6858000"/>
              <a:gd name="connsiteY1072" fmla="*/ 2493826 h 6858000"/>
              <a:gd name="connsiteX1073" fmla="*/ 6026725 w 6858000"/>
              <a:gd name="connsiteY1073" fmla="*/ 2286029 h 6858000"/>
              <a:gd name="connsiteX1074" fmla="*/ 5818927 w 6858000"/>
              <a:gd name="connsiteY1074" fmla="*/ 2286029 h 6858000"/>
              <a:gd name="connsiteX1075" fmla="*/ 6442406 w 6858000"/>
              <a:gd name="connsiteY1075" fmla="*/ 2286029 h 6858000"/>
              <a:gd name="connsiteX1076" fmla="*/ 6442406 w 6858000"/>
              <a:gd name="connsiteY1076" fmla="*/ 2493826 h 6858000"/>
              <a:gd name="connsiteX1077" fmla="*/ 6650203 w 6858000"/>
              <a:gd name="connsiteY1077" fmla="*/ 2493826 h 6858000"/>
              <a:gd name="connsiteX1078" fmla="*/ 6650203 w 6858000"/>
              <a:gd name="connsiteY1078" fmla="*/ 2286029 h 6858000"/>
              <a:gd name="connsiteX1079" fmla="*/ 6442406 w 6858000"/>
              <a:gd name="connsiteY1079" fmla="*/ 2286029 h 6858000"/>
              <a:gd name="connsiteX1080" fmla="*/ 207797 w 6858000"/>
              <a:gd name="connsiteY1080" fmla="*/ 2493826 h 6858000"/>
              <a:gd name="connsiteX1081" fmla="*/ 207797 w 6858000"/>
              <a:gd name="connsiteY1081" fmla="*/ 2701623 h 6858000"/>
              <a:gd name="connsiteX1082" fmla="*/ 415595 w 6858000"/>
              <a:gd name="connsiteY1082" fmla="*/ 2701623 h 6858000"/>
              <a:gd name="connsiteX1083" fmla="*/ 415595 w 6858000"/>
              <a:gd name="connsiteY1083" fmla="*/ 2493826 h 6858000"/>
              <a:gd name="connsiteX1084" fmla="*/ 207797 w 6858000"/>
              <a:gd name="connsiteY1084" fmla="*/ 2493826 h 6858000"/>
              <a:gd name="connsiteX1085" fmla="*/ 415595 w 6858000"/>
              <a:gd name="connsiteY1085" fmla="*/ 2493826 h 6858000"/>
              <a:gd name="connsiteX1086" fmla="*/ 415595 w 6858000"/>
              <a:gd name="connsiteY1086" fmla="*/ 2701623 h 6858000"/>
              <a:gd name="connsiteX1087" fmla="*/ 623478 w 6858000"/>
              <a:gd name="connsiteY1087" fmla="*/ 2701623 h 6858000"/>
              <a:gd name="connsiteX1088" fmla="*/ 623478 w 6858000"/>
              <a:gd name="connsiteY1088" fmla="*/ 2493826 h 6858000"/>
              <a:gd name="connsiteX1089" fmla="*/ 415595 w 6858000"/>
              <a:gd name="connsiteY1089" fmla="*/ 2493826 h 6858000"/>
              <a:gd name="connsiteX1090" fmla="*/ 623478 w 6858000"/>
              <a:gd name="connsiteY1090" fmla="*/ 2493826 h 6858000"/>
              <a:gd name="connsiteX1091" fmla="*/ 623478 w 6858000"/>
              <a:gd name="connsiteY1091" fmla="*/ 2701623 h 6858000"/>
              <a:gd name="connsiteX1092" fmla="*/ 831275 w 6858000"/>
              <a:gd name="connsiteY1092" fmla="*/ 2701623 h 6858000"/>
              <a:gd name="connsiteX1093" fmla="*/ 831275 w 6858000"/>
              <a:gd name="connsiteY1093" fmla="*/ 2493826 h 6858000"/>
              <a:gd name="connsiteX1094" fmla="*/ 623478 w 6858000"/>
              <a:gd name="connsiteY1094" fmla="*/ 2493826 h 6858000"/>
              <a:gd name="connsiteX1095" fmla="*/ 831275 w 6858000"/>
              <a:gd name="connsiteY1095" fmla="*/ 2493826 h 6858000"/>
              <a:gd name="connsiteX1096" fmla="*/ 831275 w 6858000"/>
              <a:gd name="connsiteY1096" fmla="*/ 2701623 h 6858000"/>
              <a:gd name="connsiteX1097" fmla="*/ 1039073 w 6858000"/>
              <a:gd name="connsiteY1097" fmla="*/ 2701623 h 6858000"/>
              <a:gd name="connsiteX1098" fmla="*/ 1039073 w 6858000"/>
              <a:gd name="connsiteY1098" fmla="*/ 2493826 h 6858000"/>
              <a:gd name="connsiteX1099" fmla="*/ 831275 w 6858000"/>
              <a:gd name="connsiteY1099" fmla="*/ 2493826 h 6858000"/>
              <a:gd name="connsiteX1100" fmla="*/ 1039073 w 6858000"/>
              <a:gd name="connsiteY1100" fmla="*/ 2493826 h 6858000"/>
              <a:gd name="connsiteX1101" fmla="*/ 1039073 w 6858000"/>
              <a:gd name="connsiteY1101" fmla="*/ 2701623 h 6858000"/>
              <a:gd name="connsiteX1102" fmla="*/ 1246870 w 6858000"/>
              <a:gd name="connsiteY1102" fmla="*/ 2701623 h 6858000"/>
              <a:gd name="connsiteX1103" fmla="*/ 1246870 w 6858000"/>
              <a:gd name="connsiteY1103" fmla="*/ 2493826 h 6858000"/>
              <a:gd name="connsiteX1104" fmla="*/ 1039073 w 6858000"/>
              <a:gd name="connsiteY1104" fmla="*/ 2493826 h 6858000"/>
              <a:gd name="connsiteX1105" fmla="*/ 1246870 w 6858000"/>
              <a:gd name="connsiteY1105" fmla="*/ 2493826 h 6858000"/>
              <a:gd name="connsiteX1106" fmla="*/ 1246870 w 6858000"/>
              <a:gd name="connsiteY1106" fmla="*/ 2701623 h 6858000"/>
              <a:gd name="connsiteX1107" fmla="*/ 1454753 w 6858000"/>
              <a:gd name="connsiteY1107" fmla="*/ 2701623 h 6858000"/>
              <a:gd name="connsiteX1108" fmla="*/ 1454753 w 6858000"/>
              <a:gd name="connsiteY1108" fmla="*/ 2493826 h 6858000"/>
              <a:gd name="connsiteX1109" fmla="*/ 1246870 w 6858000"/>
              <a:gd name="connsiteY1109" fmla="*/ 2493826 h 6858000"/>
              <a:gd name="connsiteX1110" fmla="*/ 1454753 w 6858000"/>
              <a:gd name="connsiteY1110" fmla="*/ 2493826 h 6858000"/>
              <a:gd name="connsiteX1111" fmla="*/ 1454753 w 6858000"/>
              <a:gd name="connsiteY1111" fmla="*/ 2701623 h 6858000"/>
              <a:gd name="connsiteX1112" fmla="*/ 1662551 w 6858000"/>
              <a:gd name="connsiteY1112" fmla="*/ 2701623 h 6858000"/>
              <a:gd name="connsiteX1113" fmla="*/ 1662551 w 6858000"/>
              <a:gd name="connsiteY1113" fmla="*/ 2493826 h 6858000"/>
              <a:gd name="connsiteX1114" fmla="*/ 1454753 w 6858000"/>
              <a:gd name="connsiteY1114" fmla="*/ 2493826 h 6858000"/>
              <a:gd name="connsiteX1115" fmla="*/ 1662551 w 6858000"/>
              <a:gd name="connsiteY1115" fmla="*/ 2493826 h 6858000"/>
              <a:gd name="connsiteX1116" fmla="*/ 1662551 w 6858000"/>
              <a:gd name="connsiteY1116" fmla="*/ 2701623 h 6858000"/>
              <a:gd name="connsiteX1117" fmla="*/ 1870348 w 6858000"/>
              <a:gd name="connsiteY1117" fmla="*/ 2701623 h 6858000"/>
              <a:gd name="connsiteX1118" fmla="*/ 1870348 w 6858000"/>
              <a:gd name="connsiteY1118" fmla="*/ 2493826 h 6858000"/>
              <a:gd name="connsiteX1119" fmla="*/ 1662551 w 6858000"/>
              <a:gd name="connsiteY1119" fmla="*/ 2493826 h 6858000"/>
              <a:gd name="connsiteX1120" fmla="*/ 2286029 w 6858000"/>
              <a:gd name="connsiteY1120" fmla="*/ 2493826 h 6858000"/>
              <a:gd name="connsiteX1121" fmla="*/ 2286029 w 6858000"/>
              <a:gd name="connsiteY1121" fmla="*/ 2701623 h 6858000"/>
              <a:gd name="connsiteX1122" fmla="*/ 2493826 w 6858000"/>
              <a:gd name="connsiteY1122" fmla="*/ 2701623 h 6858000"/>
              <a:gd name="connsiteX1123" fmla="*/ 2493826 w 6858000"/>
              <a:gd name="connsiteY1123" fmla="*/ 2493826 h 6858000"/>
              <a:gd name="connsiteX1124" fmla="*/ 2286029 w 6858000"/>
              <a:gd name="connsiteY1124" fmla="*/ 2493826 h 6858000"/>
              <a:gd name="connsiteX1125" fmla="*/ 3117304 w 6858000"/>
              <a:gd name="connsiteY1125" fmla="*/ 2493826 h 6858000"/>
              <a:gd name="connsiteX1126" fmla="*/ 3117304 w 6858000"/>
              <a:gd name="connsiteY1126" fmla="*/ 2701623 h 6858000"/>
              <a:gd name="connsiteX1127" fmla="*/ 3325101 w 6858000"/>
              <a:gd name="connsiteY1127" fmla="*/ 2701623 h 6858000"/>
              <a:gd name="connsiteX1128" fmla="*/ 3325101 w 6858000"/>
              <a:gd name="connsiteY1128" fmla="*/ 2493826 h 6858000"/>
              <a:gd name="connsiteX1129" fmla="*/ 3117304 w 6858000"/>
              <a:gd name="connsiteY1129" fmla="*/ 2493826 h 6858000"/>
              <a:gd name="connsiteX1130" fmla="*/ 3325101 w 6858000"/>
              <a:gd name="connsiteY1130" fmla="*/ 2493826 h 6858000"/>
              <a:gd name="connsiteX1131" fmla="*/ 3325101 w 6858000"/>
              <a:gd name="connsiteY1131" fmla="*/ 2701623 h 6858000"/>
              <a:gd name="connsiteX1132" fmla="*/ 3532899 w 6858000"/>
              <a:gd name="connsiteY1132" fmla="*/ 2701623 h 6858000"/>
              <a:gd name="connsiteX1133" fmla="*/ 3532899 w 6858000"/>
              <a:gd name="connsiteY1133" fmla="*/ 2493826 h 6858000"/>
              <a:gd name="connsiteX1134" fmla="*/ 3325101 w 6858000"/>
              <a:gd name="connsiteY1134" fmla="*/ 2493826 h 6858000"/>
              <a:gd name="connsiteX1135" fmla="*/ 3532899 w 6858000"/>
              <a:gd name="connsiteY1135" fmla="*/ 2493826 h 6858000"/>
              <a:gd name="connsiteX1136" fmla="*/ 3532899 w 6858000"/>
              <a:gd name="connsiteY1136" fmla="*/ 2701623 h 6858000"/>
              <a:gd name="connsiteX1137" fmla="*/ 3740696 w 6858000"/>
              <a:gd name="connsiteY1137" fmla="*/ 2701623 h 6858000"/>
              <a:gd name="connsiteX1138" fmla="*/ 3740696 w 6858000"/>
              <a:gd name="connsiteY1138" fmla="*/ 2493826 h 6858000"/>
              <a:gd name="connsiteX1139" fmla="*/ 3532899 w 6858000"/>
              <a:gd name="connsiteY1139" fmla="*/ 2493826 h 6858000"/>
              <a:gd name="connsiteX1140" fmla="*/ 3740696 w 6858000"/>
              <a:gd name="connsiteY1140" fmla="*/ 2493826 h 6858000"/>
              <a:gd name="connsiteX1141" fmla="*/ 3740696 w 6858000"/>
              <a:gd name="connsiteY1141" fmla="*/ 2701623 h 6858000"/>
              <a:gd name="connsiteX1142" fmla="*/ 3948579 w 6858000"/>
              <a:gd name="connsiteY1142" fmla="*/ 2701623 h 6858000"/>
              <a:gd name="connsiteX1143" fmla="*/ 3948579 w 6858000"/>
              <a:gd name="connsiteY1143" fmla="*/ 2493826 h 6858000"/>
              <a:gd name="connsiteX1144" fmla="*/ 3740696 w 6858000"/>
              <a:gd name="connsiteY1144" fmla="*/ 2493826 h 6858000"/>
              <a:gd name="connsiteX1145" fmla="*/ 4779855 w 6858000"/>
              <a:gd name="connsiteY1145" fmla="*/ 2493826 h 6858000"/>
              <a:gd name="connsiteX1146" fmla="*/ 4779855 w 6858000"/>
              <a:gd name="connsiteY1146" fmla="*/ 2701623 h 6858000"/>
              <a:gd name="connsiteX1147" fmla="*/ 4987652 w 6858000"/>
              <a:gd name="connsiteY1147" fmla="*/ 2701623 h 6858000"/>
              <a:gd name="connsiteX1148" fmla="*/ 4987652 w 6858000"/>
              <a:gd name="connsiteY1148" fmla="*/ 2493826 h 6858000"/>
              <a:gd name="connsiteX1149" fmla="*/ 4779855 w 6858000"/>
              <a:gd name="connsiteY1149" fmla="*/ 2493826 h 6858000"/>
              <a:gd name="connsiteX1150" fmla="*/ 5195450 w 6858000"/>
              <a:gd name="connsiteY1150" fmla="*/ 2493826 h 6858000"/>
              <a:gd name="connsiteX1151" fmla="*/ 5195450 w 6858000"/>
              <a:gd name="connsiteY1151" fmla="*/ 2701623 h 6858000"/>
              <a:gd name="connsiteX1152" fmla="*/ 5403247 w 6858000"/>
              <a:gd name="connsiteY1152" fmla="*/ 2701623 h 6858000"/>
              <a:gd name="connsiteX1153" fmla="*/ 5403247 w 6858000"/>
              <a:gd name="connsiteY1153" fmla="*/ 2493826 h 6858000"/>
              <a:gd name="connsiteX1154" fmla="*/ 5195450 w 6858000"/>
              <a:gd name="connsiteY1154" fmla="*/ 2493826 h 6858000"/>
              <a:gd name="connsiteX1155" fmla="*/ 6234522 w 6858000"/>
              <a:gd name="connsiteY1155" fmla="*/ 2493826 h 6858000"/>
              <a:gd name="connsiteX1156" fmla="*/ 6234522 w 6858000"/>
              <a:gd name="connsiteY1156" fmla="*/ 2701623 h 6858000"/>
              <a:gd name="connsiteX1157" fmla="*/ 6442406 w 6858000"/>
              <a:gd name="connsiteY1157" fmla="*/ 2701623 h 6858000"/>
              <a:gd name="connsiteX1158" fmla="*/ 6442406 w 6858000"/>
              <a:gd name="connsiteY1158" fmla="*/ 2493826 h 6858000"/>
              <a:gd name="connsiteX1159" fmla="*/ 6234522 w 6858000"/>
              <a:gd name="connsiteY1159" fmla="*/ 2493826 h 6858000"/>
              <a:gd name="connsiteX1160" fmla="*/ 0 w 6858000"/>
              <a:gd name="connsiteY1160" fmla="*/ 2701623 h 6858000"/>
              <a:gd name="connsiteX1161" fmla="*/ 0 w 6858000"/>
              <a:gd name="connsiteY1161" fmla="*/ 2909421 h 6858000"/>
              <a:gd name="connsiteX1162" fmla="*/ 207797 w 6858000"/>
              <a:gd name="connsiteY1162" fmla="*/ 2909421 h 6858000"/>
              <a:gd name="connsiteX1163" fmla="*/ 207797 w 6858000"/>
              <a:gd name="connsiteY1163" fmla="*/ 2701623 h 6858000"/>
              <a:gd name="connsiteX1164" fmla="*/ 0 w 6858000"/>
              <a:gd name="connsiteY1164" fmla="*/ 2701623 h 6858000"/>
              <a:gd name="connsiteX1165" fmla="*/ 207797 w 6858000"/>
              <a:gd name="connsiteY1165" fmla="*/ 2701623 h 6858000"/>
              <a:gd name="connsiteX1166" fmla="*/ 207797 w 6858000"/>
              <a:gd name="connsiteY1166" fmla="*/ 2909421 h 6858000"/>
              <a:gd name="connsiteX1167" fmla="*/ 415595 w 6858000"/>
              <a:gd name="connsiteY1167" fmla="*/ 2909421 h 6858000"/>
              <a:gd name="connsiteX1168" fmla="*/ 415595 w 6858000"/>
              <a:gd name="connsiteY1168" fmla="*/ 2701623 h 6858000"/>
              <a:gd name="connsiteX1169" fmla="*/ 207797 w 6858000"/>
              <a:gd name="connsiteY1169" fmla="*/ 2701623 h 6858000"/>
              <a:gd name="connsiteX1170" fmla="*/ 2286029 w 6858000"/>
              <a:gd name="connsiteY1170" fmla="*/ 2701623 h 6858000"/>
              <a:gd name="connsiteX1171" fmla="*/ 2286029 w 6858000"/>
              <a:gd name="connsiteY1171" fmla="*/ 2909421 h 6858000"/>
              <a:gd name="connsiteX1172" fmla="*/ 2493826 w 6858000"/>
              <a:gd name="connsiteY1172" fmla="*/ 2909421 h 6858000"/>
              <a:gd name="connsiteX1173" fmla="*/ 2493826 w 6858000"/>
              <a:gd name="connsiteY1173" fmla="*/ 2701623 h 6858000"/>
              <a:gd name="connsiteX1174" fmla="*/ 2286029 w 6858000"/>
              <a:gd name="connsiteY1174" fmla="*/ 2701623 h 6858000"/>
              <a:gd name="connsiteX1175" fmla="*/ 2909421 w 6858000"/>
              <a:gd name="connsiteY1175" fmla="*/ 2701623 h 6858000"/>
              <a:gd name="connsiteX1176" fmla="*/ 2909421 w 6858000"/>
              <a:gd name="connsiteY1176" fmla="*/ 2909421 h 6858000"/>
              <a:gd name="connsiteX1177" fmla="*/ 3117304 w 6858000"/>
              <a:gd name="connsiteY1177" fmla="*/ 2909421 h 6858000"/>
              <a:gd name="connsiteX1178" fmla="*/ 3117304 w 6858000"/>
              <a:gd name="connsiteY1178" fmla="*/ 2701623 h 6858000"/>
              <a:gd name="connsiteX1179" fmla="*/ 2909421 w 6858000"/>
              <a:gd name="connsiteY1179" fmla="*/ 2701623 h 6858000"/>
              <a:gd name="connsiteX1180" fmla="*/ 3117304 w 6858000"/>
              <a:gd name="connsiteY1180" fmla="*/ 2701623 h 6858000"/>
              <a:gd name="connsiteX1181" fmla="*/ 3117304 w 6858000"/>
              <a:gd name="connsiteY1181" fmla="*/ 2909421 h 6858000"/>
              <a:gd name="connsiteX1182" fmla="*/ 3325101 w 6858000"/>
              <a:gd name="connsiteY1182" fmla="*/ 2909421 h 6858000"/>
              <a:gd name="connsiteX1183" fmla="*/ 3325101 w 6858000"/>
              <a:gd name="connsiteY1183" fmla="*/ 2701623 h 6858000"/>
              <a:gd name="connsiteX1184" fmla="*/ 3117304 w 6858000"/>
              <a:gd name="connsiteY1184" fmla="*/ 2701623 h 6858000"/>
              <a:gd name="connsiteX1185" fmla="*/ 3325101 w 6858000"/>
              <a:gd name="connsiteY1185" fmla="*/ 2701623 h 6858000"/>
              <a:gd name="connsiteX1186" fmla="*/ 3325101 w 6858000"/>
              <a:gd name="connsiteY1186" fmla="*/ 2909421 h 6858000"/>
              <a:gd name="connsiteX1187" fmla="*/ 3532899 w 6858000"/>
              <a:gd name="connsiteY1187" fmla="*/ 2909421 h 6858000"/>
              <a:gd name="connsiteX1188" fmla="*/ 3532899 w 6858000"/>
              <a:gd name="connsiteY1188" fmla="*/ 2701623 h 6858000"/>
              <a:gd name="connsiteX1189" fmla="*/ 3325101 w 6858000"/>
              <a:gd name="connsiteY1189" fmla="*/ 2701623 h 6858000"/>
              <a:gd name="connsiteX1190" fmla="*/ 3532899 w 6858000"/>
              <a:gd name="connsiteY1190" fmla="*/ 2701623 h 6858000"/>
              <a:gd name="connsiteX1191" fmla="*/ 3532899 w 6858000"/>
              <a:gd name="connsiteY1191" fmla="*/ 2909421 h 6858000"/>
              <a:gd name="connsiteX1192" fmla="*/ 3740696 w 6858000"/>
              <a:gd name="connsiteY1192" fmla="*/ 2909421 h 6858000"/>
              <a:gd name="connsiteX1193" fmla="*/ 3740696 w 6858000"/>
              <a:gd name="connsiteY1193" fmla="*/ 2701623 h 6858000"/>
              <a:gd name="connsiteX1194" fmla="*/ 3532899 w 6858000"/>
              <a:gd name="connsiteY1194" fmla="*/ 2701623 h 6858000"/>
              <a:gd name="connsiteX1195" fmla="*/ 3948579 w 6858000"/>
              <a:gd name="connsiteY1195" fmla="*/ 2701623 h 6858000"/>
              <a:gd name="connsiteX1196" fmla="*/ 3948579 w 6858000"/>
              <a:gd name="connsiteY1196" fmla="*/ 2909421 h 6858000"/>
              <a:gd name="connsiteX1197" fmla="*/ 4156377 w 6858000"/>
              <a:gd name="connsiteY1197" fmla="*/ 2909421 h 6858000"/>
              <a:gd name="connsiteX1198" fmla="*/ 4156377 w 6858000"/>
              <a:gd name="connsiteY1198" fmla="*/ 2701623 h 6858000"/>
              <a:gd name="connsiteX1199" fmla="*/ 3948579 w 6858000"/>
              <a:gd name="connsiteY1199" fmla="*/ 2701623 h 6858000"/>
              <a:gd name="connsiteX1200" fmla="*/ 5195450 w 6858000"/>
              <a:gd name="connsiteY1200" fmla="*/ 2701623 h 6858000"/>
              <a:gd name="connsiteX1201" fmla="*/ 5195450 w 6858000"/>
              <a:gd name="connsiteY1201" fmla="*/ 2909421 h 6858000"/>
              <a:gd name="connsiteX1202" fmla="*/ 5403247 w 6858000"/>
              <a:gd name="connsiteY1202" fmla="*/ 2909421 h 6858000"/>
              <a:gd name="connsiteX1203" fmla="*/ 5403247 w 6858000"/>
              <a:gd name="connsiteY1203" fmla="*/ 2701623 h 6858000"/>
              <a:gd name="connsiteX1204" fmla="*/ 5195450 w 6858000"/>
              <a:gd name="connsiteY1204" fmla="*/ 2701623 h 6858000"/>
              <a:gd name="connsiteX1205" fmla="*/ 5403247 w 6858000"/>
              <a:gd name="connsiteY1205" fmla="*/ 2701623 h 6858000"/>
              <a:gd name="connsiteX1206" fmla="*/ 5403247 w 6858000"/>
              <a:gd name="connsiteY1206" fmla="*/ 2909421 h 6858000"/>
              <a:gd name="connsiteX1207" fmla="*/ 5611130 w 6858000"/>
              <a:gd name="connsiteY1207" fmla="*/ 2909421 h 6858000"/>
              <a:gd name="connsiteX1208" fmla="*/ 5611130 w 6858000"/>
              <a:gd name="connsiteY1208" fmla="*/ 2701623 h 6858000"/>
              <a:gd name="connsiteX1209" fmla="*/ 5403247 w 6858000"/>
              <a:gd name="connsiteY1209" fmla="*/ 2701623 h 6858000"/>
              <a:gd name="connsiteX1210" fmla="*/ 5818927 w 6858000"/>
              <a:gd name="connsiteY1210" fmla="*/ 2701623 h 6858000"/>
              <a:gd name="connsiteX1211" fmla="*/ 5818927 w 6858000"/>
              <a:gd name="connsiteY1211" fmla="*/ 2909421 h 6858000"/>
              <a:gd name="connsiteX1212" fmla="*/ 6026725 w 6858000"/>
              <a:gd name="connsiteY1212" fmla="*/ 2909421 h 6858000"/>
              <a:gd name="connsiteX1213" fmla="*/ 6026725 w 6858000"/>
              <a:gd name="connsiteY1213" fmla="*/ 2701623 h 6858000"/>
              <a:gd name="connsiteX1214" fmla="*/ 5818927 w 6858000"/>
              <a:gd name="connsiteY1214" fmla="*/ 2701623 h 6858000"/>
              <a:gd name="connsiteX1215" fmla="*/ 6026725 w 6858000"/>
              <a:gd name="connsiteY1215" fmla="*/ 2701623 h 6858000"/>
              <a:gd name="connsiteX1216" fmla="*/ 6026725 w 6858000"/>
              <a:gd name="connsiteY1216" fmla="*/ 2909421 h 6858000"/>
              <a:gd name="connsiteX1217" fmla="*/ 6234522 w 6858000"/>
              <a:gd name="connsiteY1217" fmla="*/ 2909421 h 6858000"/>
              <a:gd name="connsiteX1218" fmla="*/ 6234522 w 6858000"/>
              <a:gd name="connsiteY1218" fmla="*/ 2701623 h 6858000"/>
              <a:gd name="connsiteX1219" fmla="*/ 6026725 w 6858000"/>
              <a:gd name="connsiteY1219" fmla="*/ 2701623 h 6858000"/>
              <a:gd name="connsiteX1220" fmla="*/ 6234522 w 6858000"/>
              <a:gd name="connsiteY1220" fmla="*/ 2701623 h 6858000"/>
              <a:gd name="connsiteX1221" fmla="*/ 6234522 w 6858000"/>
              <a:gd name="connsiteY1221" fmla="*/ 2909421 h 6858000"/>
              <a:gd name="connsiteX1222" fmla="*/ 6442406 w 6858000"/>
              <a:gd name="connsiteY1222" fmla="*/ 2909421 h 6858000"/>
              <a:gd name="connsiteX1223" fmla="*/ 6442406 w 6858000"/>
              <a:gd name="connsiteY1223" fmla="*/ 2701623 h 6858000"/>
              <a:gd name="connsiteX1224" fmla="*/ 6234522 w 6858000"/>
              <a:gd name="connsiteY1224" fmla="*/ 2701623 h 6858000"/>
              <a:gd name="connsiteX1225" fmla="*/ 623478 w 6858000"/>
              <a:gd name="connsiteY1225" fmla="*/ 2909421 h 6858000"/>
              <a:gd name="connsiteX1226" fmla="*/ 623478 w 6858000"/>
              <a:gd name="connsiteY1226" fmla="*/ 3117304 h 6858000"/>
              <a:gd name="connsiteX1227" fmla="*/ 831275 w 6858000"/>
              <a:gd name="connsiteY1227" fmla="*/ 3117304 h 6858000"/>
              <a:gd name="connsiteX1228" fmla="*/ 831275 w 6858000"/>
              <a:gd name="connsiteY1228" fmla="*/ 2909421 h 6858000"/>
              <a:gd name="connsiteX1229" fmla="*/ 623478 w 6858000"/>
              <a:gd name="connsiteY1229" fmla="*/ 2909421 h 6858000"/>
              <a:gd name="connsiteX1230" fmla="*/ 831275 w 6858000"/>
              <a:gd name="connsiteY1230" fmla="*/ 2909421 h 6858000"/>
              <a:gd name="connsiteX1231" fmla="*/ 831275 w 6858000"/>
              <a:gd name="connsiteY1231" fmla="*/ 3117304 h 6858000"/>
              <a:gd name="connsiteX1232" fmla="*/ 1039073 w 6858000"/>
              <a:gd name="connsiteY1232" fmla="*/ 3117304 h 6858000"/>
              <a:gd name="connsiteX1233" fmla="*/ 1039073 w 6858000"/>
              <a:gd name="connsiteY1233" fmla="*/ 2909421 h 6858000"/>
              <a:gd name="connsiteX1234" fmla="*/ 831275 w 6858000"/>
              <a:gd name="connsiteY1234" fmla="*/ 2909421 h 6858000"/>
              <a:gd name="connsiteX1235" fmla="*/ 1246870 w 6858000"/>
              <a:gd name="connsiteY1235" fmla="*/ 2909421 h 6858000"/>
              <a:gd name="connsiteX1236" fmla="*/ 1246870 w 6858000"/>
              <a:gd name="connsiteY1236" fmla="*/ 3117304 h 6858000"/>
              <a:gd name="connsiteX1237" fmla="*/ 1454753 w 6858000"/>
              <a:gd name="connsiteY1237" fmla="*/ 3117304 h 6858000"/>
              <a:gd name="connsiteX1238" fmla="*/ 1454753 w 6858000"/>
              <a:gd name="connsiteY1238" fmla="*/ 2909421 h 6858000"/>
              <a:gd name="connsiteX1239" fmla="*/ 1246870 w 6858000"/>
              <a:gd name="connsiteY1239" fmla="*/ 2909421 h 6858000"/>
              <a:gd name="connsiteX1240" fmla="*/ 1662551 w 6858000"/>
              <a:gd name="connsiteY1240" fmla="*/ 2909421 h 6858000"/>
              <a:gd name="connsiteX1241" fmla="*/ 1662551 w 6858000"/>
              <a:gd name="connsiteY1241" fmla="*/ 3117304 h 6858000"/>
              <a:gd name="connsiteX1242" fmla="*/ 1870348 w 6858000"/>
              <a:gd name="connsiteY1242" fmla="*/ 3117304 h 6858000"/>
              <a:gd name="connsiteX1243" fmla="*/ 1870348 w 6858000"/>
              <a:gd name="connsiteY1243" fmla="*/ 2909421 h 6858000"/>
              <a:gd name="connsiteX1244" fmla="*/ 1662551 w 6858000"/>
              <a:gd name="connsiteY1244" fmla="*/ 2909421 h 6858000"/>
              <a:gd name="connsiteX1245" fmla="*/ 2078145 w 6858000"/>
              <a:gd name="connsiteY1245" fmla="*/ 2909421 h 6858000"/>
              <a:gd name="connsiteX1246" fmla="*/ 2078145 w 6858000"/>
              <a:gd name="connsiteY1246" fmla="*/ 3117304 h 6858000"/>
              <a:gd name="connsiteX1247" fmla="*/ 2286029 w 6858000"/>
              <a:gd name="connsiteY1247" fmla="*/ 3117304 h 6858000"/>
              <a:gd name="connsiteX1248" fmla="*/ 2286029 w 6858000"/>
              <a:gd name="connsiteY1248" fmla="*/ 2909421 h 6858000"/>
              <a:gd name="connsiteX1249" fmla="*/ 2078145 w 6858000"/>
              <a:gd name="connsiteY1249" fmla="*/ 2909421 h 6858000"/>
              <a:gd name="connsiteX1250" fmla="*/ 2286029 w 6858000"/>
              <a:gd name="connsiteY1250" fmla="*/ 2909421 h 6858000"/>
              <a:gd name="connsiteX1251" fmla="*/ 2286029 w 6858000"/>
              <a:gd name="connsiteY1251" fmla="*/ 3117304 h 6858000"/>
              <a:gd name="connsiteX1252" fmla="*/ 2493826 w 6858000"/>
              <a:gd name="connsiteY1252" fmla="*/ 3117304 h 6858000"/>
              <a:gd name="connsiteX1253" fmla="*/ 2493826 w 6858000"/>
              <a:gd name="connsiteY1253" fmla="*/ 2909421 h 6858000"/>
              <a:gd name="connsiteX1254" fmla="*/ 2286029 w 6858000"/>
              <a:gd name="connsiteY1254" fmla="*/ 2909421 h 6858000"/>
              <a:gd name="connsiteX1255" fmla="*/ 2909421 w 6858000"/>
              <a:gd name="connsiteY1255" fmla="*/ 2909421 h 6858000"/>
              <a:gd name="connsiteX1256" fmla="*/ 2909421 w 6858000"/>
              <a:gd name="connsiteY1256" fmla="*/ 3117304 h 6858000"/>
              <a:gd name="connsiteX1257" fmla="*/ 3117304 w 6858000"/>
              <a:gd name="connsiteY1257" fmla="*/ 3117304 h 6858000"/>
              <a:gd name="connsiteX1258" fmla="*/ 3117304 w 6858000"/>
              <a:gd name="connsiteY1258" fmla="*/ 2909421 h 6858000"/>
              <a:gd name="connsiteX1259" fmla="*/ 2909421 w 6858000"/>
              <a:gd name="connsiteY1259" fmla="*/ 2909421 h 6858000"/>
              <a:gd name="connsiteX1260" fmla="*/ 3325101 w 6858000"/>
              <a:gd name="connsiteY1260" fmla="*/ 2909421 h 6858000"/>
              <a:gd name="connsiteX1261" fmla="*/ 3325101 w 6858000"/>
              <a:gd name="connsiteY1261" fmla="*/ 3117304 h 6858000"/>
              <a:gd name="connsiteX1262" fmla="*/ 3532899 w 6858000"/>
              <a:gd name="connsiteY1262" fmla="*/ 3117304 h 6858000"/>
              <a:gd name="connsiteX1263" fmla="*/ 3532899 w 6858000"/>
              <a:gd name="connsiteY1263" fmla="*/ 2909421 h 6858000"/>
              <a:gd name="connsiteX1264" fmla="*/ 3325101 w 6858000"/>
              <a:gd name="connsiteY1264" fmla="*/ 2909421 h 6858000"/>
              <a:gd name="connsiteX1265" fmla="*/ 3740696 w 6858000"/>
              <a:gd name="connsiteY1265" fmla="*/ 2909421 h 6858000"/>
              <a:gd name="connsiteX1266" fmla="*/ 3740696 w 6858000"/>
              <a:gd name="connsiteY1266" fmla="*/ 3117304 h 6858000"/>
              <a:gd name="connsiteX1267" fmla="*/ 3948579 w 6858000"/>
              <a:gd name="connsiteY1267" fmla="*/ 3117304 h 6858000"/>
              <a:gd name="connsiteX1268" fmla="*/ 3948579 w 6858000"/>
              <a:gd name="connsiteY1268" fmla="*/ 2909421 h 6858000"/>
              <a:gd name="connsiteX1269" fmla="*/ 3740696 w 6858000"/>
              <a:gd name="connsiteY1269" fmla="*/ 2909421 h 6858000"/>
              <a:gd name="connsiteX1270" fmla="*/ 3948579 w 6858000"/>
              <a:gd name="connsiteY1270" fmla="*/ 2909421 h 6858000"/>
              <a:gd name="connsiteX1271" fmla="*/ 3948579 w 6858000"/>
              <a:gd name="connsiteY1271" fmla="*/ 3117304 h 6858000"/>
              <a:gd name="connsiteX1272" fmla="*/ 4156377 w 6858000"/>
              <a:gd name="connsiteY1272" fmla="*/ 3117304 h 6858000"/>
              <a:gd name="connsiteX1273" fmla="*/ 4156377 w 6858000"/>
              <a:gd name="connsiteY1273" fmla="*/ 2909421 h 6858000"/>
              <a:gd name="connsiteX1274" fmla="*/ 3948579 w 6858000"/>
              <a:gd name="connsiteY1274" fmla="*/ 2909421 h 6858000"/>
              <a:gd name="connsiteX1275" fmla="*/ 4364174 w 6858000"/>
              <a:gd name="connsiteY1275" fmla="*/ 2909421 h 6858000"/>
              <a:gd name="connsiteX1276" fmla="*/ 4364174 w 6858000"/>
              <a:gd name="connsiteY1276" fmla="*/ 3117304 h 6858000"/>
              <a:gd name="connsiteX1277" fmla="*/ 4571972 w 6858000"/>
              <a:gd name="connsiteY1277" fmla="*/ 3117304 h 6858000"/>
              <a:gd name="connsiteX1278" fmla="*/ 4571972 w 6858000"/>
              <a:gd name="connsiteY1278" fmla="*/ 2909421 h 6858000"/>
              <a:gd name="connsiteX1279" fmla="*/ 4364174 w 6858000"/>
              <a:gd name="connsiteY1279" fmla="*/ 2909421 h 6858000"/>
              <a:gd name="connsiteX1280" fmla="*/ 4571972 w 6858000"/>
              <a:gd name="connsiteY1280" fmla="*/ 2909421 h 6858000"/>
              <a:gd name="connsiteX1281" fmla="*/ 4571972 w 6858000"/>
              <a:gd name="connsiteY1281" fmla="*/ 3117304 h 6858000"/>
              <a:gd name="connsiteX1282" fmla="*/ 4779855 w 6858000"/>
              <a:gd name="connsiteY1282" fmla="*/ 3117304 h 6858000"/>
              <a:gd name="connsiteX1283" fmla="*/ 4779855 w 6858000"/>
              <a:gd name="connsiteY1283" fmla="*/ 2909421 h 6858000"/>
              <a:gd name="connsiteX1284" fmla="*/ 4571972 w 6858000"/>
              <a:gd name="connsiteY1284" fmla="*/ 2909421 h 6858000"/>
              <a:gd name="connsiteX1285" fmla="*/ 4987652 w 6858000"/>
              <a:gd name="connsiteY1285" fmla="*/ 2909421 h 6858000"/>
              <a:gd name="connsiteX1286" fmla="*/ 4987652 w 6858000"/>
              <a:gd name="connsiteY1286" fmla="*/ 3117304 h 6858000"/>
              <a:gd name="connsiteX1287" fmla="*/ 5195450 w 6858000"/>
              <a:gd name="connsiteY1287" fmla="*/ 3117304 h 6858000"/>
              <a:gd name="connsiteX1288" fmla="*/ 5195450 w 6858000"/>
              <a:gd name="connsiteY1288" fmla="*/ 2909421 h 6858000"/>
              <a:gd name="connsiteX1289" fmla="*/ 4987652 w 6858000"/>
              <a:gd name="connsiteY1289" fmla="*/ 2909421 h 6858000"/>
              <a:gd name="connsiteX1290" fmla="*/ 5611130 w 6858000"/>
              <a:gd name="connsiteY1290" fmla="*/ 2909421 h 6858000"/>
              <a:gd name="connsiteX1291" fmla="*/ 5611130 w 6858000"/>
              <a:gd name="connsiteY1291" fmla="*/ 3117304 h 6858000"/>
              <a:gd name="connsiteX1292" fmla="*/ 5818927 w 6858000"/>
              <a:gd name="connsiteY1292" fmla="*/ 3117304 h 6858000"/>
              <a:gd name="connsiteX1293" fmla="*/ 5818927 w 6858000"/>
              <a:gd name="connsiteY1293" fmla="*/ 2909421 h 6858000"/>
              <a:gd name="connsiteX1294" fmla="*/ 5611130 w 6858000"/>
              <a:gd name="connsiteY1294" fmla="*/ 2909421 h 6858000"/>
              <a:gd name="connsiteX1295" fmla="*/ 6026725 w 6858000"/>
              <a:gd name="connsiteY1295" fmla="*/ 2909421 h 6858000"/>
              <a:gd name="connsiteX1296" fmla="*/ 6026725 w 6858000"/>
              <a:gd name="connsiteY1296" fmla="*/ 3117304 h 6858000"/>
              <a:gd name="connsiteX1297" fmla="*/ 6234522 w 6858000"/>
              <a:gd name="connsiteY1297" fmla="*/ 3117304 h 6858000"/>
              <a:gd name="connsiteX1298" fmla="*/ 6234522 w 6858000"/>
              <a:gd name="connsiteY1298" fmla="*/ 2909421 h 6858000"/>
              <a:gd name="connsiteX1299" fmla="*/ 6026725 w 6858000"/>
              <a:gd name="connsiteY1299" fmla="*/ 2909421 h 6858000"/>
              <a:gd name="connsiteX1300" fmla="*/ 6442406 w 6858000"/>
              <a:gd name="connsiteY1300" fmla="*/ 2909421 h 6858000"/>
              <a:gd name="connsiteX1301" fmla="*/ 6442406 w 6858000"/>
              <a:gd name="connsiteY1301" fmla="*/ 3117304 h 6858000"/>
              <a:gd name="connsiteX1302" fmla="*/ 6650203 w 6858000"/>
              <a:gd name="connsiteY1302" fmla="*/ 3117304 h 6858000"/>
              <a:gd name="connsiteX1303" fmla="*/ 6650203 w 6858000"/>
              <a:gd name="connsiteY1303" fmla="*/ 2909421 h 6858000"/>
              <a:gd name="connsiteX1304" fmla="*/ 6442406 w 6858000"/>
              <a:gd name="connsiteY1304" fmla="*/ 2909421 h 6858000"/>
              <a:gd name="connsiteX1305" fmla="*/ 6650203 w 6858000"/>
              <a:gd name="connsiteY1305" fmla="*/ 2909421 h 6858000"/>
              <a:gd name="connsiteX1306" fmla="*/ 6650203 w 6858000"/>
              <a:gd name="connsiteY1306" fmla="*/ 3117304 h 6858000"/>
              <a:gd name="connsiteX1307" fmla="*/ 6858000 w 6858000"/>
              <a:gd name="connsiteY1307" fmla="*/ 3117304 h 6858000"/>
              <a:gd name="connsiteX1308" fmla="*/ 6858000 w 6858000"/>
              <a:gd name="connsiteY1308" fmla="*/ 2909421 h 6858000"/>
              <a:gd name="connsiteX1309" fmla="*/ 6650203 w 6858000"/>
              <a:gd name="connsiteY1309" fmla="*/ 2909421 h 6858000"/>
              <a:gd name="connsiteX1310" fmla="*/ 0 w 6858000"/>
              <a:gd name="connsiteY1310" fmla="*/ 3117304 h 6858000"/>
              <a:gd name="connsiteX1311" fmla="*/ 0 w 6858000"/>
              <a:gd name="connsiteY1311" fmla="*/ 3325101 h 6858000"/>
              <a:gd name="connsiteX1312" fmla="*/ 207797 w 6858000"/>
              <a:gd name="connsiteY1312" fmla="*/ 3325101 h 6858000"/>
              <a:gd name="connsiteX1313" fmla="*/ 207797 w 6858000"/>
              <a:gd name="connsiteY1313" fmla="*/ 3117304 h 6858000"/>
              <a:gd name="connsiteX1314" fmla="*/ 0 w 6858000"/>
              <a:gd name="connsiteY1314" fmla="*/ 3117304 h 6858000"/>
              <a:gd name="connsiteX1315" fmla="*/ 623478 w 6858000"/>
              <a:gd name="connsiteY1315" fmla="*/ 3117304 h 6858000"/>
              <a:gd name="connsiteX1316" fmla="*/ 623478 w 6858000"/>
              <a:gd name="connsiteY1316" fmla="*/ 3325101 h 6858000"/>
              <a:gd name="connsiteX1317" fmla="*/ 831275 w 6858000"/>
              <a:gd name="connsiteY1317" fmla="*/ 3325101 h 6858000"/>
              <a:gd name="connsiteX1318" fmla="*/ 831275 w 6858000"/>
              <a:gd name="connsiteY1318" fmla="*/ 3117304 h 6858000"/>
              <a:gd name="connsiteX1319" fmla="*/ 623478 w 6858000"/>
              <a:gd name="connsiteY1319" fmla="*/ 3117304 h 6858000"/>
              <a:gd name="connsiteX1320" fmla="*/ 1870348 w 6858000"/>
              <a:gd name="connsiteY1320" fmla="*/ 3117304 h 6858000"/>
              <a:gd name="connsiteX1321" fmla="*/ 1870348 w 6858000"/>
              <a:gd name="connsiteY1321" fmla="*/ 3325101 h 6858000"/>
              <a:gd name="connsiteX1322" fmla="*/ 2078145 w 6858000"/>
              <a:gd name="connsiteY1322" fmla="*/ 3325101 h 6858000"/>
              <a:gd name="connsiteX1323" fmla="*/ 2078145 w 6858000"/>
              <a:gd name="connsiteY1323" fmla="*/ 3117304 h 6858000"/>
              <a:gd name="connsiteX1324" fmla="*/ 1870348 w 6858000"/>
              <a:gd name="connsiteY1324" fmla="*/ 3117304 h 6858000"/>
              <a:gd name="connsiteX1325" fmla="*/ 2493826 w 6858000"/>
              <a:gd name="connsiteY1325" fmla="*/ 3117304 h 6858000"/>
              <a:gd name="connsiteX1326" fmla="*/ 2493826 w 6858000"/>
              <a:gd name="connsiteY1326" fmla="*/ 3325101 h 6858000"/>
              <a:gd name="connsiteX1327" fmla="*/ 2701623 w 6858000"/>
              <a:gd name="connsiteY1327" fmla="*/ 3325101 h 6858000"/>
              <a:gd name="connsiteX1328" fmla="*/ 2701623 w 6858000"/>
              <a:gd name="connsiteY1328" fmla="*/ 3117304 h 6858000"/>
              <a:gd name="connsiteX1329" fmla="*/ 2493826 w 6858000"/>
              <a:gd name="connsiteY1329" fmla="*/ 3117304 h 6858000"/>
              <a:gd name="connsiteX1330" fmla="*/ 2909421 w 6858000"/>
              <a:gd name="connsiteY1330" fmla="*/ 3117304 h 6858000"/>
              <a:gd name="connsiteX1331" fmla="*/ 2909421 w 6858000"/>
              <a:gd name="connsiteY1331" fmla="*/ 3325101 h 6858000"/>
              <a:gd name="connsiteX1332" fmla="*/ 3117304 w 6858000"/>
              <a:gd name="connsiteY1332" fmla="*/ 3325101 h 6858000"/>
              <a:gd name="connsiteX1333" fmla="*/ 3117304 w 6858000"/>
              <a:gd name="connsiteY1333" fmla="*/ 3117304 h 6858000"/>
              <a:gd name="connsiteX1334" fmla="*/ 2909421 w 6858000"/>
              <a:gd name="connsiteY1334" fmla="*/ 3117304 h 6858000"/>
              <a:gd name="connsiteX1335" fmla="*/ 3325101 w 6858000"/>
              <a:gd name="connsiteY1335" fmla="*/ 3117304 h 6858000"/>
              <a:gd name="connsiteX1336" fmla="*/ 3325101 w 6858000"/>
              <a:gd name="connsiteY1336" fmla="*/ 3325101 h 6858000"/>
              <a:gd name="connsiteX1337" fmla="*/ 3532899 w 6858000"/>
              <a:gd name="connsiteY1337" fmla="*/ 3325101 h 6858000"/>
              <a:gd name="connsiteX1338" fmla="*/ 3532899 w 6858000"/>
              <a:gd name="connsiteY1338" fmla="*/ 3117304 h 6858000"/>
              <a:gd name="connsiteX1339" fmla="*/ 3325101 w 6858000"/>
              <a:gd name="connsiteY1339" fmla="*/ 3117304 h 6858000"/>
              <a:gd name="connsiteX1340" fmla="*/ 3740696 w 6858000"/>
              <a:gd name="connsiteY1340" fmla="*/ 3117304 h 6858000"/>
              <a:gd name="connsiteX1341" fmla="*/ 3740696 w 6858000"/>
              <a:gd name="connsiteY1341" fmla="*/ 3325101 h 6858000"/>
              <a:gd name="connsiteX1342" fmla="*/ 3948579 w 6858000"/>
              <a:gd name="connsiteY1342" fmla="*/ 3325101 h 6858000"/>
              <a:gd name="connsiteX1343" fmla="*/ 3948579 w 6858000"/>
              <a:gd name="connsiteY1343" fmla="*/ 3117304 h 6858000"/>
              <a:gd name="connsiteX1344" fmla="*/ 3740696 w 6858000"/>
              <a:gd name="connsiteY1344" fmla="*/ 3117304 h 6858000"/>
              <a:gd name="connsiteX1345" fmla="*/ 3948579 w 6858000"/>
              <a:gd name="connsiteY1345" fmla="*/ 3117304 h 6858000"/>
              <a:gd name="connsiteX1346" fmla="*/ 3948579 w 6858000"/>
              <a:gd name="connsiteY1346" fmla="*/ 3325101 h 6858000"/>
              <a:gd name="connsiteX1347" fmla="*/ 4156377 w 6858000"/>
              <a:gd name="connsiteY1347" fmla="*/ 3325101 h 6858000"/>
              <a:gd name="connsiteX1348" fmla="*/ 4156377 w 6858000"/>
              <a:gd name="connsiteY1348" fmla="*/ 3117304 h 6858000"/>
              <a:gd name="connsiteX1349" fmla="*/ 3948579 w 6858000"/>
              <a:gd name="connsiteY1349" fmla="*/ 3117304 h 6858000"/>
              <a:gd name="connsiteX1350" fmla="*/ 4364174 w 6858000"/>
              <a:gd name="connsiteY1350" fmla="*/ 3117304 h 6858000"/>
              <a:gd name="connsiteX1351" fmla="*/ 4364174 w 6858000"/>
              <a:gd name="connsiteY1351" fmla="*/ 3325101 h 6858000"/>
              <a:gd name="connsiteX1352" fmla="*/ 4571972 w 6858000"/>
              <a:gd name="connsiteY1352" fmla="*/ 3325101 h 6858000"/>
              <a:gd name="connsiteX1353" fmla="*/ 4571972 w 6858000"/>
              <a:gd name="connsiteY1353" fmla="*/ 3117304 h 6858000"/>
              <a:gd name="connsiteX1354" fmla="*/ 4364174 w 6858000"/>
              <a:gd name="connsiteY1354" fmla="*/ 3117304 h 6858000"/>
              <a:gd name="connsiteX1355" fmla="*/ 4987652 w 6858000"/>
              <a:gd name="connsiteY1355" fmla="*/ 3117304 h 6858000"/>
              <a:gd name="connsiteX1356" fmla="*/ 4987652 w 6858000"/>
              <a:gd name="connsiteY1356" fmla="*/ 3325101 h 6858000"/>
              <a:gd name="connsiteX1357" fmla="*/ 5195450 w 6858000"/>
              <a:gd name="connsiteY1357" fmla="*/ 3325101 h 6858000"/>
              <a:gd name="connsiteX1358" fmla="*/ 5195450 w 6858000"/>
              <a:gd name="connsiteY1358" fmla="*/ 3117304 h 6858000"/>
              <a:gd name="connsiteX1359" fmla="*/ 4987652 w 6858000"/>
              <a:gd name="connsiteY1359" fmla="*/ 3117304 h 6858000"/>
              <a:gd name="connsiteX1360" fmla="*/ 5611130 w 6858000"/>
              <a:gd name="connsiteY1360" fmla="*/ 3117304 h 6858000"/>
              <a:gd name="connsiteX1361" fmla="*/ 5611130 w 6858000"/>
              <a:gd name="connsiteY1361" fmla="*/ 3325101 h 6858000"/>
              <a:gd name="connsiteX1362" fmla="*/ 5818927 w 6858000"/>
              <a:gd name="connsiteY1362" fmla="*/ 3325101 h 6858000"/>
              <a:gd name="connsiteX1363" fmla="*/ 5818927 w 6858000"/>
              <a:gd name="connsiteY1363" fmla="*/ 3117304 h 6858000"/>
              <a:gd name="connsiteX1364" fmla="*/ 5611130 w 6858000"/>
              <a:gd name="connsiteY1364" fmla="*/ 3117304 h 6858000"/>
              <a:gd name="connsiteX1365" fmla="*/ 5818927 w 6858000"/>
              <a:gd name="connsiteY1365" fmla="*/ 3117304 h 6858000"/>
              <a:gd name="connsiteX1366" fmla="*/ 5818927 w 6858000"/>
              <a:gd name="connsiteY1366" fmla="*/ 3325101 h 6858000"/>
              <a:gd name="connsiteX1367" fmla="*/ 6026725 w 6858000"/>
              <a:gd name="connsiteY1367" fmla="*/ 3325101 h 6858000"/>
              <a:gd name="connsiteX1368" fmla="*/ 6026725 w 6858000"/>
              <a:gd name="connsiteY1368" fmla="*/ 3117304 h 6858000"/>
              <a:gd name="connsiteX1369" fmla="*/ 5818927 w 6858000"/>
              <a:gd name="connsiteY1369" fmla="*/ 3117304 h 6858000"/>
              <a:gd name="connsiteX1370" fmla="*/ 6442406 w 6858000"/>
              <a:gd name="connsiteY1370" fmla="*/ 3117304 h 6858000"/>
              <a:gd name="connsiteX1371" fmla="*/ 6442406 w 6858000"/>
              <a:gd name="connsiteY1371" fmla="*/ 3325101 h 6858000"/>
              <a:gd name="connsiteX1372" fmla="*/ 6650203 w 6858000"/>
              <a:gd name="connsiteY1372" fmla="*/ 3325101 h 6858000"/>
              <a:gd name="connsiteX1373" fmla="*/ 6650203 w 6858000"/>
              <a:gd name="connsiteY1373" fmla="*/ 3117304 h 6858000"/>
              <a:gd name="connsiteX1374" fmla="*/ 6442406 w 6858000"/>
              <a:gd name="connsiteY1374" fmla="*/ 3117304 h 6858000"/>
              <a:gd name="connsiteX1375" fmla="*/ 6650203 w 6858000"/>
              <a:gd name="connsiteY1375" fmla="*/ 3117304 h 6858000"/>
              <a:gd name="connsiteX1376" fmla="*/ 6650203 w 6858000"/>
              <a:gd name="connsiteY1376" fmla="*/ 3325101 h 6858000"/>
              <a:gd name="connsiteX1377" fmla="*/ 6858000 w 6858000"/>
              <a:gd name="connsiteY1377" fmla="*/ 3325101 h 6858000"/>
              <a:gd name="connsiteX1378" fmla="*/ 6858000 w 6858000"/>
              <a:gd name="connsiteY1378" fmla="*/ 3117304 h 6858000"/>
              <a:gd name="connsiteX1379" fmla="*/ 6650203 w 6858000"/>
              <a:gd name="connsiteY1379" fmla="*/ 3117304 h 6858000"/>
              <a:gd name="connsiteX1380" fmla="*/ 0 w 6858000"/>
              <a:gd name="connsiteY1380" fmla="*/ 3325101 h 6858000"/>
              <a:gd name="connsiteX1381" fmla="*/ 0 w 6858000"/>
              <a:gd name="connsiteY1381" fmla="*/ 3532899 h 6858000"/>
              <a:gd name="connsiteX1382" fmla="*/ 207797 w 6858000"/>
              <a:gd name="connsiteY1382" fmla="*/ 3532899 h 6858000"/>
              <a:gd name="connsiteX1383" fmla="*/ 207797 w 6858000"/>
              <a:gd name="connsiteY1383" fmla="*/ 3325101 h 6858000"/>
              <a:gd name="connsiteX1384" fmla="*/ 0 w 6858000"/>
              <a:gd name="connsiteY1384" fmla="*/ 3325101 h 6858000"/>
              <a:gd name="connsiteX1385" fmla="*/ 207797 w 6858000"/>
              <a:gd name="connsiteY1385" fmla="*/ 3325101 h 6858000"/>
              <a:gd name="connsiteX1386" fmla="*/ 207797 w 6858000"/>
              <a:gd name="connsiteY1386" fmla="*/ 3532899 h 6858000"/>
              <a:gd name="connsiteX1387" fmla="*/ 415595 w 6858000"/>
              <a:gd name="connsiteY1387" fmla="*/ 3532899 h 6858000"/>
              <a:gd name="connsiteX1388" fmla="*/ 415595 w 6858000"/>
              <a:gd name="connsiteY1388" fmla="*/ 3325101 h 6858000"/>
              <a:gd name="connsiteX1389" fmla="*/ 207797 w 6858000"/>
              <a:gd name="connsiteY1389" fmla="*/ 3325101 h 6858000"/>
              <a:gd name="connsiteX1390" fmla="*/ 415595 w 6858000"/>
              <a:gd name="connsiteY1390" fmla="*/ 3325101 h 6858000"/>
              <a:gd name="connsiteX1391" fmla="*/ 415595 w 6858000"/>
              <a:gd name="connsiteY1391" fmla="*/ 3532899 h 6858000"/>
              <a:gd name="connsiteX1392" fmla="*/ 623478 w 6858000"/>
              <a:gd name="connsiteY1392" fmla="*/ 3532899 h 6858000"/>
              <a:gd name="connsiteX1393" fmla="*/ 623478 w 6858000"/>
              <a:gd name="connsiteY1393" fmla="*/ 3325101 h 6858000"/>
              <a:gd name="connsiteX1394" fmla="*/ 415595 w 6858000"/>
              <a:gd name="connsiteY1394" fmla="*/ 3325101 h 6858000"/>
              <a:gd name="connsiteX1395" fmla="*/ 623478 w 6858000"/>
              <a:gd name="connsiteY1395" fmla="*/ 3325101 h 6858000"/>
              <a:gd name="connsiteX1396" fmla="*/ 623478 w 6858000"/>
              <a:gd name="connsiteY1396" fmla="*/ 3532899 h 6858000"/>
              <a:gd name="connsiteX1397" fmla="*/ 831275 w 6858000"/>
              <a:gd name="connsiteY1397" fmla="*/ 3532899 h 6858000"/>
              <a:gd name="connsiteX1398" fmla="*/ 831275 w 6858000"/>
              <a:gd name="connsiteY1398" fmla="*/ 3325101 h 6858000"/>
              <a:gd name="connsiteX1399" fmla="*/ 623478 w 6858000"/>
              <a:gd name="connsiteY1399" fmla="*/ 3325101 h 6858000"/>
              <a:gd name="connsiteX1400" fmla="*/ 1246870 w 6858000"/>
              <a:gd name="connsiteY1400" fmla="*/ 3325101 h 6858000"/>
              <a:gd name="connsiteX1401" fmla="*/ 1246870 w 6858000"/>
              <a:gd name="connsiteY1401" fmla="*/ 3532899 h 6858000"/>
              <a:gd name="connsiteX1402" fmla="*/ 1454753 w 6858000"/>
              <a:gd name="connsiteY1402" fmla="*/ 3532899 h 6858000"/>
              <a:gd name="connsiteX1403" fmla="*/ 1454753 w 6858000"/>
              <a:gd name="connsiteY1403" fmla="*/ 3325101 h 6858000"/>
              <a:gd name="connsiteX1404" fmla="*/ 1246870 w 6858000"/>
              <a:gd name="connsiteY1404" fmla="*/ 3325101 h 6858000"/>
              <a:gd name="connsiteX1405" fmla="*/ 1662551 w 6858000"/>
              <a:gd name="connsiteY1405" fmla="*/ 3325101 h 6858000"/>
              <a:gd name="connsiteX1406" fmla="*/ 1662551 w 6858000"/>
              <a:gd name="connsiteY1406" fmla="*/ 3532899 h 6858000"/>
              <a:gd name="connsiteX1407" fmla="*/ 1870348 w 6858000"/>
              <a:gd name="connsiteY1407" fmla="*/ 3532899 h 6858000"/>
              <a:gd name="connsiteX1408" fmla="*/ 1870348 w 6858000"/>
              <a:gd name="connsiteY1408" fmla="*/ 3325101 h 6858000"/>
              <a:gd name="connsiteX1409" fmla="*/ 1662551 w 6858000"/>
              <a:gd name="connsiteY1409" fmla="*/ 3325101 h 6858000"/>
              <a:gd name="connsiteX1410" fmla="*/ 1870348 w 6858000"/>
              <a:gd name="connsiteY1410" fmla="*/ 3325101 h 6858000"/>
              <a:gd name="connsiteX1411" fmla="*/ 1870348 w 6858000"/>
              <a:gd name="connsiteY1411" fmla="*/ 3532899 h 6858000"/>
              <a:gd name="connsiteX1412" fmla="*/ 2078145 w 6858000"/>
              <a:gd name="connsiteY1412" fmla="*/ 3532899 h 6858000"/>
              <a:gd name="connsiteX1413" fmla="*/ 2078145 w 6858000"/>
              <a:gd name="connsiteY1413" fmla="*/ 3325101 h 6858000"/>
              <a:gd name="connsiteX1414" fmla="*/ 1870348 w 6858000"/>
              <a:gd name="connsiteY1414" fmla="*/ 3325101 h 6858000"/>
              <a:gd name="connsiteX1415" fmla="*/ 2701623 w 6858000"/>
              <a:gd name="connsiteY1415" fmla="*/ 3325101 h 6858000"/>
              <a:gd name="connsiteX1416" fmla="*/ 2701623 w 6858000"/>
              <a:gd name="connsiteY1416" fmla="*/ 3532899 h 6858000"/>
              <a:gd name="connsiteX1417" fmla="*/ 2909421 w 6858000"/>
              <a:gd name="connsiteY1417" fmla="*/ 3532899 h 6858000"/>
              <a:gd name="connsiteX1418" fmla="*/ 2909421 w 6858000"/>
              <a:gd name="connsiteY1418" fmla="*/ 3325101 h 6858000"/>
              <a:gd name="connsiteX1419" fmla="*/ 2701623 w 6858000"/>
              <a:gd name="connsiteY1419" fmla="*/ 3325101 h 6858000"/>
              <a:gd name="connsiteX1420" fmla="*/ 2909421 w 6858000"/>
              <a:gd name="connsiteY1420" fmla="*/ 3325101 h 6858000"/>
              <a:gd name="connsiteX1421" fmla="*/ 2909421 w 6858000"/>
              <a:gd name="connsiteY1421" fmla="*/ 3532899 h 6858000"/>
              <a:gd name="connsiteX1422" fmla="*/ 3117304 w 6858000"/>
              <a:gd name="connsiteY1422" fmla="*/ 3532899 h 6858000"/>
              <a:gd name="connsiteX1423" fmla="*/ 3117304 w 6858000"/>
              <a:gd name="connsiteY1423" fmla="*/ 3325101 h 6858000"/>
              <a:gd name="connsiteX1424" fmla="*/ 2909421 w 6858000"/>
              <a:gd name="connsiteY1424" fmla="*/ 3325101 h 6858000"/>
              <a:gd name="connsiteX1425" fmla="*/ 3117304 w 6858000"/>
              <a:gd name="connsiteY1425" fmla="*/ 3325101 h 6858000"/>
              <a:gd name="connsiteX1426" fmla="*/ 3117304 w 6858000"/>
              <a:gd name="connsiteY1426" fmla="*/ 3532899 h 6858000"/>
              <a:gd name="connsiteX1427" fmla="*/ 3325101 w 6858000"/>
              <a:gd name="connsiteY1427" fmla="*/ 3532899 h 6858000"/>
              <a:gd name="connsiteX1428" fmla="*/ 3325101 w 6858000"/>
              <a:gd name="connsiteY1428" fmla="*/ 3325101 h 6858000"/>
              <a:gd name="connsiteX1429" fmla="*/ 3117304 w 6858000"/>
              <a:gd name="connsiteY1429" fmla="*/ 3325101 h 6858000"/>
              <a:gd name="connsiteX1430" fmla="*/ 3740696 w 6858000"/>
              <a:gd name="connsiteY1430" fmla="*/ 3325101 h 6858000"/>
              <a:gd name="connsiteX1431" fmla="*/ 3740696 w 6858000"/>
              <a:gd name="connsiteY1431" fmla="*/ 3532899 h 6858000"/>
              <a:gd name="connsiteX1432" fmla="*/ 3948579 w 6858000"/>
              <a:gd name="connsiteY1432" fmla="*/ 3532899 h 6858000"/>
              <a:gd name="connsiteX1433" fmla="*/ 3948579 w 6858000"/>
              <a:gd name="connsiteY1433" fmla="*/ 3325101 h 6858000"/>
              <a:gd name="connsiteX1434" fmla="*/ 3740696 w 6858000"/>
              <a:gd name="connsiteY1434" fmla="*/ 3325101 h 6858000"/>
              <a:gd name="connsiteX1435" fmla="*/ 4571972 w 6858000"/>
              <a:gd name="connsiteY1435" fmla="*/ 3325101 h 6858000"/>
              <a:gd name="connsiteX1436" fmla="*/ 4571972 w 6858000"/>
              <a:gd name="connsiteY1436" fmla="*/ 3532899 h 6858000"/>
              <a:gd name="connsiteX1437" fmla="*/ 4779855 w 6858000"/>
              <a:gd name="connsiteY1437" fmla="*/ 3532899 h 6858000"/>
              <a:gd name="connsiteX1438" fmla="*/ 4779855 w 6858000"/>
              <a:gd name="connsiteY1438" fmla="*/ 3325101 h 6858000"/>
              <a:gd name="connsiteX1439" fmla="*/ 4571972 w 6858000"/>
              <a:gd name="connsiteY1439" fmla="*/ 3325101 h 6858000"/>
              <a:gd name="connsiteX1440" fmla="*/ 4779855 w 6858000"/>
              <a:gd name="connsiteY1440" fmla="*/ 3325101 h 6858000"/>
              <a:gd name="connsiteX1441" fmla="*/ 4779855 w 6858000"/>
              <a:gd name="connsiteY1441" fmla="*/ 3532899 h 6858000"/>
              <a:gd name="connsiteX1442" fmla="*/ 4987652 w 6858000"/>
              <a:gd name="connsiteY1442" fmla="*/ 3532899 h 6858000"/>
              <a:gd name="connsiteX1443" fmla="*/ 4987652 w 6858000"/>
              <a:gd name="connsiteY1443" fmla="*/ 3325101 h 6858000"/>
              <a:gd name="connsiteX1444" fmla="*/ 4779855 w 6858000"/>
              <a:gd name="connsiteY1444" fmla="*/ 3325101 h 6858000"/>
              <a:gd name="connsiteX1445" fmla="*/ 4987652 w 6858000"/>
              <a:gd name="connsiteY1445" fmla="*/ 3325101 h 6858000"/>
              <a:gd name="connsiteX1446" fmla="*/ 4987652 w 6858000"/>
              <a:gd name="connsiteY1446" fmla="*/ 3532899 h 6858000"/>
              <a:gd name="connsiteX1447" fmla="*/ 5195450 w 6858000"/>
              <a:gd name="connsiteY1447" fmla="*/ 3532899 h 6858000"/>
              <a:gd name="connsiteX1448" fmla="*/ 5195450 w 6858000"/>
              <a:gd name="connsiteY1448" fmla="*/ 3325101 h 6858000"/>
              <a:gd name="connsiteX1449" fmla="*/ 4987652 w 6858000"/>
              <a:gd name="connsiteY1449" fmla="*/ 3325101 h 6858000"/>
              <a:gd name="connsiteX1450" fmla="*/ 5195450 w 6858000"/>
              <a:gd name="connsiteY1450" fmla="*/ 3325101 h 6858000"/>
              <a:gd name="connsiteX1451" fmla="*/ 5195450 w 6858000"/>
              <a:gd name="connsiteY1451" fmla="*/ 3532899 h 6858000"/>
              <a:gd name="connsiteX1452" fmla="*/ 5403247 w 6858000"/>
              <a:gd name="connsiteY1452" fmla="*/ 3532899 h 6858000"/>
              <a:gd name="connsiteX1453" fmla="*/ 5403247 w 6858000"/>
              <a:gd name="connsiteY1453" fmla="*/ 3325101 h 6858000"/>
              <a:gd name="connsiteX1454" fmla="*/ 5195450 w 6858000"/>
              <a:gd name="connsiteY1454" fmla="*/ 3325101 h 6858000"/>
              <a:gd name="connsiteX1455" fmla="*/ 6442406 w 6858000"/>
              <a:gd name="connsiteY1455" fmla="*/ 3325101 h 6858000"/>
              <a:gd name="connsiteX1456" fmla="*/ 6442406 w 6858000"/>
              <a:gd name="connsiteY1456" fmla="*/ 3532899 h 6858000"/>
              <a:gd name="connsiteX1457" fmla="*/ 6650203 w 6858000"/>
              <a:gd name="connsiteY1457" fmla="*/ 3532899 h 6858000"/>
              <a:gd name="connsiteX1458" fmla="*/ 6650203 w 6858000"/>
              <a:gd name="connsiteY1458" fmla="*/ 3325101 h 6858000"/>
              <a:gd name="connsiteX1459" fmla="*/ 6442406 w 6858000"/>
              <a:gd name="connsiteY1459" fmla="*/ 3325101 h 6858000"/>
              <a:gd name="connsiteX1460" fmla="*/ 6650203 w 6858000"/>
              <a:gd name="connsiteY1460" fmla="*/ 3325101 h 6858000"/>
              <a:gd name="connsiteX1461" fmla="*/ 6650203 w 6858000"/>
              <a:gd name="connsiteY1461" fmla="*/ 3532899 h 6858000"/>
              <a:gd name="connsiteX1462" fmla="*/ 6858000 w 6858000"/>
              <a:gd name="connsiteY1462" fmla="*/ 3532899 h 6858000"/>
              <a:gd name="connsiteX1463" fmla="*/ 6858000 w 6858000"/>
              <a:gd name="connsiteY1463" fmla="*/ 3325101 h 6858000"/>
              <a:gd name="connsiteX1464" fmla="*/ 6650203 w 6858000"/>
              <a:gd name="connsiteY1464" fmla="*/ 3325101 h 6858000"/>
              <a:gd name="connsiteX1465" fmla="*/ 0 w 6858000"/>
              <a:gd name="connsiteY1465" fmla="*/ 3532899 h 6858000"/>
              <a:gd name="connsiteX1466" fmla="*/ 0 w 6858000"/>
              <a:gd name="connsiteY1466" fmla="*/ 3740696 h 6858000"/>
              <a:gd name="connsiteX1467" fmla="*/ 207797 w 6858000"/>
              <a:gd name="connsiteY1467" fmla="*/ 3740696 h 6858000"/>
              <a:gd name="connsiteX1468" fmla="*/ 207797 w 6858000"/>
              <a:gd name="connsiteY1468" fmla="*/ 3532899 h 6858000"/>
              <a:gd name="connsiteX1469" fmla="*/ 0 w 6858000"/>
              <a:gd name="connsiteY1469" fmla="*/ 3532899 h 6858000"/>
              <a:gd name="connsiteX1470" fmla="*/ 415595 w 6858000"/>
              <a:gd name="connsiteY1470" fmla="*/ 3532899 h 6858000"/>
              <a:gd name="connsiteX1471" fmla="*/ 415595 w 6858000"/>
              <a:gd name="connsiteY1471" fmla="*/ 3740696 h 6858000"/>
              <a:gd name="connsiteX1472" fmla="*/ 623478 w 6858000"/>
              <a:gd name="connsiteY1472" fmla="*/ 3740696 h 6858000"/>
              <a:gd name="connsiteX1473" fmla="*/ 623478 w 6858000"/>
              <a:gd name="connsiteY1473" fmla="*/ 3532899 h 6858000"/>
              <a:gd name="connsiteX1474" fmla="*/ 415595 w 6858000"/>
              <a:gd name="connsiteY1474" fmla="*/ 3532899 h 6858000"/>
              <a:gd name="connsiteX1475" fmla="*/ 1039073 w 6858000"/>
              <a:gd name="connsiteY1475" fmla="*/ 3532899 h 6858000"/>
              <a:gd name="connsiteX1476" fmla="*/ 1039073 w 6858000"/>
              <a:gd name="connsiteY1476" fmla="*/ 3740696 h 6858000"/>
              <a:gd name="connsiteX1477" fmla="*/ 1246870 w 6858000"/>
              <a:gd name="connsiteY1477" fmla="*/ 3740696 h 6858000"/>
              <a:gd name="connsiteX1478" fmla="*/ 1246870 w 6858000"/>
              <a:gd name="connsiteY1478" fmla="*/ 3532899 h 6858000"/>
              <a:gd name="connsiteX1479" fmla="*/ 1039073 w 6858000"/>
              <a:gd name="connsiteY1479" fmla="*/ 3532899 h 6858000"/>
              <a:gd name="connsiteX1480" fmla="*/ 1454753 w 6858000"/>
              <a:gd name="connsiteY1480" fmla="*/ 3532899 h 6858000"/>
              <a:gd name="connsiteX1481" fmla="*/ 1454753 w 6858000"/>
              <a:gd name="connsiteY1481" fmla="*/ 3740696 h 6858000"/>
              <a:gd name="connsiteX1482" fmla="*/ 1662551 w 6858000"/>
              <a:gd name="connsiteY1482" fmla="*/ 3740696 h 6858000"/>
              <a:gd name="connsiteX1483" fmla="*/ 1662551 w 6858000"/>
              <a:gd name="connsiteY1483" fmla="*/ 3532899 h 6858000"/>
              <a:gd name="connsiteX1484" fmla="*/ 1454753 w 6858000"/>
              <a:gd name="connsiteY1484" fmla="*/ 3532899 h 6858000"/>
              <a:gd name="connsiteX1485" fmla="*/ 1662551 w 6858000"/>
              <a:gd name="connsiteY1485" fmla="*/ 3532899 h 6858000"/>
              <a:gd name="connsiteX1486" fmla="*/ 1662551 w 6858000"/>
              <a:gd name="connsiteY1486" fmla="*/ 3740696 h 6858000"/>
              <a:gd name="connsiteX1487" fmla="*/ 1870348 w 6858000"/>
              <a:gd name="connsiteY1487" fmla="*/ 3740696 h 6858000"/>
              <a:gd name="connsiteX1488" fmla="*/ 1870348 w 6858000"/>
              <a:gd name="connsiteY1488" fmla="*/ 3532899 h 6858000"/>
              <a:gd name="connsiteX1489" fmla="*/ 1662551 w 6858000"/>
              <a:gd name="connsiteY1489" fmla="*/ 3532899 h 6858000"/>
              <a:gd name="connsiteX1490" fmla="*/ 2078145 w 6858000"/>
              <a:gd name="connsiteY1490" fmla="*/ 3532899 h 6858000"/>
              <a:gd name="connsiteX1491" fmla="*/ 2078145 w 6858000"/>
              <a:gd name="connsiteY1491" fmla="*/ 3740696 h 6858000"/>
              <a:gd name="connsiteX1492" fmla="*/ 2286029 w 6858000"/>
              <a:gd name="connsiteY1492" fmla="*/ 3740696 h 6858000"/>
              <a:gd name="connsiteX1493" fmla="*/ 2286029 w 6858000"/>
              <a:gd name="connsiteY1493" fmla="*/ 3532899 h 6858000"/>
              <a:gd name="connsiteX1494" fmla="*/ 2078145 w 6858000"/>
              <a:gd name="connsiteY1494" fmla="*/ 3532899 h 6858000"/>
              <a:gd name="connsiteX1495" fmla="*/ 3532899 w 6858000"/>
              <a:gd name="connsiteY1495" fmla="*/ 3532899 h 6858000"/>
              <a:gd name="connsiteX1496" fmla="*/ 3532899 w 6858000"/>
              <a:gd name="connsiteY1496" fmla="*/ 3740696 h 6858000"/>
              <a:gd name="connsiteX1497" fmla="*/ 3740696 w 6858000"/>
              <a:gd name="connsiteY1497" fmla="*/ 3740696 h 6858000"/>
              <a:gd name="connsiteX1498" fmla="*/ 3740696 w 6858000"/>
              <a:gd name="connsiteY1498" fmla="*/ 3532899 h 6858000"/>
              <a:gd name="connsiteX1499" fmla="*/ 3532899 w 6858000"/>
              <a:gd name="connsiteY1499" fmla="*/ 3532899 h 6858000"/>
              <a:gd name="connsiteX1500" fmla="*/ 3740696 w 6858000"/>
              <a:gd name="connsiteY1500" fmla="*/ 3532899 h 6858000"/>
              <a:gd name="connsiteX1501" fmla="*/ 3740696 w 6858000"/>
              <a:gd name="connsiteY1501" fmla="*/ 3740696 h 6858000"/>
              <a:gd name="connsiteX1502" fmla="*/ 3948579 w 6858000"/>
              <a:gd name="connsiteY1502" fmla="*/ 3740696 h 6858000"/>
              <a:gd name="connsiteX1503" fmla="*/ 3948579 w 6858000"/>
              <a:gd name="connsiteY1503" fmla="*/ 3532899 h 6858000"/>
              <a:gd name="connsiteX1504" fmla="*/ 3740696 w 6858000"/>
              <a:gd name="connsiteY1504" fmla="*/ 3532899 h 6858000"/>
              <a:gd name="connsiteX1505" fmla="*/ 4364174 w 6858000"/>
              <a:gd name="connsiteY1505" fmla="*/ 3532899 h 6858000"/>
              <a:gd name="connsiteX1506" fmla="*/ 4364174 w 6858000"/>
              <a:gd name="connsiteY1506" fmla="*/ 3740696 h 6858000"/>
              <a:gd name="connsiteX1507" fmla="*/ 4571972 w 6858000"/>
              <a:gd name="connsiteY1507" fmla="*/ 3740696 h 6858000"/>
              <a:gd name="connsiteX1508" fmla="*/ 4571972 w 6858000"/>
              <a:gd name="connsiteY1508" fmla="*/ 3532899 h 6858000"/>
              <a:gd name="connsiteX1509" fmla="*/ 4364174 w 6858000"/>
              <a:gd name="connsiteY1509" fmla="*/ 3532899 h 6858000"/>
              <a:gd name="connsiteX1510" fmla="*/ 5195450 w 6858000"/>
              <a:gd name="connsiteY1510" fmla="*/ 3532899 h 6858000"/>
              <a:gd name="connsiteX1511" fmla="*/ 5195450 w 6858000"/>
              <a:gd name="connsiteY1511" fmla="*/ 3740696 h 6858000"/>
              <a:gd name="connsiteX1512" fmla="*/ 5403247 w 6858000"/>
              <a:gd name="connsiteY1512" fmla="*/ 3740696 h 6858000"/>
              <a:gd name="connsiteX1513" fmla="*/ 5403247 w 6858000"/>
              <a:gd name="connsiteY1513" fmla="*/ 3532899 h 6858000"/>
              <a:gd name="connsiteX1514" fmla="*/ 5195450 w 6858000"/>
              <a:gd name="connsiteY1514" fmla="*/ 3532899 h 6858000"/>
              <a:gd name="connsiteX1515" fmla="*/ 5818927 w 6858000"/>
              <a:gd name="connsiteY1515" fmla="*/ 3532899 h 6858000"/>
              <a:gd name="connsiteX1516" fmla="*/ 5818927 w 6858000"/>
              <a:gd name="connsiteY1516" fmla="*/ 3740696 h 6858000"/>
              <a:gd name="connsiteX1517" fmla="*/ 6026725 w 6858000"/>
              <a:gd name="connsiteY1517" fmla="*/ 3740696 h 6858000"/>
              <a:gd name="connsiteX1518" fmla="*/ 6026725 w 6858000"/>
              <a:gd name="connsiteY1518" fmla="*/ 3532899 h 6858000"/>
              <a:gd name="connsiteX1519" fmla="*/ 5818927 w 6858000"/>
              <a:gd name="connsiteY1519" fmla="*/ 3532899 h 6858000"/>
              <a:gd name="connsiteX1520" fmla="*/ 6442406 w 6858000"/>
              <a:gd name="connsiteY1520" fmla="*/ 3532899 h 6858000"/>
              <a:gd name="connsiteX1521" fmla="*/ 6442406 w 6858000"/>
              <a:gd name="connsiteY1521" fmla="*/ 3740696 h 6858000"/>
              <a:gd name="connsiteX1522" fmla="*/ 6650203 w 6858000"/>
              <a:gd name="connsiteY1522" fmla="*/ 3740696 h 6858000"/>
              <a:gd name="connsiteX1523" fmla="*/ 6650203 w 6858000"/>
              <a:gd name="connsiteY1523" fmla="*/ 3532899 h 6858000"/>
              <a:gd name="connsiteX1524" fmla="*/ 6442406 w 6858000"/>
              <a:gd name="connsiteY1524" fmla="*/ 3532899 h 6858000"/>
              <a:gd name="connsiteX1525" fmla="*/ 0 w 6858000"/>
              <a:gd name="connsiteY1525" fmla="*/ 3740696 h 6858000"/>
              <a:gd name="connsiteX1526" fmla="*/ 0 w 6858000"/>
              <a:gd name="connsiteY1526" fmla="*/ 3948579 h 6858000"/>
              <a:gd name="connsiteX1527" fmla="*/ 207797 w 6858000"/>
              <a:gd name="connsiteY1527" fmla="*/ 3948579 h 6858000"/>
              <a:gd name="connsiteX1528" fmla="*/ 207797 w 6858000"/>
              <a:gd name="connsiteY1528" fmla="*/ 3740696 h 6858000"/>
              <a:gd name="connsiteX1529" fmla="*/ 0 w 6858000"/>
              <a:gd name="connsiteY1529" fmla="*/ 3740696 h 6858000"/>
              <a:gd name="connsiteX1530" fmla="*/ 207797 w 6858000"/>
              <a:gd name="connsiteY1530" fmla="*/ 3740696 h 6858000"/>
              <a:gd name="connsiteX1531" fmla="*/ 207797 w 6858000"/>
              <a:gd name="connsiteY1531" fmla="*/ 3948579 h 6858000"/>
              <a:gd name="connsiteX1532" fmla="*/ 415595 w 6858000"/>
              <a:gd name="connsiteY1532" fmla="*/ 3948579 h 6858000"/>
              <a:gd name="connsiteX1533" fmla="*/ 415595 w 6858000"/>
              <a:gd name="connsiteY1533" fmla="*/ 3740696 h 6858000"/>
              <a:gd name="connsiteX1534" fmla="*/ 207797 w 6858000"/>
              <a:gd name="connsiteY1534" fmla="*/ 3740696 h 6858000"/>
              <a:gd name="connsiteX1535" fmla="*/ 1039073 w 6858000"/>
              <a:gd name="connsiteY1535" fmla="*/ 3740696 h 6858000"/>
              <a:gd name="connsiteX1536" fmla="*/ 1039073 w 6858000"/>
              <a:gd name="connsiteY1536" fmla="*/ 3948579 h 6858000"/>
              <a:gd name="connsiteX1537" fmla="*/ 1246870 w 6858000"/>
              <a:gd name="connsiteY1537" fmla="*/ 3948579 h 6858000"/>
              <a:gd name="connsiteX1538" fmla="*/ 1246870 w 6858000"/>
              <a:gd name="connsiteY1538" fmla="*/ 3740696 h 6858000"/>
              <a:gd name="connsiteX1539" fmla="*/ 1039073 w 6858000"/>
              <a:gd name="connsiteY1539" fmla="*/ 3740696 h 6858000"/>
              <a:gd name="connsiteX1540" fmla="*/ 1246870 w 6858000"/>
              <a:gd name="connsiteY1540" fmla="*/ 3740696 h 6858000"/>
              <a:gd name="connsiteX1541" fmla="*/ 1246870 w 6858000"/>
              <a:gd name="connsiteY1541" fmla="*/ 3948579 h 6858000"/>
              <a:gd name="connsiteX1542" fmla="*/ 1454753 w 6858000"/>
              <a:gd name="connsiteY1542" fmla="*/ 3948579 h 6858000"/>
              <a:gd name="connsiteX1543" fmla="*/ 1454753 w 6858000"/>
              <a:gd name="connsiteY1543" fmla="*/ 3740696 h 6858000"/>
              <a:gd name="connsiteX1544" fmla="*/ 1246870 w 6858000"/>
              <a:gd name="connsiteY1544" fmla="*/ 3740696 h 6858000"/>
              <a:gd name="connsiteX1545" fmla="*/ 1454753 w 6858000"/>
              <a:gd name="connsiteY1545" fmla="*/ 3740696 h 6858000"/>
              <a:gd name="connsiteX1546" fmla="*/ 1454753 w 6858000"/>
              <a:gd name="connsiteY1546" fmla="*/ 3948579 h 6858000"/>
              <a:gd name="connsiteX1547" fmla="*/ 1662551 w 6858000"/>
              <a:gd name="connsiteY1547" fmla="*/ 3948579 h 6858000"/>
              <a:gd name="connsiteX1548" fmla="*/ 1662551 w 6858000"/>
              <a:gd name="connsiteY1548" fmla="*/ 3740696 h 6858000"/>
              <a:gd name="connsiteX1549" fmla="*/ 1454753 w 6858000"/>
              <a:gd name="connsiteY1549" fmla="*/ 3740696 h 6858000"/>
              <a:gd name="connsiteX1550" fmla="*/ 1662551 w 6858000"/>
              <a:gd name="connsiteY1550" fmla="*/ 3740696 h 6858000"/>
              <a:gd name="connsiteX1551" fmla="*/ 1662551 w 6858000"/>
              <a:gd name="connsiteY1551" fmla="*/ 3948579 h 6858000"/>
              <a:gd name="connsiteX1552" fmla="*/ 1870348 w 6858000"/>
              <a:gd name="connsiteY1552" fmla="*/ 3948579 h 6858000"/>
              <a:gd name="connsiteX1553" fmla="*/ 1870348 w 6858000"/>
              <a:gd name="connsiteY1553" fmla="*/ 3740696 h 6858000"/>
              <a:gd name="connsiteX1554" fmla="*/ 1662551 w 6858000"/>
              <a:gd name="connsiteY1554" fmla="*/ 3740696 h 6858000"/>
              <a:gd name="connsiteX1555" fmla="*/ 1870348 w 6858000"/>
              <a:gd name="connsiteY1555" fmla="*/ 3740696 h 6858000"/>
              <a:gd name="connsiteX1556" fmla="*/ 1870348 w 6858000"/>
              <a:gd name="connsiteY1556" fmla="*/ 3948579 h 6858000"/>
              <a:gd name="connsiteX1557" fmla="*/ 2078145 w 6858000"/>
              <a:gd name="connsiteY1557" fmla="*/ 3948579 h 6858000"/>
              <a:gd name="connsiteX1558" fmla="*/ 2078145 w 6858000"/>
              <a:gd name="connsiteY1558" fmla="*/ 3740696 h 6858000"/>
              <a:gd name="connsiteX1559" fmla="*/ 1870348 w 6858000"/>
              <a:gd name="connsiteY1559" fmla="*/ 3740696 h 6858000"/>
              <a:gd name="connsiteX1560" fmla="*/ 2286029 w 6858000"/>
              <a:gd name="connsiteY1560" fmla="*/ 3740696 h 6858000"/>
              <a:gd name="connsiteX1561" fmla="*/ 2286029 w 6858000"/>
              <a:gd name="connsiteY1561" fmla="*/ 3948579 h 6858000"/>
              <a:gd name="connsiteX1562" fmla="*/ 2493826 w 6858000"/>
              <a:gd name="connsiteY1562" fmla="*/ 3948579 h 6858000"/>
              <a:gd name="connsiteX1563" fmla="*/ 2493826 w 6858000"/>
              <a:gd name="connsiteY1563" fmla="*/ 3740696 h 6858000"/>
              <a:gd name="connsiteX1564" fmla="*/ 2286029 w 6858000"/>
              <a:gd name="connsiteY1564" fmla="*/ 3740696 h 6858000"/>
              <a:gd name="connsiteX1565" fmla="*/ 2493826 w 6858000"/>
              <a:gd name="connsiteY1565" fmla="*/ 3740696 h 6858000"/>
              <a:gd name="connsiteX1566" fmla="*/ 2493826 w 6858000"/>
              <a:gd name="connsiteY1566" fmla="*/ 3948579 h 6858000"/>
              <a:gd name="connsiteX1567" fmla="*/ 2701623 w 6858000"/>
              <a:gd name="connsiteY1567" fmla="*/ 3948579 h 6858000"/>
              <a:gd name="connsiteX1568" fmla="*/ 2701623 w 6858000"/>
              <a:gd name="connsiteY1568" fmla="*/ 3740696 h 6858000"/>
              <a:gd name="connsiteX1569" fmla="*/ 2493826 w 6858000"/>
              <a:gd name="connsiteY1569" fmla="*/ 3740696 h 6858000"/>
              <a:gd name="connsiteX1570" fmla="*/ 2701623 w 6858000"/>
              <a:gd name="connsiteY1570" fmla="*/ 3740696 h 6858000"/>
              <a:gd name="connsiteX1571" fmla="*/ 2701623 w 6858000"/>
              <a:gd name="connsiteY1571" fmla="*/ 3948579 h 6858000"/>
              <a:gd name="connsiteX1572" fmla="*/ 2909421 w 6858000"/>
              <a:gd name="connsiteY1572" fmla="*/ 3948579 h 6858000"/>
              <a:gd name="connsiteX1573" fmla="*/ 2909421 w 6858000"/>
              <a:gd name="connsiteY1573" fmla="*/ 3740696 h 6858000"/>
              <a:gd name="connsiteX1574" fmla="*/ 2701623 w 6858000"/>
              <a:gd name="connsiteY1574" fmla="*/ 3740696 h 6858000"/>
              <a:gd name="connsiteX1575" fmla="*/ 2909421 w 6858000"/>
              <a:gd name="connsiteY1575" fmla="*/ 3740696 h 6858000"/>
              <a:gd name="connsiteX1576" fmla="*/ 2909421 w 6858000"/>
              <a:gd name="connsiteY1576" fmla="*/ 3948579 h 6858000"/>
              <a:gd name="connsiteX1577" fmla="*/ 3117304 w 6858000"/>
              <a:gd name="connsiteY1577" fmla="*/ 3948579 h 6858000"/>
              <a:gd name="connsiteX1578" fmla="*/ 3117304 w 6858000"/>
              <a:gd name="connsiteY1578" fmla="*/ 3740696 h 6858000"/>
              <a:gd name="connsiteX1579" fmla="*/ 2909421 w 6858000"/>
              <a:gd name="connsiteY1579" fmla="*/ 3740696 h 6858000"/>
              <a:gd name="connsiteX1580" fmla="*/ 4156377 w 6858000"/>
              <a:gd name="connsiteY1580" fmla="*/ 3740696 h 6858000"/>
              <a:gd name="connsiteX1581" fmla="*/ 4156377 w 6858000"/>
              <a:gd name="connsiteY1581" fmla="*/ 3948579 h 6858000"/>
              <a:gd name="connsiteX1582" fmla="*/ 4364174 w 6858000"/>
              <a:gd name="connsiteY1582" fmla="*/ 3948579 h 6858000"/>
              <a:gd name="connsiteX1583" fmla="*/ 4364174 w 6858000"/>
              <a:gd name="connsiteY1583" fmla="*/ 3740696 h 6858000"/>
              <a:gd name="connsiteX1584" fmla="*/ 4156377 w 6858000"/>
              <a:gd name="connsiteY1584" fmla="*/ 3740696 h 6858000"/>
              <a:gd name="connsiteX1585" fmla="*/ 4364174 w 6858000"/>
              <a:gd name="connsiteY1585" fmla="*/ 3740696 h 6858000"/>
              <a:gd name="connsiteX1586" fmla="*/ 4364174 w 6858000"/>
              <a:gd name="connsiteY1586" fmla="*/ 3948579 h 6858000"/>
              <a:gd name="connsiteX1587" fmla="*/ 4571972 w 6858000"/>
              <a:gd name="connsiteY1587" fmla="*/ 3948579 h 6858000"/>
              <a:gd name="connsiteX1588" fmla="*/ 4571972 w 6858000"/>
              <a:gd name="connsiteY1588" fmla="*/ 3740696 h 6858000"/>
              <a:gd name="connsiteX1589" fmla="*/ 4364174 w 6858000"/>
              <a:gd name="connsiteY1589" fmla="*/ 3740696 h 6858000"/>
              <a:gd name="connsiteX1590" fmla="*/ 4571972 w 6858000"/>
              <a:gd name="connsiteY1590" fmla="*/ 3740696 h 6858000"/>
              <a:gd name="connsiteX1591" fmla="*/ 4571972 w 6858000"/>
              <a:gd name="connsiteY1591" fmla="*/ 3948579 h 6858000"/>
              <a:gd name="connsiteX1592" fmla="*/ 4779855 w 6858000"/>
              <a:gd name="connsiteY1592" fmla="*/ 3948579 h 6858000"/>
              <a:gd name="connsiteX1593" fmla="*/ 4779855 w 6858000"/>
              <a:gd name="connsiteY1593" fmla="*/ 3740696 h 6858000"/>
              <a:gd name="connsiteX1594" fmla="*/ 4571972 w 6858000"/>
              <a:gd name="connsiteY1594" fmla="*/ 3740696 h 6858000"/>
              <a:gd name="connsiteX1595" fmla="*/ 4779855 w 6858000"/>
              <a:gd name="connsiteY1595" fmla="*/ 3740696 h 6858000"/>
              <a:gd name="connsiteX1596" fmla="*/ 4779855 w 6858000"/>
              <a:gd name="connsiteY1596" fmla="*/ 3948579 h 6858000"/>
              <a:gd name="connsiteX1597" fmla="*/ 4987652 w 6858000"/>
              <a:gd name="connsiteY1597" fmla="*/ 3948579 h 6858000"/>
              <a:gd name="connsiteX1598" fmla="*/ 4987652 w 6858000"/>
              <a:gd name="connsiteY1598" fmla="*/ 3740696 h 6858000"/>
              <a:gd name="connsiteX1599" fmla="*/ 4779855 w 6858000"/>
              <a:gd name="connsiteY1599" fmla="*/ 3740696 h 6858000"/>
              <a:gd name="connsiteX1600" fmla="*/ 6026725 w 6858000"/>
              <a:gd name="connsiteY1600" fmla="*/ 3740696 h 6858000"/>
              <a:gd name="connsiteX1601" fmla="*/ 6026725 w 6858000"/>
              <a:gd name="connsiteY1601" fmla="*/ 3948579 h 6858000"/>
              <a:gd name="connsiteX1602" fmla="*/ 6234522 w 6858000"/>
              <a:gd name="connsiteY1602" fmla="*/ 3948579 h 6858000"/>
              <a:gd name="connsiteX1603" fmla="*/ 6234522 w 6858000"/>
              <a:gd name="connsiteY1603" fmla="*/ 3740696 h 6858000"/>
              <a:gd name="connsiteX1604" fmla="*/ 6026725 w 6858000"/>
              <a:gd name="connsiteY1604" fmla="*/ 3740696 h 6858000"/>
              <a:gd name="connsiteX1605" fmla="*/ 6234522 w 6858000"/>
              <a:gd name="connsiteY1605" fmla="*/ 3740696 h 6858000"/>
              <a:gd name="connsiteX1606" fmla="*/ 6234522 w 6858000"/>
              <a:gd name="connsiteY1606" fmla="*/ 3948579 h 6858000"/>
              <a:gd name="connsiteX1607" fmla="*/ 6442406 w 6858000"/>
              <a:gd name="connsiteY1607" fmla="*/ 3948579 h 6858000"/>
              <a:gd name="connsiteX1608" fmla="*/ 6442406 w 6858000"/>
              <a:gd name="connsiteY1608" fmla="*/ 3740696 h 6858000"/>
              <a:gd name="connsiteX1609" fmla="*/ 6234522 w 6858000"/>
              <a:gd name="connsiteY1609" fmla="*/ 3740696 h 6858000"/>
              <a:gd name="connsiteX1610" fmla="*/ 6650203 w 6858000"/>
              <a:gd name="connsiteY1610" fmla="*/ 3740696 h 6858000"/>
              <a:gd name="connsiteX1611" fmla="*/ 6650203 w 6858000"/>
              <a:gd name="connsiteY1611" fmla="*/ 3948579 h 6858000"/>
              <a:gd name="connsiteX1612" fmla="*/ 6858000 w 6858000"/>
              <a:gd name="connsiteY1612" fmla="*/ 3948579 h 6858000"/>
              <a:gd name="connsiteX1613" fmla="*/ 6858000 w 6858000"/>
              <a:gd name="connsiteY1613" fmla="*/ 3740696 h 6858000"/>
              <a:gd name="connsiteX1614" fmla="*/ 6650203 w 6858000"/>
              <a:gd name="connsiteY1614" fmla="*/ 3740696 h 6858000"/>
              <a:gd name="connsiteX1615" fmla="*/ 0 w 6858000"/>
              <a:gd name="connsiteY1615" fmla="*/ 3948579 h 6858000"/>
              <a:gd name="connsiteX1616" fmla="*/ 0 w 6858000"/>
              <a:gd name="connsiteY1616" fmla="*/ 4156377 h 6858000"/>
              <a:gd name="connsiteX1617" fmla="*/ 207797 w 6858000"/>
              <a:gd name="connsiteY1617" fmla="*/ 4156377 h 6858000"/>
              <a:gd name="connsiteX1618" fmla="*/ 207797 w 6858000"/>
              <a:gd name="connsiteY1618" fmla="*/ 3948579 h 6858000"/>
              <a:gd name="connsiteX1619" fmla="*/ 0 w 6858000"/>
              <a:gd name="connsiteY1619" fmla="*/ 3948579 h 6858000"/>
              <a:gd name="connsiteX1620" fmla="*/ 1039073 w 6858000"/>
              <a:gd name="connsiteY1620" fmla="*/ 3948579 h 6858000"/>
              <a:gd name="connsiteX1621" fmla="*/ 1039073 w 6858000"/>
              <a:gd name="connsiteY1621" fmla="*/ 4156377 h 6858000"/>
              <a:gd name="connsiteX1622" fmla="*/ 1246870 w 6858000"/>
              <a:gd name="connsiteY1622" fmla="*/ 4156377 h 6858000"/>
              <a:gd name="connsiteX1623" fmla="*/ 1246870 w 6858000"/>
              <a:gd name="connsiteY1623" fmla="*/ 3948579 h 6858000"/>
              <a:gd name="connsiteX1624" fmla="*/ 1039073 w 6858000"/>
              <a:gd name="connsiteY1624" fmla="*/ 3948579 h 6858000"/>
              <a:gd name="connsiteX1625" fmla="*/ 1662551 w 6858000"/>
              <a:gd name="connsiteY1625" fmla="*/ 3948579 h 6858000"/>
              <a:gd name="connsiteX1626" fmla="*/ 1662551 w 6858000"/>
              <a:gd name="connsiteY1626" fmla="*/ 4156377 h 6858000"/>
              <a:gd name="connsiteX1627" fmla="*/ 1870348 w 6858000"/>
              <a:gd name="connsiteY1627" fmla="*/ 4156377 h 6858000"/>
              <a:gd name="connsiteX1628" fmla="*/ 1870348 w 6858000"/>
              <a:gd name="connsiteY1628" fmla="*/ 3948579 h 6858000"/>
              <a:gd name="connsiteX1629" fmla="*/ 1662551 w 6858000"/>
              <a:gd name="connsiteY1629" fmla="*/ 3948579 h 6858000"/>
              <a:gd name="connsiteX1630" fmla="*/ 1870348 w 6858000"/>
              <a:gd name="connsiteY1630" fmla="*/ 3948579 h 6858000"/>
              <a:gd name="connsiteX1631" fmla="*/ 1870348 w 6858000"/>
              <a:gd name="connsiteY1631" fmla="*/ 4156377 h 6858000"/>
              <a:gd name="connsiteX1632" fmla="*/ 2078145 w 6858000"/>
              <a:gd name="connsiteY1632" fmla="*/ 4156377 h 6858000"/>
              <a:gd name="connsiteX1633" fmla="*/ 2078145 w 6858000"/>
              <a:gd name="connsiteY1633" fmla="*/ 3948579 h 6858000"/>
              <a:gd name="connsiteX1634" fmla="*/ 1870348 w 6858000"/>
              <a:gd name="connsiteY1634" fmla="*/ 3948579 h 6858000"/>
              <a:gd name="connsiteX1635" fmla="*/ 2493826 w 6858000"/>
              <a:gd name="connsiteY1635" fmla="*/ 3948579 h 6858000"/>
              <a:gd name="connsiteX1636" fmla="*/ 2493826 w 6858000"/>
              <a:gd name="connsiteY1636" fmla="*/ 4156377 h 6858000"/>
              <a:gd name="connsiteX1637" fmla="*/ 2701623 w 6858000"/>
              <a:gd name="connsiteY1637" fmla="*/ 4156377 h 6858000"/>
              <a:gd name="connsiteX1638" fmla="*/ 2701623 w 6858000"/>
              <a:gd name="connsiteY1638" fmla="*/ 3948579 h 6858000"/>
              <a:gd name="connsiteX1639" fmla="*/ 2493826 w 6858000"/>
              <a:gd name="connsiteY1639" fmla="*/ 3948579 h 6858000"/>
              <a:gd name="connsiteX1640" fmla="*/ 3117304 w 6858000"/>
              <a:gd name="connsiteY1640" fmla="*/ 3948579 h 6858000"/>
              <a:gd name="connsiteX1641" fmla="*/ 3117304 w 6858000"/>
              <a:gd name="connsiteY1641" fmla="*/ 4156377 h 6858000"/>
              <a:gd name="connsiteX1642" fmla="*/ 3325101 w 6858000"/>
              <a:gd name="connsiteY1642" fmla="*/ 4156377 h 6858000"/>
              <a:gd name="connsiteX1643" fmla="*/ 3325101 w 6858000"/>
              <a:gd name="connsiteY1643" fmla="*/ 3948579 h 6858000"/>
              <a:gd name="connsiteX1644" fmla="*/ 3117304 w 6858000"/>
              <a:gd name="connsiteY1644" fmla="*/ 3948579 h 6858000"/>
              <a:gd name="connsiteX1645" fmla="*/ 3325101 w 6858000"/>
              <a:gd name="connsiteY1645" fmla="*/ 3948579 h 6858000"/>
              <a:gd name="connsiteX1646" fmla="*/ 3325101 w 6858000"/>
              <a:gd name="connsiteY1646" fmla="*/ 4156377 h 6858000"/>
              <a:gd name="connsiteX1647" fmla="*/ 3532899 w 6858000"/>
              <a:gd name="connsiteY1647" fmla="*/ 4156377 h 6858000"/>
              <a:gd name="connsiteX1648" fmla="*/ 3532899 w 6858000"/>
              <a:gd name="connsiteY1648" fmla="*/ 3948579 h 6858000"/>
              <a:gd name="connsiteX1649" fmla="*/ 3325101 w 6858000"/>
              <a:gd name="connsiteY1649" fmla="*/ 3948579 h 6858000"/>
              <a:gd name="connsiteX1650" fmla="*/ 4156377 w 6858000"/>
              <a:gd name="connsiteY1650" fmla="*/ 3948579 h 6858000"/>
              <a:gd name="connsiteX1651" fmla="*/ 4156377 w 6858000"/>
              <a:gd name="connsiteY1651" fmla="*/ 4156377 h 6858000"/>
              <a:gd name="connsiteX1652" fmla="*/ 4364174 w 6858000"/>
              <a:gd name="connsiteY1652" fmla="*/ 4156377 h 6858000"/>
              <a:gd name="connsiteX1653" fmla="*/ 4364174 w 6858000"/>
              <a:gd name="connsiteY1653" fmla="*/ 3948579 h 6858000"/>
              <a:gd name="connsiteX1654" fmla="*/ 4156377 w 6858000"/>
              <a:gd name="connsiteY1654" fmla="*/ 3948579 h 6858000"/>
              <a:gd name="connsiteX1655" fmla="*/ 5195450 w 6858000"/>
              <a:gd name="connsiteY1655" fmla="*/ 3948579 h 6858000"/>
              <a:gd name="connsiteX1656" fmla="*/ 5195450 w 6858000"/>
              <a:gd name="connsiteY1656" fmla="*/ 4156377 h 6858000"/>
              <a:gd name="connsiteX1657" fmla="*/ 5403247 w 6858000"/>
              <a:gd name="connsiteY1657" fmla="*/ 4156377 h 6858000"/>
              <a:gd name="connsiteX1658" fmla="*/ 5403247 w 6858000"/>
              <a:gd name="connsiteY1658" fmla="*/ 3948579 h 6858000"/>
              <a:gd name="connsiteX1659" fmla="*/ 5195450 w 6858000"/>
              <a:gd name="connsiteY1659" fmla="*/ 3948579 h 6858000"/>
              <a:gd name="connsiteX1660" fmla="*/ 5403247 w 6858000"/>
              <a:gd name="connsiteY1660" fmla="*/ 3948579 h 6858000"/>
              <a:gd name="connsiteX1661" fmla="*/ 5403247 w 6858000"/>
              <a:gd name="connsiteY1661" fmla="*/ 4156377 h 6858000"/>
              <a:gd name="connsiteX1662" fmla="*/ 5611130 w 6858000"/>
              <a:gd name="connsiteY1662" fmla="*/ 4156377 h 6858000"/>
              <a:gd name="connsiteX1663" fmla="*/ 5611130 w 6858000"/>
              <a:gd name="connsiteY1663" fmla="*/ 3948579 h 6858000"/>
              <a:gd name="connsiteX1664" fmla="*/ 5403247 w 6858000"/>
              <a:gd name="connsiteY1664" fmla="*/ 3948579 h 6858000"/>
              <a:gd name="connsiteX1665" fmla="*/ 5611130 w 6858000"/>
              <a:gd name="connsiteY1665" fmla="*/ 3948579 h 6858000"/>
              <a:gd name="connsiteX1666" fmla="*/ 5611130 w 6858000"/>
              <a:gd name="connsiteY1666" fmla="*/ 4156377 h 6858000"/>
              <a:gd name="connsiteX1667" fmla="*/ 5818927 w 6858000"/>
              <a:gd name="connsiteY1667" fmla="*/ 4156377 h 6858000"/>
              <a:gd name="connsiteX1668" fmla="*/ 5818927 w 6858000"/>
              <a:gd name="connsiteY1668" fmla="*/ 3948579 h 6858000"/>
              <a:gd name="connsiteX1669" fmla="*/ 5611130 w 6858000"/>
              <a:gd name="connsiteY1669" fmla="*/ 3948579 h 6858000"/>
              <a:gd name="connsiteX1670" fmla="*/ 6442406 w 6858000"/>
              <a:gd name="connsiteY1670" fmla="*/ 3948579 h 6858000"/>
              <a:gd name="connsiteX1671" fmla="*/ 6442406 w 6858000"/>
              <a:gd name="connsiteY1671" fmla="*/ 4156377 h 6858000"/>
              <a:gd name="connsiteX1672" fmla="*/ 6650203 w 6858000"/>
              <a:gd name="connsiteY1672" fmla="*/ 4156377 h 6858000"/>
              <a:gd name="connsiteX1673" fmla="*/ 6650203 w 6858000"/>
              <a:gd name="connsiteY1673" fmla="*/ 3948579 h 6858000"/>
              <a:gd name="connsiteX1674" fmla="*/ 6442406 w 6858000"/>
              <a:gd name="connsiteY1674" fmla="*/ 3948579 h 6858000"/>
              <a:gd name="connsiteX1675" fmla="*/ 0 w 6858000"/>
              <a:gd name="connsiteY1675" fmla="*/ 4156377 h 6858000"/>
              <a:gd name="connsiteX1676" fmla="*/ 0 w 6858000"/>
              <a:gd name="connsiteY1676" fmla="*/ 4364174 h 6858000"/>
              <a:gd name="connsiteX1677" fmla="*/ 207797 w 6858000"/>
              <a:gd name="connsiteY1677" fmla="*/ 4364174 h 6858000"/>
              <a:gd name="connsiteX1678" fmla="*/ 207797 w 6858000"/>
              <a:gd name="connsiteY1678" fmla="*/ 4156377 h 6858000"/>
              <a:gd name="connsiteX1679" fmla="*/ 0 w 6858000"/>
              <a:gd name="connsiteY1679" fmla="*/ 4156377 h 6858000"/>
              <a:gd name="connsiteX1680" fmla="*/ 623478 w 6858000"/>
              <a:gd name="connsiteY1680" fmla="*/ 4156377 h 6858000"/>
              <a:gd name="connsiteX1681" fmla="*/ 623478 w 6858000"/>
              <a:gd name="connsiteY1681" fmla="*/ 4364174 h 6858000"/>
              <a:gd name="connsiteX1682" fmla="*/ 831275 w 6858000"/>
              <a:gd name="connsiteY1682" fmla="*/ 4364174 h 6858000"/>
              <a:gd name="connsiteX1683" fmla="*/ 831275 w 6858000"/>
              <a:gd name="connsiteY1683" fmla="*/ 4156377 h 6858000"/>
              <a:gd name="connsiteX1684" fmla="*/ 623478 w 6858000"/>
              <a:gd name="connsiteY1684" fmla="*/ 4156377 h 6858000"/>
              <a:gd name="connsiteX1685" fmla="*/ 831275 w 6858000"/>
              <a:gd name="connsiteY1685" fmla="*/ 4156377 h 6858000"/>
              <a:gd name="connsiteX1686" fmla="*/ 831275 w 6858000"/>
              <a:gd name="connsiteY1686" fmla="*/ 4364174 h 6858000"/>
              <a:gd name="connsiteX1687" fmla="*/ 1039073 w 6858000"/>
              <a:gd name="connsiteY1687" fmla="*/ 4364174 h 6858000"/>
              <a:gd name="connsiteX1688" fmla="*/ 1039073 w 6858000"/>
              <a:gd name="connsiteY1688" fmla="*/ 4156377 h 6858000"/>
              <a:gd name="connsiteX1689" fmla="*/ 831275 w 6858000"/>
              <a:gd name="connsiteY1689" fmla="*/ 4156377 h 6858000"/>
              <a:gd name="connsiteX1690" fmla="*/ 1039073 w 6858000"/>
              <a:gd name="connsiteY1690" fmla="*/ 4156377 h 6858000"/>
              <a:gd name="connsiteX1691" fmla="*/ 1039073 w 6858000"/>
              <a:gd name="connsiteY1691" fmla="*/ 4364174 h 6858000"/>
              <a:gd name="connsiteX1692" fmla="*/ 1246870 w 6858000"/>
              <a:gd name="connsiteY1692" fmla="*/ 4364174 h 6858000"/>
              <a:gd name="connsiteX1693" fmla="*/ 1246870 w 6858000"/>
              <a:gd name="connsiteY1693" fmla="*/ 4156377 h 6858000"/>
              <a:gd name="connsiteX1694" fmla="*/ 1039073 w 6858000"/>
              <a:gd name="connsiteY1694" fmla="*/ 4156377 h 6858000"/>
              <a:gd name="connsiteX1695" fmla="*/ 1246870 w 6858000"/>
              <a:gd name="connsiteY1695" fmla="*/ 4156377 h 6858000"/>
              <a:gd name="connsiteX1696" fmla="*/ 1246870 w 6858000"/>
              <a:gd name="connsiteY1696" fmla="*/ 4364174 h 6858000"/>
              <a:gd name="connsiteX1697" fmla="*/ 1454753 w 6858000"/>
              <a:gd name="connsiteY1697" fmla="*/ 4364174 h 6858000"/>
              <a:gd name="connsiteX1698" fmla="*/ 1454753 w 6858000"/>
              <a:gd name="connsiteY1698" fmla="*/ 4156377 h 6858000"/>
              <a:gd name="connsiteX1699" fmla="*/ 1246870 w 6858000"/>
              <a:gd name="connsiteY1699" fmla="*/ 4156377 h 6858000"/>
              <a:gd name="connsiteX1700" fmla="*/ 1454753 w 6858000"/>
              <a:gd name="connsiteY1700" fmla="*/ 4156377 h 6858000"/>
              <a:gd name="connsiteX1701" fmla="*/ 1454753 w 6858000"/>
              <a:gd name="connsiteY1701" fmla="*/ 4364174 h 6858000"/>
              <a:gd name="connsiteX1702" fmla="*/ 1662551 w 6858000"/>
              <a:gd name="connsiteY1702" fmla="*/ 4364174 h 6858000"/>
              <a:gd name="connsiteX1703" fmla="*/ 1662551 w 6858000"/>
              <a:gd name="connsiteY1703" fmla="*/ 4156377 h 6858000"/>
              <a:gd name="connsiteX1704" fmla="*/ 1454753 w 6858000"/>
              <a:gd name="connsiteY1704" fmla="*/ 4156377 h 6858000"/>
              <a:gd name="connsiteX1705" fmla="*/ 1870348 w 6858000"/>
              <a:gd name="connsiteY1705" fmla="*/ 4156377 h 6858000"/>
              <a:gd name="connsiteX1706" fmla="*/ 1870348 w 6858000"/>
              <a:gd name="connsiteY1706" fmla="*/ 4364174 h 6858000"/>
              <a:gd name="connsiteX1707" fmla="*/ 2078145 w 6858000"/>
              <a:gd name="connsiteY1707" fmla="*/ 4364174 h 6858000"/>
              <a:gd name="connsiteX1708" fmla="*/ 2078145 w 6858000"/>
              <a:gd name="connsiteY1708" fmla="*/ 4156377 h 6858000"/>
              <a:gd name="connsiteX1709" fmla="*/ 1870348 w 6858000"/>
              <a:gd name="connsiteY1709" fmla="*/ 4156377 h 6858000"/>
              <a:gd name="connsiteX1710" fmla="*/ 2078145 w 6858000"/>
              <a:gd name="connsiteY1710" fmla="*/ 4156377 h 6858000"/>
              <a:gd name="connsiteX1711" fmla="*/ 2078145 w 6858000"/>
              <a:gd name="connsiteY1711" fmla="*/ 4364174 h 6858000"/>
              <a:gd name="connsiteX1712" fmla="*/ 2286029 w 6858000"/>
              <a:gd name="connsiteY1712" fmla="*/ 4364174 h 6858000"/>
              <a:gd name="connsiteX1713" fmla="*/ 2286029 w 6858000"/>
              <a:gd name="connsiteY1713" fmla="*/ 4156377 h 6858000"/>
              <a:gd name="connsiteX1714" fmla="*/ 2078145 w 6858000"/>
              <a:gd name="connsiteY1714" fmla="*/ 4156377 h 6858000"/>
              <a:gd name="connsiteX1715" fmla="*/ 2286029 w 6858000"/>
              <a:gd name="connsiteY1715" fmla="*/ 4156377 h 6858000"/>
              <a:gd name="connsiteX1716" fmla="*/ 2286029 w 6858000"/>
              <a:gd name="connsiteY1716" fmla="*/ 4364174 h 6858000"/>
              <a:gd name="connsiteX1717" fmla="*/ 2493826 w 6858000"/>
              <a:gd name="connsiteY1717" fmla="*/ 4364174 h 6858000"/>
              <a:gd name="connsiteX1718" fmla="*/ 2493826 w 6858000"/>
              <a:gd name="connsiteY1718" fmla="*/ 4156377 h 6858000"/>
              <a:gd name="connsiteX1719" fmla="*/ 2286029 w 6858000"/>
              <a:gd name="connsiteY1719" fmla="*/ 4156377 h 6858000"/>
              <a:gd name="connsiteX1720" fmla="*/ 3117304 w 6858000"/>
              <a:gd name="connsiteY1720" fmla="*/ 4156377 h 6858000"/>
              <a:gd name="connsiteX1721" fmla="*/ 3117304 w 6858000"/>
              <a:gd name="connsiteY1721" fmla="*/ 4364174 h 6858000"/>
              <a:gd name="connsiteX1722" fmla="*/ 3325101 w 6858000"/>
              <a:gd name="connsiteY1722" fmla="*/ 4364174 h 6858000"/>
              <a:gd name="connsiteX1723" fmla="*/ 3325101 w 6858000"/>
              <a:gd name="connsiteY1723" fmla="*/ 4156377 h 6858000"/>
              <a:gd name="connsiteX1724" fmla="*/ 3117304 w 6858000"/>
              <a:gd name="connsiteY1724" fmla="*/ 4156377 h 6858000"/>
              <a:gd name="connsiteX1725" fmla="*/ 3325101 w 6858000"/>
              <a:gd name="connsiteY1725" fmla="*/ 4156377 h 6858000"/>
              <a:gd name="connsiteX1726" fmla="*/ 3325101 w 6858000"/>
              <a:gd name="connsiteY1726" fmla="*/ 4364174 h 6858000"/>
              <a:gd name="connsiteX1727" fmla="*/ 3532899 w 6858000"/>
              <a:gd name="connsiteY1727" fmla="*/ 4364174 h 6858000"/>
              <a:gd name="connsiteX1728" fmla="*/ 3532899 w 6858000"/>
              <a:gd name="connsiteY1728" fmla="*/ 4156377 h 6858000"/>
              <a:gd name="connsiteX1729" fmla="*/ 3325101 w 6858000"/>
              <a:gd name="connsiteY1729" fmla="*/ 4156377 h 6858000"/>
              <a:gd name="connsiteX1730" fmla="*/ 3740696 w 6858000"/>
              <a:gd name="connsiteY1730" fmla="*/ 4156377 h 6858000"/>
              <a:gd name="connsiteX1731" fmla="*/ 3740696 w 6858000"/>
              <a:gd name="connsiteY1731" fmla="*/ 4364174 h 6858000"/>
              <a:gd name="connsiteX1732" fmla="*/ 3948579 w 6858000"/>
              <a:gd name="connsiteY1732" fmla="*/ 4364174 h 6858000"/>
              <a:gd name="connsiteX1733" fmla="*/ 3948579 w 6858000"/>
              <a:gd name="connsiteY1733" fmla="*/ 4156377 h 6858000"/>
              <a:gd name="connsiteX1734" fmla="*/ 3740696 w 6858000"/>
              <a:gd name="connsiteY1734" fmla="*/ 4156377 h 6858000"/>
              <a:gd name="connsiteX1735" fmla="*/ 6026725 w 6858000"/>
              <a:gd name="connsiteY1735" fmla="*/ 4156377 h 6858000"/>
              <a:gd name="connsiteX1736" fmla="*/ 6026725 w 6858000"/>
              <a:gd name="connsiteY1736" fmla="*/ 4364174 h 6858000"/>
              <a:gd name="connsiteX1737" fmla="*/ 6234522 w 6858000"/>
              <a:gd name="connsiteY1737" fmla="*/ 4364174 h 6858000"/>
              <a:gd name="connsiteX1738" fmla="*/ 6234522 w 6858000"/>
              <a:gd name="connsiteY1738" fmla="*/ 4156377 h 6858000"/>
              <a:gd name="connsiteX1739" fmla="*/ 6026725 w 6858000"/>
              <a:gd name="connsiteY1739" fmla="*/ 4156377 h 6858000"/>
              <a:gd name="connsiteX1740" fmla="*/ 6234522 w 6858000"/>
              <a:gd name="connsiteY1740" fmla="*/ 4156377 h 6858000"/>
              <a:gd name="connsiteX1741" fmla="*/ 6234522 w 6858000"/>
              <a:gd name="connsiteY1741" fmla="*/ 4364174 h 6858000"/>
              <a:gd name="connsiteX1742" fmla="*/ 6442406 w 6858000"/>
              <a:gd name="connsiteY1742" fmla="*/ 4364174 h 6858000"/>
              <a:gd name="connsiteX1743" fmla="*/ 6442406 w 6858000"/>
              <a:gd name="connsiteY1743" fmla="*/ 4156377 h 6858000"/>
              <a:gd name="connsiteX1744" fmla="*/ 6234522 w 6858000"/>
              <a:gd name="connsiteY1744" fmla="*/ 4156377 h 6858000"/>
              <a:gd name="connsiteX1745" fmla="*/ 0 w 6858000"/>
              <a:gd name="connsiteY1745" fmla="*/ 4364174 h 6858000"/>
              <a:gd name="connsiteX1746" fmla="*/ 0 w 6858000"/>
              <a:gd name="connsiteY1746" fmla="*/ 4571972 h 6858000"/>
              <a:gd name="connsiteX1747" fmla="*/ 207797 w 6858000"/>
              <a:gd name="connsiteY1747" fmla="*/ 4571972 h 6858000"/>
              <a:gd name="connsiteX1748" fmla="*/ 207797 w 6858000"/>
              <a:gd name="connsiteY1748" fmla="*/ 4364174 h 6858000"/>
              <a:gd name="connsiteX1749" fmla="*/ 0 w 6858000"/>
              <a:gd name="connsiteY1749" fmla="*/ 4364174 h 6858000"/>
              <a:gd name="connsiteX1750" fmla="*/ 207797 w 6858000"/>
              <a:gd name="connsiteY1750" fmla="*/ 4364174 h 6858000"/>
              <a:gd name="connsiteX1751" fmla="*/ 207797 w 6858000"/>
              <a:gd name="connsiteY1751" fmla="*/ 4571972 h 6858000"/>
              <a:gd name="connsiteX1752" fmla="*/ 415595 w 6858000"/>
              <a:gd name="connsiteY1752" fmla="*/ 4571972 h 6858000"/>
              <a:gd name="connsiteX1753" fmla="*/ 415595 w 6858000"/>
              <a:gd name="connsiteY1753" fmla="*/ 4364174 h 6858000"/>
              <a:gd name="connsiteX1754" fmla="*/ 207797 w 6858000"/>
              <a:gd name="connsiteY1754" fmla="*/ 4364174 h 6858000"/>
              <a:gd name="connsiteX1755" fmla="*/ 831275 w 6858000"/>
              <a:gd name="connsiteY1755" fmla="*/ 4364174 h 6858000"/>
              <a:gd name="connsiteX1756" fmla="*/ 831275 w 6858000"/>
              <a:gd name="connsiteY1756" fmla="*/ 4571972 h 6858000"/>
              <a:gd name="connsiteX1757" fmla="*/ 1039073 w 6858000"/>
              <a:gd name="connsiteY1757" fmla="*/ 4571972 h 6858000"/>
              <a:gd name="connsiteX1758" fmla="*/ 1039073 w 6858000"/>
              <a:gd name="connsiteY1758" fmla="*/ 4364174 h 6858000"/>
              <a:gd name="connsiteX1759" fmla="*/ 831275 w 6858000"/>
              <a:gd name="connsiteY1759" fmla="*/ 4364174 h 6858000"/>
              <a:gd name="connsiteX1760" fmla="*/ 1039073 w 6858000"/>
              <a:gd name="connsiteY1760" fmla="*/ 4364174 h 6858000"/>
              <a:gd name="connsiteX1761" fmla="*/ 1039073 w 6858000"/>
              <a:gd name="connsiteY1761" fmla="*/ 4571972 h 6858000"/>
              <a:gd name="connsiteX1762" fmla="*/ 1246870 w 6858000"/>
              <a:gd name="connsiteY1762" fmla="*/ 4571972 h 6858000"/>
              <a:gd name="connsiteX1763" fmla="*/ 1246870 w 6858000"/>
              <a:gd name="connsiteY1763" fmla="*/ 4364174 h 6858000"/>
              <a:gd name="connsiteX1764" fmla="*/ 1039073 w 6858000"/>
              <a:gd name="connsiteY1764" fmla="*/ 4364174 h 6858000"/>
              <a:gd name="connsiteX1765" fmla="*/ 1662551 w 6858000"/>
              <a:gd name="connsiteY1765" fmla="*/ 4364174 h 6858000"/>
              <a:gd name="connsiteX1766" fmla="*/ 1662551 w 6858000"/>
              <a:gd name="connsiteY1766" fmla="*/ 4571972 h 6858000"/>
              <a:gd name="connsiteX1767" fmla="*/ 1870348 w 6858000"/>
              <a:gd name="connsiteY1767" fmla="*/ 4571972 h 6858000"/>
              <a:gd name="connsiteX1768" fmla="*/ 1870348 w 6858000"/>
              <a:gd name="connsiteY1768" fmla="*/ 4364174 h 6858000"/>
              <a:gd name="connsiteX1769" fmla="*/ 1662551 w 6858000"/>
              <a:gd name="connsiteY1769" fmla="*/ 4364174 h 6858000"/>
              <a:gd name="connsiteX1770" fmla="*/ 3117304 w 6858000"/>
              <a:gd name="connsiteY1770" fmla="*/ 4364174 h 6858000"/>
              <a:gd name="connsiteX1771" fmla="*/ 3117304 w 6858000"/>
              <a:gd name="connsiteY1771" fmla="*/ 4571972 h 6858000"/>
              <a:gd name="connsiteX1772" fmla="*/ 3325101 w 6858000"/>
              <a:gd name="connsiteY1772" fmla="*/ 4571972 h 6858000"/>
              <a:gd name="connsiteX1773" fmla="*/ 3325101 w 6858000"/>
              <a:gd name="connsiteY1773" fmla="*/ 4364174 h 6858000"/>
              <a:gd name="connsiteX1774" fmla="*/ 3117304 w 6858000"/>
              <a:gd name="connsiteY1774" fmla="*/ 4364174 h 6858000"/>
              <a:gd name="connsiteX1775" fmla="*/ 3325101 w 6858000"/>
              <a:gd name="connsiteY1775" fmla="*/ 4364174 h 6858000"/>
              <a:gd name="connsiteX1776" fmla="*/ 3325101 w 6858000"/>
              <a:gd name="connsiteY1776" fmla="*/ 4571972 h 6858000"/>
              <a:gd name="connsiteX1777" fmla="*/ 3532899 w 6858000"/>
              <a:gd name="connsiteY1777" fmla="*/ 4571972 h 6858000"/>
              <a:gd name="connsiteX1778" fmla="*/ 3532899 w 6858000"/>
              <a:gd name="connsiteY1778" fmla="*/ 4364174 h 6858000"/>
              <a:gd name="connsiteX1779" fmla="*/ 3325101 w 6858000"/>
              <a:gd name="connsiteY1779" fmla="*/ 4364174 h 6858000"/>
              <a:gd name="connsiteX1780" fmla="*/ 3740696 w 6858000"/>
              <a:gd name="connsiteY1780" fmla="*/ 4364174 h 6858000"/>
              <a:gd name="connsiteX1781" fmla="*/ 3740696 w 6858000"/>
              <a:gd name="connsiteY1781" fmla="*/ 4571972 h 6858000"/>
              <a:gd name="connsiteX1782" fmla="*/ 3948579 w 6858000"/>
              <a:gd name="connsiteY1782" fmla="*/ 4571972 h 6858000"/>
              <a:gd name="connsiteX1783" fmla="*/ 3948579 w 6858000"/>
              <a:gd name="connsiteY1783" fmla="*/ 4364174 h 6858000"/>
              <a:gd name="connsiteX1784" fmla="*/ 3740696 w 6858000"/>
              <a:gd name="connsiteY1784" fmla="*/ 4364174 h 6858000"/>
              <a:gd name="connsiteX1785" fmla="*/ 4156377 w 6858000"/>
              <a:gd name="connsiteY1785" fmla="*/ 4364174 h 6858000"/>
              <a:gd name="connsiteX1786" fmla="*/ 4156377 w 6858000"/>
              <a:gd name="connsiteY1786" fmla="*/ 4571972 h 6858000"/>
              <a:gd name="connsiteX1787" fmla="*/ 4364174 w 6858000"/>
              <a:gd name="connsiteY1787" fmla="*/ 4571972 h 6858000"/>
              <a:gd name="connsiteX1788" fmla="*/ 4364174 w 6858000"/>
              <a:gd name="connsiteY1788" fmla="*/ 4364174 h 6858000"/>
              <a:gd name="connsiteX1789" fmla="*/ 4156377 w 6858000"/>
              <a:gd name="connsiteY1789" fmla="*/ 4364174 h 6858000"/>
              <a:gd name="connsiteX1790" fmla="*/ 4364174 w 6858000"/>
              <a:gd name="connsiteY1790" fmla="*/ 4364174 h 6858000"/>
              <a:gd name="connsiteX1791" fmla="*/ 4364174 w 6858000"/>
              <a:gd name="connsiteY1791" fmla="*/ 4571972 h 6858000"/>
              <a:gd name="connsiteX1792" fmla="*/ 4571972 w 6858000"/>
              <a:gd name="connsiteY1792" fmla="*/ 4571972 h 6858000"/>
              <a:gd name="connsiteX1793" fmla="*/ 4571972 w 6858000"/>
              <a:gd name="connsiteY1793" fmla="*/ 4364174 h 6858000"/>
              <a:gd name="connsiteX1794" fmla="*/ 4364174 w 6858000"/>
              <a:gd name="connsiteY1794" fmla="*/ 4364174 h 6858000"/>
              <a:gd name="connsiteX1795" fmla="*/ 5611130 w 6858000"/>
              <a:gd name="connsiteY1795" fmla="*/ 4364174 h 6858000"/>
              <a:gd name="connsiteX1796" fmla="*/ 5611130 w 6858000"/>
              <a:gd name="connsiteY1796" fmla="*/ 4571972 h 6858000"/>
              <a:gd name="connsiteX1797" fmla="*/ 5818927 w 6858000"/>
              <a:gd name="connsiteY1797" fmla="*/ 4571972 h 6858000"/>
              <a:gd name="connsiteX1798" fmla="*/ 5818927 w 6858000"/>
              <a:gd name="connsiteY1798" fmla="*/ 4364174 h 6858000"/>
              <a:gd name="connsiteX1799" fmla="*/ 5611130 w 6858000"/>
              <a:gd name="connsiteY1799" fmla="*/ 4364174 h 6858000"/>
              <a:gd name="connsiteX1800" fmla="*/ 5818927 w 6858000"/>
              <a:gd name="connsiteY1800" fmla="*/ 4364174 h 6858000"/>
              <a:gd name="connsiteX1801" fmla="*/ 5818927 w 6858000"/>
              <a:gd name="connsiteY1801" fmla="*/ 4571972 h 6858000"/>
              <a:gd name="connsiteX1802" fmla="*/ 6026725 w 6858000"/>
              <a:gd name="connsiteY1802" fmla="*/ 4571972 h 6858000"/>
              <a:gd name="connsiteX1803" fmla="*/ 6026725 w 6858000"/>
              <a:gd name="connsiteY1803" fmla="*/ 4364174 h 6858000"/>
              <a:gd name="connsiteX1804" fmla="*/ 5818927 w 6858000"/>
              <a:gd name="connsiteY1804" fmla="*/ 4364174 h 6858000"/>
              <a:gd name="connsiteX1805" fmla="*/ 6234522 w 6858000"/>
              <a:gd name="connsiteY1805" fmla="*/ 4364174 h 6858000"/>
              <a:gd name="connsiteX1806" fmla="*/ 6234522 w 6858000"/>
              <a:gd name="connsiteY1806" fmla="*/ 4571972 h 6858000"/>
              <a:gd name="connsiteX1807" fmla="*/ 6442406 w 6858000"/>
              <a:gd name="connsiteY1807" fmla="*/ 4571972 h 6858000"/>
              <a:gd name="connsiteX1808" fmla="*/ 6442406 w 6858000"/>
              <a:gd name="connsiteY1808" fmla="*/ 4364174 h 6858000"/>
              <a:gd name="connsiteX1809" fmla="*/ 6234522 w 6858000"/>
              <a:gd name="connsiteY1809" fmla="*/ 4364174 h 6858000"/>
              <a:gd name="connsiteX1810" fmla="*/ 6650203 w 6858000"/>
              <a:gd name="connsiteY1810" fmla="*/ 4364174 h 6858000"/>
              <a:gd name="connsiteX1811" fmla="*/ 6650203 w 6858000"/>
              <a:gd name="connsiteY1811" fmla="*/ 4571972 h 6858000"/>
              <a:gd name="connsiteX1812" fmla="*/ 6858000 w 6858000"/>
              <a:gd name="connsiteY1812" fmla="*/ 4571972 h 6858000"/>
              <a:gd name="connsiteX1813" fmla="*/ 6858000 w 6858000"/>
              <a:gd name="connsiteY1813" fmla="*/ 4364174 h 6858000"/>
              <a:gd name="connsiteX1814" fmla="*/ 6650203 w 6858000"/>
              <a:gd name="connsiteY1814" fmla="*/ 4364174 h 6858000"/>
              <a:gd name="connsiteX1815" fmla="*/ 207797 w 6858000"/>
              <a:gd name="connsiteY1815" fmla="*/ 4571972 h 6858000"/>
              <a:gd name="connsiteX1816" fmla="*/ 207797 w 6858000"/>
              <a:gd name="connsiteY1816" fmla="*/ 4779855 h 6858000"/>
              <a:gd name="connsiteX1817" fmla="*/ 415595 w 6858000"/>
              <a:gd name="connsiteY1817" fmla="*/ 4779855 h 6858000"/>
              <a:gd name="connsiteX1818" fmla="*/ 415595 w 6858000"/>
              <a:gd name="connsiteY1818" fmla="*/ 4571972 h 6858000"/>
              <a:gd name="connsiteX1819" fmla="*/ 207797 w 6858000"/>
              <a:gd name="connsiteY1819" fmla="*/ 4571972 h 6858000"/>
              <a:gd name="connsiteX1820" fmla="*/ 415595 w 6858000"/>
              <a:gd name="connsiteY1820" fmla="*/ 4571972 h 6858000"/>
              <a:gd name="connsiteX1821" fmla="*/ 415595 w 6858000"/>
              <a:gd name="connsiteY1821" fmla="*/ 4779855 h 6858000"/>
              <a:gd name="connsiteX1822" fmla="*/ 623478 w 6858000"/>
              <a:gd name="connsiteY1822" fmla="*/ 4779855 h 6858000"/>
              <a:gd name="connsiteX1823" fmla="*/ 623478 w 6858000"/>
              <a:gd name="connsiteY1823" fmla="*/ 4571972 h 6858000"/>
              <a:gd name="connsiteX1824" fmla="*/ 415595 w 6858000"/>
              <a:gd name="connsiteY1824" fmla="*/ 4571972 h 6858000"/>
              <a:gd name="connsiteX1825" fmla="*/ 623478 w 6858000"/>
              <a:gd name="connsiteY1825" fmla="*/ 4571972 h 6858000"/>
              <a:gd name="connsiteX1826" fmla="*/ 623478 w 6858000"/>
              <a:gd name="connsiteY1826" fmla="*/ 4779855 h 6858000"/>
              <a:gd name="connsiteX1827" fmla="*/ 831275 w 6858000"/>
              <a:gd name="connsiteY1827" fmla="*/ 4779855 h 6858000"/>
              <a:gd name="connsiteX1828" fmla="*/ 831275 w 6858000"/>
              <a:gd name="connsiteY1828" fmla="*/ 4571972 h 6858000"/>
              <a:gd name="connsiteX1829" fmla="*/ 623478 w 6858000"/>
              <a:gd name="connsiteY1829" fmla="*/ 4571972 h 6858000"/>
              <a:gd name="connsiteX1830" fmla="*/ 1246870 w 6858000"/>
              <a:gd name="connsiteY1830" fmla="*/ 4571972 h 6858000"/>
              <a:gd name="connsiteX1831" fmla="*/ 1246870 w 6858000"/>
              <a:gd name="connsiteY1831" fmla="*/ 4779855 h 6858000"/>
              <a:gd name="connsiteX1832" fmla="*/ 1454753 w 6858000"/>
              <a:gd name="connsiteY1832" fmla="*/ 4779855 h 6858000"/>
              <a:gd name="connsiteX1833" fmla="*/ 1454753 w 6858000"/>
              <a:gd name="connsiteY1833" fmla="*/ 4571972 h 6858000"/>
              <a:gd name="connsiteX1834" fmla="*/ 1246870 w 6858000"/>
              <a:gd name="connsiteY1834" fmla="*/ 4571972 h 6858000"/>
              <a:gd name="connsiteX1835" fmla="*/ 1454753 w 6858000"/>
              <a:gd name="connsiteY1835" fmla="*/ 4571972 h 6858000"/>
              <a:gd name="connsiteX1836" fmla="*/ 1454753 w 6858000"/>
              <a:gd name="connsiteY1836" fmla="*/ 4779855 h 6858000"/>
              <a:gd name="connsiteX1837" fmla="*/ 1662551 w 6858000"/>
              <a:gd name="connsiteY1837" fmla="*/ 4779855 h 6858000"/>
              <a:gd name="connsiteX1838" fmla="*/ 1662551 w 6858000"/>
              <a:gd name="connsiteY1838" fmla="*/ 4571972 h 6858000"/>
              <a:gd name="connsiteX1839" fmla="*/ 1454753 w 6858000"/>
              <a:gd name="connsiteY1839" fmla="*/ 4571972 h 6858000"/>
              <a:gd name="connsiteX1840" fmla="*/ 1870348 w 6858000"/>
              <a:gd name="connsiteY1840" fmla="*/ 4571972 h 6858000"/>
              <a:gd name="connsiteX1841" fmla="*/ 1870348 w 6858000"/>
              <a:gd name="connsiteY1841" fmla="*/ 4779855 h 6858000"/>
              <a:gd name="connsiteX1842" fmla="*/ 2078145 w 6858000"/>
              <a:gd name="connsiteY1842" fmla="*/ 4779855 h 6858000"/>
              <a:gd name="connsiteX1843" fmla="*/ 2078145 w 6858000"/>
              <a:gd name="connsiteY1843" fmla="*/ 4571972 h 6858000"/>
              <a:gd name="connsiteX1844" fmla="*/ 1870348 w 6858000"/>
              <a:gd name="connsiteY1844" fmla="*/ 4571972 h 6858000"/>
              <a:gd name="connsiteX1845" fmla="*/ 2493826 w 6858000"/>
              <a:gd name="connsiteY1845" fmla="*/ 4571972 h 6858000"/>
              <a:gd name="connsiteX1846" fmla="*/ 2493826 w 6858000"/>
              <a:gd name="connsiteY1846" fmla="*/ 4779855 h 6858000"/>
              <a:gd name="connsiteX1847" fmla="*/ 2701623 w 6858000"/>
              <a:gd name="connsiteY1847" fmla="*/ 4779855 h 6858000"/>
              <a:gd name="connsiteX1848" fmla="*/ 2701623 w 6858000"/>
              <a:gd name="connsiteY1848" fmla="*/ 4571972 h 6858000"/>
              <a:gd name="connsiteX1849" fmla="*/ 2493826 w 6858000"/>
              <a:gd name="connsiteY1849" fmla="*/ 4571972 h 6858000"/>
              <a:gd name="connsiteX1850" fmla="*/ 3117304 w 6858000"/>
              <a:gd name="connsiteY1850" fmla="*/ 4571972 h 6858000"/>
              <a:gd name="connsiteX1851" fmla="*/ 3117304 w 6858000"/>
              <a:gd name="connsiteY1851" fmla="*/ 4779855 h 6858000"/>
              <a:gd name="connsiteX1852" fmla="*/ 3325101 w 6858000"/>
              <a:gd name="connsiteY1852" fmla="*/ 4779855 h 6858000"/>
              <a:gd name="connsiteX1853" fmla="*/ 3325101 w 6858000"/>
              <a:gd name="connsiteY1853" fmla="*/ 4571972 h 6858000"/>
              <a:gd name="connsiteX1854" fmla="*/ 3117304 w 6858000"/>
              <a:gd name="connsiteY1854" fmla="*/ 4571972 h 6858000"/>
              <a:gd name="connsiteX1855" fmla="*/ 3325101 w 6858000"/>
              <a:gd name="connsiteY1855" fmla="*/ 4571972 h 6858000"/>
              <a:gd name="connsiteX1856" fmla="*/ 3325101 w 6858000"/>
              <a:gd name="connsiteY1856" fmla="*/ 4779855 h 6858000"/>
              <a:gd name="connsiteX1857" fmla="*/ 3532899 w 6858000"/>
              <a:gd name="connsiteY1857" fmla="*/ 4779855 h 6858000"/>
              <a:gd name="connsiteX1858" fmla="*/ 3532899 w 6858000"/>
              <a:gd name="connsiteY1858" fmla="*/ 4571972 h 6858000"/>
              <a:gd name="connsiteX1859" fmla="*/ 3325101 w 6858000"/>
              <a:gd name="connsiteY1859" fmla="*/ 4571972 h 6858000"/>
              <a:gd name="connsiteX1860" fmla="*/ 3740696 w 6858000"/>
              <a:gd name="connsiteY1860" fmla="*/ 4571972 h 6858000"/>
              <a:gd name="connsiteX1861" fmla="*/ 3740696 w 6858000"/>
              <a:gd name="connsiteY1861" fmla="*/ 4779855 h 6858000"/>
              <a:gd name="connsiteX1862" fmla="*/ 3948579 w 6858000"/>
              <a:gd name="connsiteY1862" fmla="*/ 4779855 h 6858000"/>
              <a:gd name="connsiteX1863" fmla="*/ 3948579 w 6858000"/>
              <a:gd name="connsiteY1863" fmla="*/ 4571972 h 6858000"/>
              <a:gd name="connsiteX1864" fmla="*/ 3740696 w 6858000"/>
              <a:gd name="connsiteY1864" fmla="*/ 4571972 h 6858000"/>
              <a:gd name="connsiteX1865" fmla="*/ 4571972 w 6858000"/>
              <a:gd name="connsiteY1865" fmla="*/ 4571972 h 6858000"/>
              <a:gd name="connsiteX1866" fmla="*/ 4571972 w 6858000"/>
              <a:gd name="connsiteY1866" fmla="*/ 4779855 h 6858000"/>
              <a:gd name="connsiteX1867" fmla="*/ 4779855 w 6858000"/>
              <a:gd name="connsiteY1867" fmla="*/ 4779855 h 6858000"/>
              <a:gd name="connsiteX1868" fmla="*/ 4779855 w 6858000"/>
              <a:gd name="connsiteY1868" fmla="*/ 4571972 h 6858000"/>
              <a:gd name="connsiteX1869" fmla="*/ 4571972 w 6858000"/>
              <a:gd name="connsiteY1869" fmla="*/ 4571972 h 6858000"/>
              <a:gd name="connsiteX1870" fmla="*/ 4779855 w 6858000"/>
              <a:gd name="connsiteY1870" fmla="*/ 4571972 h 6858000"/>
              <a:gd name="connsiteX1871" fmla="*/ 4779855 w 6858000"/>
              <a:gd name="connsiteY1871" fmla="*/ 4779855 h 6858000"/>
              <a:gd name="connsiteX1872" fmla="*/ 4987652 w 6858000"/>
              <a:gd name="connsiteY1872" fmla="*/ 4779855 h 6858000"/>
              <a:gd name="connsiteX1873" fmla="*/ 4987652 w 6858000"/>
              <a:gd name="connsiteY1873" fmla="*/ 4571972 h 6858000"/>
              <a:gd name="connsiteX1874" fmla="*/ 4779855 w 6858000"/>
              <a:gd name="connsiteY1874" fmla="*/ 4571972 h 6858000"/>
              <a:gd name="connsiteX1875" fmla="*/ 4987652 w 6858000"/>
              <a:gd name="connsiteY1875" fmla="*/ 4571972 h 6858000"/>
              <a:gd name="connsiteX1876" fmla="*/ 4987652 w 6858000"/>
              <a:gd name="connsiteY1876" fmla="*/ 4779855 h 6858000"/>
              <a:gd name="connsiteX1877" fmla="*/ 5195450 w 6858000"/>
              <a:gd name="connsiteY1877" fmla="*/ 4779855 h 6858000"/>
              <a:gd name="connsiteX1878" fmla="*/ 5195450 w 6858000"/>
              <a:gd name="connsiteY1878" fmla="*/ 4571972 h 6858000"/>
              <a:gd name="connsiteX1879" fmla="*/ 4987652 w 6858000"/>
              <a:gd name="connsiteY1879" fmla="*/ 4571972 h 6858000"/>
              <a:gd name="connsiteX1880" fmla="*/ 5195450 w 6858000"/>
              <a:gd name="connsiteY1880" fmla="*/ 4571972 h 6858000"/>
              <a:gd name="connsiteX1881" fmla="*/ 5195450 w 6858000"/>
              <a:gd name="connsiteY1881" fmla="*/ 4779855 h 6858000"/>
              <a:gd name="connsiteX1882" fmla="*/ 5403247 w 6858000"/>
              <a:gd name="connsiteY1882" fmla="*/ 4779855 h 6858000"/>
              <a:gd name="connsiteX1883" fmla="*/ 5403247 w 6858000"/>
              <a:gd name="connsiteY1883" fmla="*/ 4571972 h 6858000"/>
              <a:gd name="connsiteX1884" fmla="*/ 5195450 w 6858000"/>
              <a:gd name="connsiteY1884" fmla="*/ 4571972 h 6858000"/>
              <a:gd name="connsiteX1885" fmla="*/ 5611130 w 6858000"/>
              <a:gd name="connsiteY1885" fmla="*/ 4571972 h 6858000"/>
              <a:gd name="connsiteX1886" fmla="*/ 5611130 w 6858000"/>
              <a:gd name="connsiteY1886" fmla="*/ 4779855 h 6858000"/>
              <a:gd name="connsiteX1887" fmla="*/ 5818927 w 6858000"/>
              <a:gd name="connsiteY1887" fmla="*/ 4779855 h 6858000"/>
              <a:gd name="connsiteX1888" fmla="*/ 5818927 w 6858000"/>
              <a:gd name="connsiteY1888" fmla="*/ 4571972 h 6858000"/>
              <a:gd name="connsiteX1889" fmla="*/ 5611130 w 6858000"/>
              <a:gd name="connsiteY1889" fmla="*/ 4571972 h 6858000"/>
              <a:gd name="connsiteX1890" fmla="*/ 5818927 w 6858000"/>
              <a:gd name="connsiteY1890" fmla="*/ 4571972 h 6858000"/>
              <a:gd name="connsiteX1891" fmla="*/ 5818927 w 6858000"/>
              <a:gd name="connsiteY1891" fmla="*/ 4779855 h 6858000"/>
              <a:gd name="connsiteX1892" fmla="*/ 6026725 w 6858000"/>
              <a:gd name="connsiteY1892" fmla="*/ 4779855 h 6858000"/>
              <a:gd name="connsiteX1893" fmla="*/ 6026725 w 6858000"/>
              <a:gd name="connsiteY1893" fmla="*/ 4571972 h 6858000"/>
              <a:gd name="connsiteX1894" fmla="*/ 5818927 w 6858000"/>
              <a:gd name="connsiteY1894" fmla="*/ 4571972 h 6858000"/>
              <a:gd name="connsiteX1895" fmla="*/ 6026725 w 6858000"/>
              <a:gd name="connsiteY1895" fmla="*/ 4571972 h 6858000"/>
              <a:gd name="connsiteX1896" fmla="*/ 6026725 w 6858000"/>
              <a:gd name="connsiteY1896" fmla="*/ 4779855 h 6858000"/>
              <a:gd name="connsiteX1897" fmla="*/ 6234522 w 6858000"/>
              <a:gd name="connsiteY1897" fmla="*/ 4779855 h 6858000"/>
              <a:gd name="connsiteX1898" fmla="*/ 6234522 w 6858000"/>
              <a:gd name="connsiteY1898" fmla="*/ 4571972 h 6858000"/>
              <a:gd name="connsiteX1899" fmla="*/ 6026725 w 6858000"/>
              <a:gd name="connsiteY1899" fmla="*/ 4571972 h 6858000"/>
              <a:gd name="connsiteX1900" fmla="*/ 6234522 w 6858000"/>
              <a:gd name="connsiteY1900" fmla="*/ 4571972 h 6858000"/>
              <a:gd name="connsiteX1901" fmla="*/ 6234522 w 6858000"/>
              <a:gd name="connsiteY1901" fmla="*/ 4779855 h 6858000"/>
              <a:gd name="connsiteX1902" fmla="*/ 6442406 w 6858000"/>
              <a:gd name="connsiteY1902" fmla="*/ 4779855 h 6858000"/>
              <a:gd name="connsiteX1903" fmla="*/ 6442406 w 6858000"/>
              <a:gd name="connsiteY1903" fmla="*/ 4571972 h 6858000"/>
              <a:gd name="connsiteX1904" fmla="*/ 6234522 w 6858000"/>
              <a:gd name="connsiteY1904" fmla="*/ 4571972 h 6858000"/>
              <a:gd name="connsiteX1905" fmla="*/ 6442406 w 6858000"/>
              <a:gd name="connsiteY1905" fmla="*/ 4571972 h 6858000"/>
              <a:gd name="connsiteX1906" fmla="*/ 6442406 w 6858000"/>
              <a:gd name="connsiteY1906" fmla="*/ 4779855 h 6858000"/>
              <a:gd name="connsiteX1907" fmla="*/ 6650203 w 6858000"/>
              <a:gd name="connsiteY1907" fmla="*/ 4779855 h 6858000"/>
              <a:gd name="connsiteX1908" fmla="*/ 6650203 w 6858000"/>
              <a:gd name="connsiteY1908" fmla="*/ 4571972 h 6858000"/>
              <a:gd name="connsiteX1909" fmla="*/ 6442406 w 6858000"/>
              <a:gd name="connsiteY1909" fmla="*/ 4571972 h 6858000"/>
              <a:gd name="connsiteX1910" fmla="*/ 0 w 6858000"/>
              <a:gd name="connsiteY1910" fmla="*/ 4779855 h 6858000"/>
              <a:gd name="connsiteX1911" fmla="*/ 0 w 6858000"/>
              <a:gd name="connsiteY1911" fmla="*/ 4987652 h 6858000"/>
              <a:gd name="connsiteX1912" fmla="*/ 207797 w 6858000"/>
              <a:gd name="connsiteY1912" fmla="*/ 4987652 h 6858000"/>
              <a:gd name="connsiteX1913" fmla="*/ 207797 w 6858000"/>
              <a:gd name="connsiteY1913" fmla="*/ 4779855 h 6858000"/>
              <a:gd name="connsiteX1914" fmla="*/ 0 w 6858000"/>
              <a:gd name="connsiteY1914" fmla="*/ 4779855 h 6858000"/>
              <a:gd name="connsiteX1915" fmla="*/ 207797 w 6858000"/>
              <a:gd name="connsiteY1915" fmla="*/ 4779855 h 6858000"/>
              <a:gd name="connsiteX1916" fmla="*/ 207797 w 6858000"/>
              <a:gd name="connsiteY1916" fmla="*/ 4987652 h 6858000"/>
              <a:gd name="connsiteX1917" fmla="*/ 415595 w 6858000"/>
              <a:gd name="connsiteY1917" fmla="*/ 4987652 h 6858000"/>
              <a:gd name="connsiteX1918" fmla="*/ 415595 w 6858000"/>
              <a:gd name="connsiteY1918" fmla="*/ 4779855 h 6858000"/>
              <a:gd name="connsiteX1919" fmla="*/ 207797 w 6858000"/>
              <a:gd name="connsiteY1919" fmla="*/ 4779855 h 6858000"/>
              <a:gd name="connsiteX1920" fmla="*/ 623478 w 6858000"/>
              <a:gd name="connsiteY1920" fmla="*/ 4779855 h 6858000"/>
              <a:gd name="connsiteX1921" fmla="*/ 623478 w 6858000"/>
              <a:gd name="connsiteY1921" fmla="*/ 4987652 h 6858000"/>
              <a:gd name="connsiteX1922" fmla="*/ 831275 w 6858000"/>
              <a:gd name="connsiteY1922" fmla="*/ 4987652 h 6858000"/>
              <a:gd name="connsiteX1923" fmla="*/ 831275 w 6858000"/>
              <a:gd name="connsiteY1923" fmla="*/ 4779855 h 6858000"/>
              <a:gd name="connsiteX1924" fmla="*/ 623478 w 6858000"/>
              <a:gd name="connsiteY1924" fmla="*/ 4779855 h 6858000"/>
              <a:gd name="connsiteX1925" fmla="*/ 1662551 w 6858000"/>
              <a:gd name="connsiteY1925" fmla="*/ 4779855 h 6858000"/>
              <a:gd name="connsiteX1926" fmla="*/ 1662551 w 6858000"/>
              <a:gd name="connsiteY1926" fmla="*/ 4987652 h 6858000"/>
              <a:gd name="connsiteX1927" fmla="*/ 1870348 w 6858000"/>
              <a:gd name="connsiteY1927" fmla="*/ 4987652 h 6858000"/>
              <a:gd name="connsiteX1928" fmla="*/ 1870348 w 6858000"/>
              <a:gd name="connsiteY1928" fmla="*/ 4779855 h 6858000"/>
              <a:gd name="connsiteX1929" fmla="*/ 1662551 w 6858000"/>
              <a:gd name="connsiteY1929" fmla="*/ 4779855 h 6858000"/>
              <a:gd name="connsiteX1930" fmla="*/ 1870348 w 6858000"/>
              <a:gd name="connsiteY1930" fmla="*/ 4779855 h 6858000"/>
              <a:gd name="connsiteX1931" fmla="*/ 1870348 w 6858000"/>
              <a:gd name="connsiteY1931" fmla="*/ 4987652 h 6858000"/>
              <a:gd name="connsiteX1932" fmla="*/ 2078145 w 6858000"/>
              <a:gd name="connsiteY1932" fmla="*/ 4987652 h 6858000"/>
              <a:gd name="connsiteX1933" fmla="*/ 2078145 w 6858000"/>
              <a:gd name="connsiteY1933" fmla="*/ 4779855 h 6858000"/>
              <a:gd name="connsiteX1934" fmla="*/ 1870348 w 6858000"/>
              <a:gd name="connsiteY1934" fmla="*/ 4779855 h 6858000"/>
              <a:gd name="connsiteX1935" fmla="*/ 2078145 w 6858000"/>
              <a:gd name="connsiteY1935" fmla="*/ 4779855 h 6858000"/>
              <a:gd name="connsiteX1936" fmla="*/ 2078145 w 6858000"/>
              <a:gd name="connsiteY1936" fmla="*/ 4987652 h 6858000"/>
              <a:gd name="connsiteX1937" fmla="*/ 2286029 w 6858000"/>
              <a:gd name="connsiteY1937" fmla="*/ 4987652 h 6858000"/>
              <a:gd name="connsiteX1938" fmla="*/ 2286029 w 6858000"/>
              <a:gd name="connsiteY1938" fmla="*/ 4779855 h 6858000"/>
              <a:gd name="connsiteX1939" fmla="*/ 2078145 w 6858000"/>
              <a:gd name="connsiteY1939" fmla="*/ 4779855 h 6858000"/>
              <a:gd name="connsiteX1940" fmla="*/ 2286029 w 6858000"/>
              <a:gd name="connsiteY1940" fmla="*/ 4779855 h 6858000"/>
              <a:gd name="connsiteX1941" fmla="*/ 2286029 w 6858000"/>
              <a:gd name="connsiteY1941" fmla="*/ 4987652 h 6858000"/>
              <a:gd name="connsiteX1942" fmla="*/ 2493826 w 6858000"/>
              <a:gd name="connsiteY1942" fmla="*/ 4987652 h 6858000"/>
              <a:gd name="connsiteX1943" fmla="*/ 2493826 w 6858000"/>
              <a:gd name="connsiteY1943" fmla="*/ 4779855 h 6858000"/>
              <a:gd name="connsiteX1944" fmla="*/ 2286029 w 6858000"/>
              <a:gd name="connsiteY1944" fmla="*/ 4779855 h 6858000"/>
              <a:gd name="connsiteX1945" fmla="*/ 2493826 w 6858000"/>
              <a:gd name="connsiteY1945" fmla="*/ 4779855 h 6858000"/>
              <a:gd name="connsiteX1946" fmla="*/ 2493826 w 6858000"/>
              <a:gd name="connsiteY1946" fmla="*/ 4987652 h 6858000"/>
              <a:gd name="connsiteX1947" fmla="*/ 2701623 w 6858000"/>
              <a:gd name="connsiteY1947" fmla="*/ 4987652 h 6858000"/>
              <a:gd name="connsiteX1948" fmla="*/ 2701623 w 6858000"/>
              <a:gd name="connsiteY1948" fmla="*/ 4779855 h 6858000"/>
              <a:gd name="connsiteX1949" fmla="*/ 2493826 w 6858000"/>
              <a:gd name="connsiteY1949" fmla="*/ 4779855 h 6858000"/>
              <a:gd name="connsiteX1950" fmla="*/ 3117304 w 6858000"/>
              <a:gd name="connsiteY1950" fmla="*/ 4779855 h 6858000"/>
              <a:gd name="connsiteX1951" fmla="*/ 3117304 w 6858000"/>
              <a:gd name="connsiteY1951" fmla="*/ 4987652 h 6858000"/>
              <a:gd name="connsiteX1952" fmla="*/ 3325101 w 6858000"/>
              <a:gd name="connsiteY1952" fmla="*/ 4987652 h 6858000"/>
              <a:gd name="connsiteX1953" fmla="*/ 3325101 w 6858000"/>
              <a:gd name="connsiteY1953" fmla="*/ 4779855 h 6858000"/>
              <a:gd name="connsiteX1954" fmla="*/ 3117304 w 6858000"/>
              <a:gd name="connsiteY1954" fmla="*/ 4779855 h 6858000"/>
              <a:gd name="connsiteX1955" fmla="*/ 3325101 w 6858000"/>
              <a:gd name="connsiteY1955" fmla="*/ 4779855 h 6858000"/>
              <a:gd name="connsiteX1956" fmla="*/ 3325101 w 6858000"/>
              <a:gd name="connsiteY1956" fmla="*/ 4987652 h 6858000"/>
              <a:gd name="connsiteX1957" fmla="*/ 3532899 w 6858000"/>
              <a:gd name="connsiteY1957" fmla="*/ 4987652 h 6858000"/>
              <a:gd name="connsiteX1958" fmla="*/ 3532899 w 6858000"/>
              <a:gd name="connsiteY1958" fmla="*/ 4779855 h 6858000"/>
              <a:gd name="connsiteX1959" fmla="*/ 3325101 w 6858000"/>
              <a:gd name="connsiteY1959" fmla="*/ 4779855 h 6858000"/>
              <a:gd name="connsiteX1960" fmla="*/ 3532899 w 6858000"/>
              <a:gd name="connsiteY1960" fmla="*/ 4779855 h 6858000"/>
              <a:gd name="connsiteX1961" fmla="*/ 3532899 w 6858000"/>
              <a:gd name="connsiteY1961" fmla="*/ 4987652 h 6858000"/>
              <a:gd name="connsiteX1962" fmla="*/ 3740696 w 6858000"/>
              <a:gd name="connsiteY1962" fmla="*/ 4987652 h 6858000"/>
              <a:gd name="connsiteX1963" fmla="*/ 3740696 w 6858000"/>
              <a:gd name="connsiteY1963" fmla="*/ 4779855 h 6858000"/>
              <a:gd name="connsiteX1964" fmla="*/ 3532899 w 6858000"/>
              <a:gd name="connsiteY1964" fmla="*/ 4779855 h 6858000"/>
              <a:gd name="connsiteX1965" fmla="*/ 4364174 w 6858000"/>
              <a:gd name="connsiteY1965" fmla="*/ 4779855 h 6858000"/>
              <a:gd name="connsiteX1966" fmla="*/ 4364174 w 6858000"/>
              <a:gd name="connsiteY1966" fmla="*/ 4987652 h 6858000"/>
              <a:gd name="connsiteX1967" fmla="*/ 4571972 w 6858000"/>
              <a:gd name="connsiteY1967" fmla="*/ 4987652 h 6858000"/>
              <a:gd name="connsiteX1968" fmla="*/ 4571972 w 6858000"/>
              <a:gd name="connsiteY1968" fmla="*/ 4779855 h 6858000"/>
              <a:gd name="connsiteX1969" fmla="*/ 4364174 w 6858000"/>
              <a:gd name="connsiteY1969" fmla="*/ 4779855 h 6858000"/>
              <a:gd name="connsiteX1970" fmla="*/ 4571972 w 6858000"/>
              <a:gd name="connsiteY1970" fmla="*/ 4779855 h 6858000"/>
              <a:gd name="connsiteX1971" fmla="*/ 4571972 w 6858000"/>
              <a:gd name="connsiteY1971" fmla="*/ 4987652 h 6858000"/>
              <a:gd name="connsiteX1972" fmla="*/ 4779855 w 6858000"/>
              <a:gd name="connsiteY1972" fmla="*/ 4987652 h 6858000"/>
              <a:gd name="connsiteX1973" fmla="*/ 4779855 w 6858000"/>
              <a:gd name="connsiteY1973" fmla="*/ 4779855 h 6858000"/>
              <a:gd name="connsiteX1974" fmla="*/ 4571972 w 6858000"/>
              <a:gd name="connsiteY1974" fmla="*/ 4779855 h 6858000"/>
              <a:gd name="connsiteX1975" fmla="*/ 4987652 w 6858000"/>
              <a:gd name="connsiteY1975" fmla="*/ 4779855 h 6858000"/>
              <a:gd name="connsiteX1976" fmla="*/ 4987652 w 6858000"/>
              <a:gd name="connsiteY1976" fmla="*/ 4987652 h 6858000"/>
              <a:gd name="connsiteX1977" fmla="*/ 5195450 w 6858000"/>
              <a:gd name="connsiteY1977" fmla="*/ 4987652 h 6858000"/>
              <a:gd name="connsiteX1978" fmla="*/ 5195450 w 6858000"/>
              <a:gd name="connsiteY1978" fmla="*/ 4779855 h 6858000"/>
              <a:gd name="connsiteX1979" fmla="*/ 4987652 w 6858000"/>
              <a:gd name="connsiteY1979" fmla="*/ 4779855 h 6858000"/>
              <a:gd name="connsiteX1980" fmla="*/ 5403247 w 6858000"/>
              <a:gd name="connsiteY1980" fmla="*/ 4779855 h 6858000"/>
              <a:gd name="connsiteX1981" fmla="*/ 5403247 w 6858000"/>
              <a:gd name="connsiteY1981" fmla="*/ 4987652 h 6858000"/>
              <a:gd name="connsiteX1982" fmla="*/ 5611130 w 6858000"/>
              <a:gd name="connsiteY1982" fmla="*/ 4987652 h 6858000"/>
              <a:gd name="connsiteX1983" fmla="*/ 5611130 w 6858000"/>
              <a:gd name="connsiteY1983" fmla="*/ 4779855 h 6858000"/>
              <a:gd name="connsiteX1984" fmla="*/ 5403247 w 6858000"/>
              <a:gd name="connsiteY1984" fmla="*/ 4779855 h 6858000"/>
              <a:gd name="connsiteX1985" fmla="*/ 5611130 w 6858000"/>
              <a:gd name="connsiteY1985" fmla="*/ 4779855 h 6858000"/>
              <a:gd name="connsiteX1986" fmla="*/ 5611130 w 6858000"/>
              <a:gd name="connsiteY1986" fmla="*/ 4987652 h 6858000"/>
              <a:gd name="connsiteX1987" fmla="*/ 5818927 w 6858000"/>
              <a:gd name="connsiteY1987" fmla="*/ 4987652 h 6858000"/>
              <a:gd name="connsiteX1988" fmla="*/ 5818927 w 6858000"/>
              <a:gd name="connsiteY1988" fmla="*/ 4779855 h 6858000"/>
              <a:gd name="connsiteX1989" fmla="*/ 5611130 w 6858000"/>
              <a:gd name="connsiteY1989" fmla="*/ 4779855 h 6858000"/>
              <a:gd name="connsiteX1990" fmla="*/ 5818927 w 6858000"/>
              <a:gd name="connsiteY1990" fmla="*/ 4779855 h 6858000"/>
              <a:gd name="connsiteX1991" fmla="*/ 5818927 w 6858000"/>
              <a:gd name="connsiteY1991" fmla="*/ 4987652 h 6858000"/>
              <a:gd name="connsiteX1992" fmla="*/ 6026725 w 6858000"/>
              <a:gd name="connsiteY1992" fmla="*/ 4987652 h 6858000"/>
              <a:gd name="connsiteX1993" fmla="*/ 6026725 w 6858000"/>
              <a:gd name="connsiteY1993" fmla="*/ 4779855 h 6858000"/>
              <a:gd name="connsiteX1994" fmla="*/ 5818927 w 6858000"/>
              <a:gd name="connsiteY1994" fmla="*/ 4779855 h 6858000"/>
              <a:gd name="connsiteX1995" fmla="*/ 6026725 w 6858000"/>
              <a:gd name="connsiteY1995" fmla="*/ 4779855 h 6858000"/>
              <a:gd name="connsiteX1996" fmla="*/ 6026725 w 6858000"/>
              <a:gd name="connsiteY1996" fmla="*/ 4987652 h 6858000"/>
              <a:gd name="connsiteX1997" fmla="*/ 6234522 w 6858000"/>
              <a:gd name="connsiteY1997" fmla="*/ 4987652 h 6858000"/>
              <a:gd name="connsiteX1998" fmla="*/ 6234522 w 6858000"/>
              <a:gd name="connsiteY1998" fmla="*/ 4779855 h 6858000"/>
              <a:gd name="connsiteX1999" fmla="*/ 6026725 w 6858000"/>
              <a:gd name="connsiteY1999" fmla="*/ 4779855 h 6858000"/>
              <a:gd name="connsiteX2000" fmla="*/ 6234522 w 6858000"/>
              <a:gd name="connsiteY2000" fmla="*/ 4779855 h 6858000"/>
              <a:gd name="connsiteX2001" fmla="*/ 6234522 w 6858000"/>
              <a:gd name="connsiteY2001" fmla="*/ 4987652 h 6858000"/>
              <a:gd name="connsiteX2002" fmla="*/ 6442406 w 6858000"/>
              <a:gd name="connsiteY2002" fmla="*/ 4987652 h 6858000"/>
              <a:gd name="connsiteX2003" fmla="*/ 6442406 w 6858000"/>
              <a:gd name="connsiteY2003" fmla="*/ 4779855 h 6858000"/>
              <a:gd name="connsiteX2004" fmla="*/ 6234522 w 6858000"/>
              <a:gd name="connsiteY2004" fmla="*/ 4779855 h 6858000"/>
              <a:gd name="connsiteX2005" fmla="*/ 6442406 w 6858000"/>
              <a:gd name="connsiteY2005" fmla="*/ 4779855 h 6858000"/>
              <a:gd name="connsiteX2006" fmla="*/ 6442406 w 6858000"/>
              <a:gd name="connsiteY2006" fmla="*/ 4987652 h 6858000"/>
              <a:gd name="connsiteX2007" fmla="*/ 6650203 w 6858000"/>
              <a:gd name="connsiteY2007" fmla="*/ 4987652 h 6858000"/>
              <a:gd name="connsiteX2008" fmla="*/ 6650203 w 6858000"/>
              <a:gd name="connsiteY2008" fmla="*/ 4779855 h 6858000"/>
              <a:gd name="connsiteX2009" fmla="*/ 6442406 w 6858000"/>
              <a:gd name="connsiteY2009" fmla="*/ 4779855 h 6858000"/>
              <a:gd name="connsiteX2010" fmla="*/ 6650203 w 6858000"/>
              <a:gd name="connsiteY2010" fmla="*/ 4779855 h 6858000"/>
              <a:gd name="connsiteX2011" fmla="*/ 6650203 w 6858000"/>
              <a:gd name="connsiteY2011" fmla="*/ 4987652 h 6858000"/>
              <a:gd name="connsiteX2012" fmla="*/ 6858000 w 6858000"/>
              <a:gd name="connsiteY2012" fmla="*/ 4987652 h 6858000"/>
              <a:gd name="connsiteX2013" fmla="*/ 6858000 w 6858000"/>
              <a:gd name="connsiteY2013" fmla="*/ 4779855 h 6858000"/>
              <a:gd name="connsiteX2014" fmla="*/ 6650203 w 6858000"/>
              <a:gd name="connsiteY2014" fmla="*/ 4779855 h 6858000"/>
              <a:gd name="connsiteX2015" fmla="*/ 207797 w 6858000"/>
              <a:gd name="connsiteY2015" fmla="*/ 4987652 h 6858000"/>
              <a:gd name="connsiteX2016" fmla="*/ 207797 w 6858000"/>
              <a:gd name="connsiteY2016" fmla="*/ 5195450 h 6858000"/>
              <a:gd name="connsiteX2017" fmla="*/ 415595 w 6858000"/>
              <a:gd name="connsiteY2017" fmla="*/ 5195450 h 6858000"/>
              <a:gd name="connsiteX2018" fmla="*/ 415595 w 6858000"/>
              <a:gd name="connsiteY2018" fmla="*/ 4987652 h 6858000"/>
              <a:gd name="connsiteX2019" fmla="*/ 207797 w 6858000"/>
              <a:gd name="connsiteY2019" fmla="*/ 4987652 h 6858000"/>
              <a:gd name="connsiteX2020" fmla="*/ 831275 w 6858000"/>
              <a:gd name="connsiteY2020" fmla="*/ 4987652 h 6858000"/>
              <a:gd name="connsiteX2021" fmla="*/ 831275 w 6858000"/>
              <a:gd name="connsiteY2021" fmla="*/ 5195450 h 6858000"/>
              <a:gd name="connsiteX2022" fmla="*/ 1039073 w 6858000"/>
              <a:gd name="connsiteY2022" fmla="*/ 5195450 h 6858000"/>
              <a:gd name="connsiteX2023" fmla="*/ 1039073 w 6858000"/>
              <a:gd name="connsiteY2023" fmla="*/ 4987652 h 6858000"/>
              <a:gd name="connsiteX2024" fmla="*/ 831275 w 6858000"/>
              <a:gd name="connsiteY2024" fmla="*/ 4987652 h 6858000"/>
              <a:gd name="connsiteX2025" fmla="*/ 1039073 w 6858000"/>
              <a:gd name="connsiteY2025" fmla="*/ 4987652 h 6858000"/>
              <a:gd name="connsiteX2026" fmla="*/ 1039073 w 6858000"/>
              <a:gd name="connsiteY2026" fmla="*/ 5195450 h 6858000"/>
              <a:gd name="connsiteX2027" fmla="*/ 1246870 w 6858000"/>
              <a:gd name="connsiteY2027" fmla="*/ 5195450 h 6858000"/>
              <a:gd name="connsiteX2028" fmla="*/ 1246870 w 6858000"/>
              <a:gd name="connsiteY2028" fmla="*/ 4987652 h 6858000"/>
              <a:gd name="connsiteX2029" fmla="*/ 1039073 w 6858000"/>
              <a:gd name="connsiteY2029" fmla="*/ 4987652 h 6858000"/>
              <a:gd name="connsiteX2030" fmla="*/ 1246870 w 6858000"/>
              <a:gd name="connsiteY2030" fmla="*/ 4987652 h 6858000"/>
              <a:gd name="connsiteX2031" fmla="*/ 1246870 w 6858000"/>
              <a:gd name="connsiteY2031" fmla="*/ 5195450 h 6858000"/>
              <a:gd name="connsiteX2032" fmla="*/ 1454753 w 6858000"/>
              <a:gd name="connsiteY2032" fmla="*/ 5195450 h 6858000"/>
              <a:gd name="connsiteX2033" fmla="*/ 1454753 w 6858000"/>
              <a:gd name="connsiteY2033" fmla="*/ 4987652 h 6858000"/>
              <a:gd name="connsiteX2034" fmla="*/ 1246870 w 6858000"/>
              <a:gd name="connsiteY2034" fmla="*/ 4987652 h 6858000"/>
              <a:gd name="connsiteX2035" fmla="*/ 1454753 w 6858000"/>
              <a:gd name="connsiteY2035" fmla="*/ 4987652 h 6858000"/>
              <a:gd name="connsiteX2036" fmla="*/ 1454753 w 6858000"/>
              <a:gd name="connsiteY2036" fmla="*/ 5195450 h 6858000"/>
              <a:gd name="connsiteX2037" fmla="*/ 1662551 w 6858000"/>
              <a:gd name="connsiteY2037" fmla="*/ 5195450 h 6858000"/>
              <a:gd name="connsiteX2038" fmla="*/ 1662551 w 6858000"/>
              <a:gd name="connsiteY2038" fmla="*/ 4987652 h 6858000"/>
              <a:gd name="connsiteX2039" fmla="*/ 1454753 w 6858000"/>
              <a:gd name="connsiteY2039" fmla="*/ 4987652 h 6858000"/>
              <a:gd name="connsiteX2040" fmla="*/ 1662551 w 6858000"/>
              <a:gd name="connsiteY2040" fmla="*/ 4987652 h 6858000"/>
              <a:gd name="connsiteX2041" fmla="*/ 1662551 w 6858000"/>
              <a:gd name="connsiteY2041" fmla="*/ 5195450 h 6858000"/>
              <a:gd name="connsiteX2042" fmla="*/ 1870348 w 6858000"/>
              <a:gd name="connsiteY2042" fmla="*/ 5195450 h 6858000"/>
              <a:gd name="connsiteX2043" fmla="*/ 1870348 w 6858000"/>
              <a:gd name="connsiteY2043" fmla="*/ 4987652 h 6858000"/>
              <a:gd name="connsiteX2044" fmla="*/ 1662551 w 6858000"/>
              <a:gd name="connsiteY2044" fmla="*/ 4987652 h 6858000"/>
              <a:gd name="connsiteX2045" fmla="*/ 2286029 w 6858000"/>
              <a:gd name="connsiteY2045" fmla="*/ 4987652 h 6858000"/>
              <a:gd name="connsiteX2046" fmla="*/ 2286029 w 6858000"/>
              <a:gd name="connsiteY2046" fmla="*/ 5195450 h 6858000"/>
              <a:gd name="connsiteX2047" fmla="*/ 2493826 w 6858000"/>
              <a:gd name="connsiteY2047" fmla="*/ 5195450 h 6858000"/>
              <a:gd name="connsiteX2048" fmla="*/ 2493826 w 6858000"/>
              <a:gd name="connsiteY2048" fmla="*/ 4987652 h 6858000"/>
              <a:gd name="connsiteX2049" fmla="*/ 2286029 w 6858000"/>
              <a:gd name="connsiteY2049" fmla="*/ 4987652 h 6858000"/>
              <a:gd name="connsiteX2050" fmla="*/ 2493826 w 6858000"/>
              <a:gd name="connsiteY2050" fmla="*/ 4987652 h 6858000"/>
              <a:gd name="connsiteX2051" fmla="*/ 2493826 w 6858000"/>
              <a:gd name="connsiteY2051" fmla="*/ 5195450 h 6858000"/>
              <a:gd name="connsiteX2052" fmla="*/ 2701623 w 6858000"/>
              <a:gd name="connsiteY2052" fmla="*/ 5195450 h 6858000"/>
              <a:gd name="connsiteX2053" fmla="*/ 2701623 w 6858000"/>
              <a:gd name="connsiteY2053" fmla="*/ 4987652 h 6858000"/>
              <a:gd name="connsiteX2054" fmla="*/ 2493826 w 6858000"/>
              <a:gd name="connsiteY2054" fmla="*/ 4987652 h 6858000"/>
              <a:gd name="connsiteX2055" fmla="*/ 2909421 w 6858000"/>
              <a:gd name="connsiteY2055" fmla="*/ 4987652 h 6858000"/>
              <a:gd name="connsiteX2056" fmla="*/ 2909421 w 6858000"/>
              <a:gd name="connsiteY2056" fmla="*/ 5195450 h 6858000"/>
              <a:gd name="connsiteX2057" fmla="*/ 3117304 w 6858000"/>
              <a:gd name="connsiteY2057" fmla="*/ 5195450 h 6858000"/>
              <a:gd name="connsiteX2058" fmla="*/ 3117304 w 6858000"/>
              <a:gd name="connsiteY2058" fmla="*/ 4987652 h 6858000"/>
              <a:gd name="connsiteX2059" fmla="*/ 2909421 w 6858000"/>
              <a:gd name="connsiteY2059" fmla="*/ 4987652 h 6858000"/>
              <a:gd name="connsiteX2060" fmla="*/ 3117304 w 6858000"/>
              <a:gd name="connsiteY2060" fmla="*/ 4987652 h 6858000"/>
              <a:gd name="connsiteX2061" fmla="*/ 3117304 w 6858000"/>
              <a:gd name="connsiteY2061" fmla="*/ 5195450 h 6858000"/>
              <a:gd name="connsiteX2062" fmla="*/ 3325101 w 6858000"/>
              <a:gd name="connsiteY2062" fmla="*/ 5195450 h 6858000"/>
              <a:gd name="connsiteX2063" fmla="*/ 3325101 w 6858000"/>
              <a:gd name="connsiteY2063" fmla="*/ 4987652 h 6858000"/>
              <a:gd name="connsiteX2064" fmla="*/ 3117304 w 6858000"/>
              <a:gd name="connsiteY2064" fmla="*/ 4987652 h 6858000"/>
              <a:gd name="connsiteX2065" fmla="*/ 3948579 w 6858000"/>
              <a:gd name="connsiteY2065" fmla="*/ 4987652 h 6858000"/>
              <a:gd name="connsiteX2066" fmla="*/ 3948579 w 6858000"/>
              <a:gd name="connsiteY2066" fmla="*/ 5195450 h 6858000"/>
              <a:gd name="connsiteX2067" fmla="*/ 4156377 w 6858000"/>
              <a:gd name="connsiteY2067" fmla="*/ 5195450 h 6858000"/>
              <a:gd name="connsiteX2068" fmla="*/ 4156377 w 6858000"/>
              <a:gd name="connsiteY2068" fmla="*/ 4987652 h 6858000"/>
              <a:gd name="connsiteX2069" fmla="*/ 3948579 w 6858000"/>
              <a:gd name="connsiteY2069" fmla="*/ 4987652 h 6858000"/>
              <a:gd name="connsiteX2070" fmla="*/ 4156377 w 6858000"/>
              <a:gd name="connsiteY2070" fmla="*/ 4987652 h 6858000"/>
              <a:gd name="connsiteX2071" fmla="*/ 4156377 w 6858000"/>
              <a:gd name="connsiteY2071" fmla="*/ 5195450 h 6858000"/>
              <a:gd name="connsiteX2072" fmla="*/ 4364174 w 6858000"/>
              <a:gd name="connsiteY2072" fmla="*/ 5195450 h 6858000"/>
              <a:gd name="connsiteX2073" fmla="*/ 4364174 w 6858000"/>
              <a:gd name="connsiteY2073" fmla="*/ 4987652 h 6858000"/>
              <a:gd name="connsiteX2074" fmla="*/ 4156377 w 6858000"/>
              <a:gd name="connsiteY2074" fmla="*/ 4987652 h 6858000"/>
              <a:gd name="connsiteX2075" fmla="*/ 4779855 w 6858000"/>
              <a:gd name="connsiteY2075" fmla="*/ 4987652 h 6858000"/>
              <a:gd name="connsiteX2076" fmla="*/ 4779855 w 6858000"/>
              <a:gd name="connsiteY2076" fmla="*/ 5195450 h 6858000"/>
              <a:gd name="connsiteX2077" fmla="*/ 4987652 w 6858000"/>
              <a:gd name="connsiteY2077" fmla="*/ 5195450 h 6858000"/>
              <a:gd name="connsiteX2078" fmla="*/ 4987652 w 6858000"/>
              <a:gd name="connsiteY2078" fmla="*/ 4987652 h 6858000"/>
              <a:gd name="connsiteX2079" fmla="*/ 4779855 w 6858000"/>
              <a:gd name="connsiteY2079" fmla="*/ 4987652 h 6858000"/>
              <a:gd name="connsiteX2080" fmla="*/ 4987652 w 6858000"/>
              <a:gd name="connsiteY2080" fmla="*/ 4987652 h 6858000"/>
              <a:gd name="connsiteX2081" fmla="*/ 4987652 w 6858000"/>
              <a:gd name="connsiteY2081" fmla="*/ 5195450 h 6858000"/>
              <a:gd name="connsiteX2082" fmla="*/ 5195450 w 6858000"/>
              <a:gd name="connsiteY2082" fmla="*/ 5195450 h 6858000"/>
              <a:gd name="connsiteX2083" fmla="*/ 5195450 w 6858000"/>
              <a:gd name="connsiteY2083" fmla="*/ 4987652 h 6858000"/>
              <a:gd name="connsiteX2084" fmla="*/ 4987652 w 6858000"/>
              <a:gd name="connsiteY2084" fmla="*/ 4987652 h 6858000"/>
              <a:gd name="connsiteX2085" fmla="*/ 5195450 w 6858000"/>
              <a:gd name="connsiteY2085" fmla="*/ 4987652 h 6858000"/>
              <a:gd name="connsiteX2086" fmla="*/ 5195450 w 6858000"/>
              <a:gd name="connsiteY2086" fmla="*/ 5195450 h 6858000"/>
              <a:gd name="connsiteX2087" fmla="*/ 5403247 w 6858000"/>
              <a:gd name="connsiteY2087" fmla="*/ 5195450 h 6858000"/>
              <a:gd name="connsiteX2088" fmla="*/ 5403247 w 6858000"/>
              <a:gd name="connsiteY2088" fmla="*/ 4987652 h 6858000"/>
              <a:gd name="connsiteX2089" fmla="*/ 5195450 w 6858000"/>
              <a:gd name="connsiteY2089" fmla="*/ 4987652 h 6858000"/>
              <a:gd name="connsiteX2090" fmla="*/ 5403247 w 6858000"/>
              <a:gd name="connsiteY2090" fmla="*/ 4987652 h 6858000"/>
              <a:gd name="connsiteX2091" fmla="*/ 5403247 w 6858000"/>
              <a:gd name="connsiteY2091" fmla="*/ 5195450 h 6858000"/>
              <a:gd name="connsiteX2092" fmla="*/ 5611130 w 6858000"/>
              <a:gd name="connsiteY2092" fmla="*/ 5195450 h 6858000"/>
              <a:gd name="connsiteX2093" fmla="*/ 5611130 w 6858000"/>
              <a:gd name="connsiteY2093" fmla="*/ 4987652 h 6858000"/>
              <a:gd name="connsiteX2094" fmla="*/ 5403247 w 6858000"/>
              <a:gd name="connsiteY2094" fmla="*/ 4987652 h 6858000"/>
              <a:gd name="connsiteX2095" fmla="*/ 5611130 w 6858000"/>
              <a:gd name="connsiteY2095" fmla="*/ 4987652 h 6858000"/>
              <a:gd name="connsiteX2096" fmla="*/ 5611130 w 6858000"/>
              <a:gd name="connsiteY2096" fmla="*/ 5195450 h 6858000"/>
              <a:gd name="connsiteX2097" fmla="*/ 5818927 w 6858000"/>
              <a:gd name="connsiteY2097" fmla="*/ 5195450 h 6858000"/>
              <a:gd name="connsiteX2098" fmla="*/ 5818927 w 6858000"/>
              <a:gd name="connsiteY2098" fmla="*/ 4987652 h 6858000"/>
              <a:gd name="connsiteX2099" fmla="*/ 5611130 w 6858000"/>
              <a:gd name="connsiteY2099" fmla="*/ 4987652 h 6858000"/>
              <a:gd name="connsiteX2100" fmla="*/ 5818927 w 6858000"/>
              <a:gd name="connsiteY2100" fmla="*/ 4987652 h 6858000"/>
              <a:gd name="connsiteX2101" fmla="*/ 5818927 w 6858000"/>
              <a:gd name="connsiteY2101" fmla="*/ 5195450 h 6858000"/>
              <a:gd name="connsiteX2102" fmla="*/ 6026725 w 6858000"/>
              <a:gd name="connsiteY2102" fmla="*/ 5195450 h 6858000"/>
              <a:gd name="connsiteX2103" fmla="*/ 6026725 w 6858000"/>
              <a:gd name="connsiteY2103" fmla="*/ 4987652 h 6858000"/>
              <a:gd name="connsiteX2104" fmla="*/ 5818927 w 6858000"/>
              <a:gd name="connsiteY2104" fmla="*/ 4987652 h 6858000"/>
              <a:gd name="connsiteX2105" fmla="*/ 6026725 w 6858000"/>
              <a:gd name="connsiteY2105" fmla="*/ 4987652 h 6858000"/>
              <a:gd name="connsiteX2106" fmla="*/ 6026725 w 6858000"/>
              <a:gd name="connsiteY2106" fmla="*/ 5195450 h 6858000"/>
              <a:gd name="connsiteX2107" fmla="*/ 6234522 w 6858000"/>
              <a:gd name="connsiteY2107" fmla="*/ 5195450 h 6858000"/>
              <a:gd name="connsiteX2108" fmla="*/ 6234522 w 6858000"/>
              <a:gd name="connsiteY2108" fmla="*/ 4987652 h 6858000"/>
              <a:gd name="connsiteX2109" fmla="*/ 6026725 w 6858000"/>
              <a:gd name="connsiteY2109" fmla="*/ 4987652 h 6858000"/>
              <a:gd name="connsiteX2110" fmla="*/ 6234522 w 6858000"/>
              <a:gd name="connsiteY2110" fmla="*/ 4987652 h 6858000"/>
              <a:gd name="connsiteX2111" fmla="*/ 6234522 w 6858000"/>
              <a:gd name="connsiteY2111" fmla="*/ 5195450 h 6858000"/>
              <a:gd name="connsiteX2112" fmla="*/ 6442406 w 6858000"/>
              <a:gd name="connsiteY2112" fmla="*/ 5195450 h 6858000"/>
              <a:gd name="connsiteX2113" fmla="*/ 6442406 w 6858000"/>
              <a:gd name="connsiteY2113" fmla="*/ 4987652 h 6858000"/>
              <a:gd name="connsiteX2114" fmla="*/ 6234522 w 6858000"/>
              <a:gd name="connsiteY2114" fmla="*/ 4987652 h 6858000"/>
              <a:gd name="connsiteX2115" fmla="*/ 6442406 w 6858000"/>
              <a:gd name="connsiteY2115" fmla="*/ 4987652 h 6858000"/>
              <a:gd name="connsiteX2116" fmla="*/ 6442406 w 6858000"/>
              <a:gd name="connsiteY2116" fmla="*/ 5195450 h 6858000"/>
              <a:gd name="connsiteX2117" fmla="*/ 6650203 w 6858000"/>
              <a:gd name="connsiteY2117" fmla="*/ 5195450 h 6858000"/>
              <a:gd name="connsiteX2118" fmla="*/ 6650203 w 6858000"/>
              <a:gd name="connsiteY2118" fmla="*/ 4987652 h 6858000"/>
              <a:gd name="connsiteX2119" fmla="*/ 6442406 w 6858000"/>
              <a:gd name="connsiteY2119" fmla="*/ 4987652 h 6858000"/>
              <a:gd name="connsiteX2120" fmla="*/ 2493826 w 6858000"/>
              <a:gd name="connsiteY2120" fmla="*/ 5195450 h 6858000"/>
              <a:gd name="connsiteX2121" fmla="*/ 2493826 w 6858000"/>
              <a:gd name="connsiteY2121" fmla="*/ 5403247 h 6858000"/>
              <a:gd name="connsiteX2122" fmla="*/ 2701623 w 6858000"/>
              <a:gd name="connsiteY2122" fmla="*/ 5403247 h 6858000"/>
              <a:gd name="connsiteX2123" fmla="*/ 2701623 w 6858000"/>
              <a:gd name="connsiteY2123" fmla="*/ 5195450 h 6858000"/>
              <a:gd name="connsiteX2124" fmla="*/ 2493826 w 6858000"/>
              <a:gd name="connsiteY2124" fmla="*/ 5195450 h 6858000"/>
              <a:gd name="connsiteX2125" fmla="*/ 2701623 w 6858000"/>
              <a:gd name="connsiteY2125" fmla="*/ 5195450 h 6858000"/>
              <a:gd name="connsiteX2126" fmla="*/ 2701623 w 6858000"/>
              <a:gd name="connsiteY2126" fmla="*/ 5403247 h 6858000"/>
              <a:gd name="connsiteX2127" fmla="*/ 2909421 w 6858000"/>
              <a:gd name="connsiteY2127" fmla="*/ 5403247 h 6858000"/>
              <a:gd name="connsiteX2128" fmla="*/ 2909421 w 6858000"/>
              <a:gd name="connsiteY2128" fmla="*/ 5195450 h 6858000"/>
              <a:gd name="connsiteX2129" fmla="*/ 2701623 w 6858000"/>
              <a:gd name="connsiteY2129" fmla="*/ 5195450 h 6858000"/>
              <a:gd name="connsiteX2130" fmla="*/ 3117304 w 6858000"/>
              <a:gd name="connsiteY2130" fmla="*/ 5195450 h 6858000"/>
              <a:gd name="connsiteX2131" fmla="*/ 3117304 w 6858000"/>
              <a:gd name="connsiteY2131" fmla="*/ 5403247 h 6858000"/>
              <a:gd name="connsiteX2132" fmla="*/ 3325101 w 6858000"/>
              <a:gd name="connsiteY2132" fmla="*/ 5403247 h 6858000"/>
              <a:gd name="connsiteX2133" fmla="*/ 3325101 w 6858000"/>
              <a:gd name="connsiteY2133" fmla="*/ 5195450 h 6858000"/>
              <a:gd name="connsiteX2134" fmla="*/ 3117304 w 6858000"/>
              <a:gd name="connsiteY2134" fmla="*/ 5195450 h 6858000"/>
              <a:gd name="connsiteX2135" fmla="*/ 3325101 w 6858000"/>
              <a:gd name="connsiteY2135" fmla="*/ 5195450 h 6858000"/>
              <a:gd name="connsiteX2136" fmla="*/ 3325101 w 6858000"/>
              <a:gd name="connsiteY2136" fmla="*/ 5403247 h 6858000"/>
              <a:gd name="connsiteX2137" fmla="*/ 3532899 w 6858000"/>
              <a:gd name="connsiteY2137" fmla="*/ 5403247 h 6858000"/>
              <a:gd name="connsiteX2138" fmla="*/ 3532899 w 6858000"/>
              <a:gd name="connsiteY2138" fmla="*/ 5195450 h 6858000"/>
              <a:gd name="connsiteX2139" fmla="*/ 3325101 w 6858000"/>
              <a:gd name="connsiteY2139" fmla="*/ 5195450 h 6858000"/>
              <a:gd name="connsiteX2140" fmla="*/ 3948579 w 6858000"/>
              <a:gd name="connsiteY2140" fmla="*/ 5195450 h 6858000"/>
              <a:gd name="connsiteX2141" fmla="*/ 3948579 w 6858000"/>
              <a:gd name="connsiteY2141" fmla="*/ 5403247 h 6858000"/>
              <a:gd name="connsiteX2142" fmla="*/ 4156377 w 6858000"/>
              <a:gd name="connsiteY2142" fmla="*/ 5403247 h 6858000"/>
              <a:gd name="connsiteX2143" fmla="*/ 4156377 w 6858000"/>
              <a:gd name="connsiteY2143" fmla="*/ 5195450 h 6858000"/>
              <a:gd name="connsiteX2144" fmla="*/ 3948579 w 6858000"/>
              <a:gd name="connsiteY2144" fmla="*/ 5195450 h 6858000"/>
              <a:gd name="connsiteX2145" fmla="*/ 4571972 w 6858000"/>
              <a:gd name="connsiteY2145" fmla="*/ 5195450 h 6858000"/>
              <a:gd name="connsiteX2146" fmla="*/ 4571972 w 6858000"/>
              <a:gd name="connsiteY2146" fmla="*/ 5403247 h 6858000"/>
              <a:gd name="connsiteX2147" fmla="*/ 4779855 w 6858000"/>
              <a:gd name="connsiteY2147" fmla="*/ 5403247 h 6858000"/>
              <a:gd name="connsiteX2148" fmla="*/ 4779855 w 6858000"/>
              <a:gd name="connsiteY2148" fmla="*/ 5195450 h 6858000"/>
              <a:gd name="connsiteX2149" fmla="*/ 4571972 w 6858000"/>
              <a:gd name="connsiteY2149" fmla="*/ 5195450 h 6858000"/>
              <a:gd name="connsiteX2150" fmla="*/ 4987652 w 6858000"/>
              <a:gd name="connsiteY2150" fmla="*/ 5195450 h 6858000"/>
              <a:gd name="connsiteX2151" fmla="*/ 4987652 w 6858000"/>
              <a:gd name="connsiteY2151" fmla="*/ 5403247 h 6858000"/>
              <a:gd name="connsiteX2152" fmla="*/ 5195450 w 6858000"/>
              <a:gd name="connsiteY2152" fmla="*/ 5403247 h 6858000"/>
              <a:gd name="connsiteX2153" fmla="*/ 5195450 w 6858000"/>
              <a:gd name="connsiteY2153" fmla="*/ 5195450 h 6858000"/>
              <a:gd name="connsiteX2154" fmla="*/ 4987652 w 6858000"/>
              <a:gd name="connsiteY2154" fmla="*/ 5195450 h 6858000"/>
              <a:gd name="connsiteX2155" fmla="*/ 5818927 w 6858000"/>
              <a:gd name="connsiteY2155" fmla="*/ 5195450 h 6858000"/>
              <a:gd name="connsiteX2156" fmla="*/ 5818927 w 6858000"/>
              <a:gd name="connsiteY2156" fmla="*/ 5403247 h 6858000"/>
              <a:gd name="connsiteX2157" fmla="*/ 6026725 w 6858000"/>
              <a:gd name="connsiteY2157" fmla="*/ 5403247 h 6858000"/>
              <a:gd name="connsiteX2158" fmla="*/ 6026725 w 6858000"/>
              <a:gd name="connsiteY2158" fmla="*/ 5195450 h 6858000"/>
              <a:gd name="connsiteX2159" fmla="*/ 5818927 w 6858000"/>
              <a:gd name="connsiteY2159" fmla="*/ 5195450 h 6858000"/>
              <a:gd name="connsiteX2160" fmla="*/ 6234522 w 6858000"/>
              <a:gd name="connsiteY2160" fmla="*/ 5195450 h 6858000"/>
              <a:gd name="connsiteX2161" fmla="*/ 6234522 w 6858000"/>
              <a:gd name="connsiteY2161" fmla="*/ 5403247 h 6858000"/>
              <a:gd name="connsiteX2162" fmla="*/ 6442406 w 6858000"/>
              <a:gd name="connsiteY2162" fmla="*/ 5403247 h 6858000"/>
              <a:gd name="connsiteX2163" fmla="*/ 6442406 w 6858000"/>
              <a:gd name="connsiteY2163" fmla="*/ 5195450 h 6858000"/>
              <a:gd name="connsiteX2164" fmla="*/ 6234522 w 6858000"/>
              <a:gd name="connsiteY2164" fmla="*/ 5195450 h 6858000"/>
              <a:gd name="connsiteX2165" fmla="*/ 6442406 w 6858000"/>
              <a:gd name="connsiteY2165" fmla="*/ 5195450 h 6858000"/>
              <a:gd name="connsiteX2166" fmla="*/ 6442406 w 6858000"/>
              <a:gd name="connsiteY2166" fmla="*/ 5403247 h 6858000"/>
              <a:gd name="connsiteX2167" fmla="*/ 6650203 w 6858000"/>
              <a:gd name="connsiteY2167" fmla="*/ 5403247 h 6858000"/>
              <a:gd name="connsiteX2168" fmla="*/ 6650203 w 6858000"/>
              <a:gd name="connsiteY2168" fmla="*/ 5195450 h 6858000"/>
              <a:gd name="connsiteX2169" fmla="*/ 6442406 w 6858000"/>
              <a:gd name="connsiteY2169" fmla="*/ 5195450 h 6858000"/>
              <a:gd name="connsiteX2170" fmla="*/ 0 w 6858000"/>
              <a:gd name="connsiteY2170" fmla="*/ 5403247 h 6858000"/>
              <a:gd name="connsiteX2171" fmla="*/ 0 w 6858000"/>
              <a:gd name="connsiteY2171" fmla="*/ 5611130 h 6858000"/>
              <a:gd name="connsiteX2172" fmla="*/ 207797 w 6858000"/>
              <a:gd name="connsiteY2172" fmla="*/ 5611130 h 6858000"/>
              <a:gd name="connsiteX2173" fmla="*/ 207797 w 6858000"/>
              <a:gd name="connsiteY2173" fmla="*/ 5403247 h 6858000"/>
              <a:gd name="connsiteX2174" fmla="*/ 0 w 6858000"/>
              <a:gd name="connsiteY2174" fmla="*/ 5403247 h 6858000"/>
              <a:gd name="connsiteX2175" fmla="*/ 207797 w 6858000"/>
              <a:gd name="connsiteY2175" fmla="*/ 5403247 h 6858000"/>
              <a:gd name="connsiteX2176" fmla="*/ 207797 w 6858000"/>
              <a:gd name="connsiteY2176" fmla="*/ 5611130 h 6858000"/>
              <a:gd name="connsiteX2177" fmla="*/ 415595 w 6858000"/>
              <a:gd name="connsiteY2177" fmla="*/ 5611130 h 6858000"/>
              <a:gd name="connsiteX2178" fmla="*/ 415595 w 6858000"/>
              <a:gd name="connsiteY2178" fmla="*/ 5403247 h 6858000"/>
              <a:gd name="connsiteX2179" fmla="*/ 207797 w 6858000"/>
              <a:gd name="connsiteY2179" fmla="*/ 5403247 h 6858000"/>
              <a:gd name="connsiteX2180" fmla="*/ 415595 w 6858000"/>
              <a:gd name="connsiteY2180" fmla="*/ 5403247 h 6858000"/>
              <a:gd name="connsiteX2181" fmla="*/ 415595 w 6858000"/>
              <a:gd name="connsiteY2181" fmla="*/ 5611130 h 6858000"/>
              <a:gd name="connsiteX2182" fmla="*/ 623478 w 6858000"/>
              <a:gd name="connsiteY2182" fmla="*/ 5611130 h 6858000"/>
              <a:gd name="connsiteX2183" fmla="*/ 623478 w 6858000"/>
              <a:gd name="connsiteY2183" fmla="*/ 5403247 h 6858000"/>
              <a:gd name="connsiteX2184" fmla="*/ 415595 w 6858000"/>
              <a:gd name="connsiteY2184" fmla="*/ 5403247 h 6858000"/>
              <a:gd name="connsiteX2185" fmla="*/ 623478 w 6858000"/>
              <a:gd name="connsiteY2185" fmla="*/ 5403247 h 6858000"/>
              <a:gd name="connsiteX2186" fmla="*/ 623478 w 6858000"/>
              <a:gd name="connsiteY2186" fmla="*/ 5611130 h 6858000"/>
              <a:gd name="connsiteX2187" fmla="*/ 831275 w 6858000"/>
              <a:gd name="connsiteY2187" fmla="*/ 5611130 h 6858000"/>
              <a:gd name="connsiteX2188" fmla="*/ 831275 w 6858000"/>
              <a:gd name="connsiteY2188" fmla="*/ 5403247 h 6858000"/>
              <a:gd name="connsiteX2189" fmla="*/ 623478 w 6858000"/>
              <a:gd name="connsiteY2189" fmla="*/ 5403247 h 6858000"/>
              <a:gd name="connsiteX2190" fmla="*/ 831275 w 6858000"/>
              <a:gd name="connsiteY2190" fmla="*/ 5403247 h 6858000"/>
              <a:gd name="connsiteX2191" fmla="*/ 831275 w 6858000"/>
              <a:gd name="connsiteY2191" fmla="*/ 5611130 h 6858000"/>
              <a:gd name="connsiteX2192" fmla="*/ 1039073 w 6858000"/>
              <a:gd name="connsiteY2192" fmla="*/ 5611130 h 6858000"/>
              <a:gd name="connsiteX2193" fmla="*/ 1039073 w 6858000"/>
              <a:gd name="connsiteY2193" fmla="*/ 5403247 h 6858000"/>
              <a:gd name="connsiteX2194" fmla="*/ 831275 w 6858000"/>
              <a:gd name="connsiteY2194" fmla="*/ 5403247 h 6858000"/>
              <a:gd name="connsiteX2195" fmla="*/ 1039073 w 6858000"/>
              <a:gd name="connsiteY2195" fmla="*/ 5403247 h 6858000"/>
              <a:gd name="connsiteX2196" fmla="*/ 1039073 w 6858000"/>
              <a:gd name="connsiteY2196" fmla="*/ 5611130 h 6858000"/>
              <a:gd name="connsiteX2197" fmla="*/ 1246870 w 6858000"/>
              <a:gd name="connsiteY2197" fmla="*/ 5611130 h 6858000"/>
              <a:gd name="connsiteX2198" fmla="*/ 1246870 w 6858000"/>
              <a:gd name="connsiteY2198" fmla="*/ 5403247 h 6858000"/>
              <a:gd name="connsiteX2199" fmla="*/ 1039073 w 6858000"/>
              <a:gd name="connsiteY2199" fmla="*/ 5403247 h 6858000"/>
              <a:gd name="connsiteX2200" fmla="*/ 1246870 w 6858000"/>
              <a:gd name="connsiteY2200" fmla="*/ 5403247 h 6858000"/>
              <a:gd name="connsiteX2201" fmla="*/ 1246870 w 6858000"/>
              <a:gd name="connsiteY2201" fmla="*/ 5611130 h 6858000"/>
              <a:gd name="connsiteX2202" fmla="*/ 1454753 w 6858000"/>
              <a:gd name="connsiteY2202" fmla="*/ 5611130 h 6858000"/>
              <a:gd name="connsiteX2203" fmla="*/ 1454753 w 6858000"/>
              <a:gd name="connsiteY2203" fmla="*/ 5403247 h 6858000"/>
              <a:gd name="connsiteX2204" fmla="*/ 1246870 w 6858000"/>
              <a:gd name="connsiteY2204" fmla="*/ 5403247 h 6858000"/>
              <a:gd name="connsiteX2205" fmla="*/ 1662551 w 6858000"/>
              <a:gd name="connsiteY2205" fmla="*/ 5403247 h 6858000"/>
              <a:gd name="connsiteX2206" fmla="*/ 1662551 w 6858000"/>
              <a:gd name="connsiteY2206" fmla="*/ 5611130 h 6858000"/>
              <a:gd name="connsiteX2207" fmla="*/ 1870348 w 6858000"/>
              <a:gd name="connsiteY2207" fmla="*/ 5611130 h 6858000"/>
              <a:gd name="connsiteX2208" fmla="*/ 1870348 w 6858000"/>
              <a:gd name="connsiteY2208" fmla="*/ 5403247 h 6858000"/>
              <a:gd name="connsiteX2209" fmla="*/ 1662551 w 6858000"/>
              <a:gd name="connsiteY2209" fmla="*/ 5403247 h 6858000"/>
              <a:gd name="connsiteX2210" fmla="*/ 1870348 w 6858000"/>
              <a:gd name="connsiteY2210" fmla="*/ 5403247 h 6858000"/>
              <a:gd name="connsiteX2211" fmla="*/ 1870348 w 6858000"/>
              <a:gd name="connsiteY2211" fmla="*/ 5611130 h 6858000"/>
              <a:gd name="connsiteX2212" fmla="*/ 2078145 w 6858000"/>
              <a:gd name="connsiteY2212" fmla="*/ 5611130 h 6858000"/>
              <a:gd name="connsiteX2213" fmla="*/ 2078145 w 6858000"/>
              <a:gd name="connsiteY2213" fmla="*/ 5403247 h 6858000"/>
              <a:gd name="connsiteX2214" fmla="*/ 1870348 w 6858000"/>
              <a:gd name="connsiteY2214" fmla="*/ 5403247 h 6858000"/>
              <a:gd name="connsiteX2215" fmla="*/ 2078145 w 6858000"/>
              <a:gd name="connsiteY2215" fmla="*/ 5403247 h 6858000"/>
              <a:gd name="connsiteX2216" fmla="*/ 2078145 w 6858000"/>
              <a:gd name="connsiteY2216" fmla="*/ 5611130 h 6858000"/>
              <a:gd name="connsiteX2217" fmla="*/ 2286029 w 6858000"/>
              <a:gd name="connsiteY2217" fmla="*/ 5611130 h 6858000"/>
              <a:gd name="connsiteX2218" fmla="*/ 2286029 w 6858000"/>
              <a:gd name="connsiteY2218" fmla="*/ 5403247 h 6858000"/>
              <a:gd name="connsiteX2219" fmla="*/ 2078145 w 6858000"/>
              <a:gd name="connsiteY2219" fmla="*/ 5403247 h 6858000"/>
              <a:gd name="connsiteX2220" fmla="*/ 2286029 w 6858000"/>
              <a:gd name="connsiteY2220" fmla="*/ 5403247 h 6858000"/>
              <a:gd name="connsiteX2221" fmla="*/ 2286029 w 6858000"/>
              <a:gd name="connsiteY2221" fmla="*/ 5611130 h 6858000"/>
              <a:gd name="connsiteX2222" fmla="*/ 2493826 w 6858000"/>
              <a:gd name="connsiteY2222" fmla="*/ 5611130 h 6858000"/>
              <a:gd name="connsiteX2223" fmla="*/ 2493826 w 6858000"/>
              <a:gd name="connsiteY2223" fmla="*/ 5403247 h 6858000"/>
              <a:gd name="connsiteX2224" fmla="*/ 2286029 w 6858000"/>
              <a:gd name="connsiteY2224" fmla="*/ 5403247 h 6858000"/>
              <a:gd name="connsiteX2225" fmla="*/ 2909421 w 6858000"/>
              <a:gd name="connsiteY2225" fmla="*/ 5403247 h 6858000"/>
              <a:gd name="connsiteX2226" fmla="*/ 2909421 w 6858000"/>
              <a:gd name="connsiteY2226" fmla="*/ 5611130 h 6858000"/>
              <a:gd name="connsiteX2227" fmla="*/ 3117304 w 6858000"/>
              <a:gd name="connsiteY2227" fmla="*/ 5611130 h 6858000"/>
              <a:gd name="connsiteX2228" fmla="*/ 3117304 w 6858000"/>
              <a:gd name="connsiteY2228" fmla="*/ 5403247 h 6858000"/>
              <a:gd name="connsiteX2229" fmla="*/ 2909421 w 6858000"/>
              <a:gd name="connsiteY2229" fmla="*/ 5403247 h 6858000"/>
              <a:gd name="connsiteX2230" fmla="*/ 3117304 w 6858000"/>
              <a:gd name="connsiteY2230" fmla="*/ 5403247 h 6858000"/>
              <a:gd name="connsiteX2231" fmla="*/ 3117304 w 6858000"/>
              <a:gd name="connsiteY2231" fmla="*/ 5611130 h 6858000"/>
              <a:gd name="connsiteX2232" fmla="*/ 3325101 w 6858000"/>
              <a:gd name="connsiteY2232" fmla="*/ 5611130 h 6858000"/>
              <a:gd name="connsiteX2233" fmla="*/ 3325101 w 6858000"/>
              <a:gd name="connsiteY2233" fmla="*/ 5403247 h 6858000"/>
              <a:gd name="connsiteX2234" fmla="*/ 3117304 w 6858000"/>
              <a:gd name="connsiteY2234" fmla="*/ 5403247 h 6858000"/>
              <a:gd name="connsiteX2235" fmla="*/ 3325101 w 6858000"/>
              <a:gd name="connsiteY2235" fmla="*/ 5403247 h 6858000"/>
              <a:gd name="connsiteX2236" fmla="*/ 3325101 w 6858000"/>
              <a:gd name="connsiteY2236" fmla="*/ 5611130 h 6858000"/>
              <a:gd name="connsiteX2237" fmla="*/ 3532899 w 6858000"/>
              <a:gd name="connsiteY2237" fmla="*/ 5611130 h 6858000"/>
              <a:gd name="connsiteX2238" fmla="*/ 3532899 w 6858000"/>
              <a:gd name="connsiteY2238" fmla="*/ 5403247 h 6858000"/>
              <a:gd name="connsiteX2239" fmla="*/ 3325101 w 6858000"/>
              <a:gd name="connsiteY2239" fmla="*/ 5403247 h 6858000"/>
              <a:gd name="connsiteX2240" fmla="*/ 3532899 w 6858000"/>
              <a:gd name="connsiteY2240" fmla="*/ 5403247 h 6858000"/>
              <a:gd name="connsiteX2241" fmla="*/ 3532899 w 6858000"/>
              <a:gd name="connsiteY2241" fmla="*/ 5611130 h 6858000"/>
              <a:gd name="connsiteX2242" fmla="*/ 3740696 w 6858000"/>
              <a:gd name="connsiteY2242" fmla="*/ 5611130 h 6858000"/>
              <a:gd name="connsiteX2243" fmla="*/ 3740696 w 6858000"/>
              <a:gd name="connsiteY2243" fmla="*/ 5403247 h 6858000"/>
              <a:gd name="connsiteX2244" fmla="*/ 3532899 w 6858000"/>
              <a:gd name="connsiteY2244" fmla="*/ 5403247 h 6858000"/>
              <a:gd name="connsiteX2245" fmla="*/ 4364174 w 6858000"/>
              <a:gd name="connsiteY2245" fmla="*/ 5403247 h 6858000"/>
              <a:gd name="connsiteX2246" fmla="*/ 4364174 w 6858000"/>
              <a:gd name="connsiteY2246" fmla="*/ 5611130 h 6858000"/>
              <a:gd name="connsiteX2247" fmla="*/ 4571972 w 6858000"/>
              <a:gd name="connsiteY2247" fmla="*/ 5611130 h 6858000"/>
              <a:gd name="connsiteX2248" fmla="*/ 4571972 w 6858000"/>
              <a:gd name="connsiteY2248" fmla="*/ 5403247 h 6858000"/>
              <a:gd name="connsiteX2249" fmla="*/ 4364174 w 6858000"/>
              <a:gd name="connsiteY2249" fmla="*/ 5403247 h 6858000"/>
              <a:gd name="connsiteX2250" fmla="*/ 4571972 w 6858000"/>
              <a:gd name="connsiteY2250" fmla="*/ 5403247 h 6858000"/>
              <a:gd name="connsiteX2251" fmla="*/ 4571972 w 6858000"/>
              <a:gd name="connsiteY2251" fmla="*/ 5611130 h 6858000"/>
              <a:gd name="connsiteX2252" fmla="*/ 4779855 w 6858000"/>
              <a:gd name="connsiteY2252" fmla="*/ 5611130 h 6858000"/>
              <a:gd name="connsiteX2253" fmla="*/ 4779855 w 6858000"/>
              <a:gd name="connsiteY2253" fmla="*/ 5403247 h 6858000"/>
              <a:gd name="connsiteX2254" fmla="*/ 4571972 w 6858000"/>
              <a:gd name="connsiteY2254" fmla="*/ 5403247 h 6858000"/>
              <a:gd name="connsiteX2255" fmla="*/ 4779855 w 6858000"/>
              <a:gd name="connsiteY2255" fmla="*/ 5403247 h 6858000"/>
              <a:gd name="connsiteX2256" fmla="*/ 4779855 w 6858000"/>
              <a:gd name="connsiteY2256" fmla="*/ 5611130 h 6858000"/>
              <a:gd name="connsiteX2257" fmla="*/ 4987652 w 6858000"/>
              <a:gd name="connsiteY2257" fmla="*/ 5611130 h 6858000"/>
              <a:gd name="connsiteX2258" fmla="*/ 4987652 w 6858000"/>
              <a:gd name="connsiteY2258" fmla="*/ 5403247 h 6858000"/>
              <a:gd name="connsiteX2259" fmla="*/ 4779855 w 6858000"/>
              <a:gd name="connsiteY2259" fmla="*/ 5403247 h 6858000"/>
              <a:gd name="connsiteX2260" fmla="*/ 4987652 w 6858000"/>
              <a:gd name="connsiteY2260" fmla="*/ 5403247 h 6858000"/>
              <a:gd name="connsiteX2261" fmla="*/ 4987652 w 6858000"/>
              <a:gd name="connsiteY2261" fmla="*/ 5611130 h 6858000"/>
              <a:gd name="connsiteX2262" fmla="*/ 5195450 w 6858000"/>
              <a:gd name="connsiteY2262" fmla="*/ 5611130 h 6858000"/>
              <a:gd name="connsiteX2263" fmla="*/ 5195450 w 6858000"/>
              <a:gd name="connsiteY2263" fmla="*/ 5403247 h 6858000"/>
              <a:gd name="connsiteX2264" fmla="*/ 4987652 w 6858000"/>
              <a:gd name="connsiteY2264" fmla="*/ 5403247 h 6858000"/>
              <a:gd name="connsiteX2265" fmla="*/ 5403247 w 6858000"/>
              <a:gd name="connsiteY2265" fmla="*/ 5403247 h 6858000"/>
              <a:gd name="connsiteX2266" fmla="*/ 5403247 w 6858000"/>
              <a:gd name="connsiteY2266" fmla="*/ 5611130 h 6858000"/>
              <a:gd name="connsiteX2267" fmla="*/ 5611130 w 6858000"/>
              <a:gd name="connsiteY2267" fmla="*/ 5611130 h 6858000"/>
              <a:gd name="connsiteX2268" fmla="*/ 5611130 w 6858000"/>
              <a:gd name="connsiteY2268" fmla="*/ 5403247 h 6858000"/>
              <a:gd name="connsiteX2269" fmla="*/ 5403247 w 6858000"/>
              <a:gd name="connsiteY2269" fmla="*/ 5403247 h 6858000"/>
              <a:gd name="connsiteX2270" fmla="*/ 5818927 w 6858000"/>
              <a:gd name="connsiteY2270" fmla="*/ 5403247 h 6858000"/>
              <a:gd name="connsiteX2271" fmla="*/ 5818927 w 6858000"/>
              <a:gd name="connsiteY2271" fmla="*/ 5611130 h 6858000"/>
              <a:gd name="connsiteX2272" fmla="*/ 6026725 w 6858000"/>
              <a:gd name="connsiteY2272" fmla="*/ 5611130 h 6858000"/>
              <a:gd name="connsiteX2273" fmla="*/ 6026725 w 6858000"/>
              <a:gd name="connsiteY2273" fmla="*/ 5403247 h 6858000"/>
              <a:gd name="connsiteX2274" fmla="*/ 5818927 w 6858000"/>
              <a:gd name="connsiteY2274" fmla="*/ 5403247 h 6858000"/>
              <a:gd name="connsiteX2275" fmla="*/ 6234522 w 6858000"/>
              <a:gd name="connsiteY2275" fmla="*/ 5403247 h 6858000"/>
              <a:gd name="connsiteX2276" fmla="*/ 6234522 w 6858000"/>
              <a:gd name="connsiteY2276" fmla="*/ 5611130 h 6858000"/>
              <a:gd name="connsiteX2277" fmla="*/ 6442406 w 6858000"/>
              <a:gd name="connsiteY2277" fmla="*/ 5611130 h 6858000"/>
              <a:gd name="connsiteX2278" fmla="*/ 6442406 w 6858000"/>
              <a:gd name="connsiteY2278" fmla="*/ 5403247 h 6858000"/>
              <a:gd name="connsiteX2279" fmla="*/ 6234522 w 6858000"/>
              <a:gd name="connsiteY2279" fmla="*/ 5403247 h 6858000"/>
              <a:gd name="connsiteX2280" fmla="*/ 6442406 w 6858000"/>
              <a:gd name="connsiteY2280" fmla="*/ 5403247 h 6858000"/>
              <a:gd name="connsiteX2281" fmla="*/ 6442406 w 6858000"/>
              <a:gd name="connsiteY2281" fmla="*/ 5611130 h 6858000"/>
              <a:gd name="connsiteX2282" fmla="*/ 6650203 w 6858000"/>
              <a:gd name="connsiteY2282" fmla="*/ 5611130 h 6858000"/>
              <a:gd name="connsiteX2283" fmla="*/ 6650203 w 6858000"/>
              <a:gd name="connsiteY2283" fmla="*/ 5403247 h 6858000"/>
              <a:gd name="connsiteX2284" fmla="*/ 6442406 w 6858000"/>
              <a:gd name="connsiteY2284" fmla="*/ 5403247 h 6858000"/>
              <a:gd name="connsiteX2285" fmla="*/ 0 w 6858000"/>
              <a:gd name="connsiteY2285" fmla="*/ 5611130 h 6858000"/>
              <a:gd name="connsiteX2286" fmla="*/ 0 w 6858000"/>
              <a:gd name="connsiteY2286" fmla="*/ 5818927 h 6858000"/>
              <a:gd name="connsiteX2287" fmla="*/ 207797 w 6858000"/>
              <a:gd name="connsiteY2287" fmla="*/ 5818927 h 6858000"/>
              <a:gd name="connsiteX2288" fmla="*/ 207797 w 6858000"/>
              <a:gd name="connsiteY2288" fmla="*/ 5611130 h 6858000"/>
              <a:gd name="connsiteX2289" fmla="*/ 0 w 6858000"/>
              <a:gd name="connsiteY2289" fmla="*/ 5611130 h 6858000"/>
              <a:gd name="connsiteX2290" fmla="*/ 1246870 w 6858000"/>
              <a:gd name="connsiteY2290" fmla="*/ 5611130 h 6858000"/>
              <a:gd name="connsiteX2291" fmla="*/ 1246870 w 6858000"/>
              <a:gd name="connsiteY2291" fmla="*/ 5818927 h 6858000"/>
              <a:gd name="connsiteX2292" fmla="*/ 1454753 w 6858000"/>
              <a:gd name="connsiteY2292" fmla="*/ 5818927 h 6858000"/>
              <a:gd name="connsiteX2293" fmla="*/ 1454753 w 6858000"/>
              <a:gd name="connsiteY2293" fmla="*/ 5611130 h 6858000"/>
              <a:gd name="connsiteX2294" fmla="*/ 1246870 w 6858000"/>
              <a:gd name="connsiteY2294" fmla="*/ 5611130 h 6858000"/>
              <a:gd name="connsiteX2295" fmla="*/ 1870348 w 6858000"/>
              <a:gd name="connsiteY2295" fmla="*/ 5611130 h 6858000"/>
              <a:gd name="connsiteX2296" fmla="*/ 1870348 w 6858000"/>
              <a:gd name="connsiteY2296" fmla="*/ 5818927 h 6858000"/>
              <a:gd name="connsiteX2297" fmla="*/ 2078145 w 6858000"/>
              <a:gd name="connsiteY2297" fmla="*/ 5818927 h 6858000"/>
              <a:gd name="connsiteX2298" fmla="*/ 2078145 w 6858000"/>
              <a:gd name="connsiteY2298" fmla="*/ 5611130 h 6858000"/>
              <a:gd name="connsiteX2299" fmla="*/ 1870348 w 6858000"/>
              <a:gd name="connsiteY2299" fmla="*/ 5611130 h 6858000"/>
              <a:gd name="connsiteX2300" fmla="*/ 2078145 w 6858000"/>
              <a:gd name="connsiteY2300" fmla="*/ 5611130 h 6858000"/>
              <a:gd name="connsiteX2301" fmla="*/ 2078145 w 6858000"/>
              <a:gd name="connsiteY2301" fmla="*/ 5818927 h 6858000"/>
              <a:gd name="connsiteX2302" fmla="*/ 2286029 w 6858000"/>
              <a:gd name="connsiteY2302" fmla="*/ 5818927 h 6858000"/>
              <a:gd name="connsiteX2303" fmla="*/ 2286029 w 6858000"/>
              <a:gd name="connsiteY2303" fmla="*/ 5611130 h 6858000"/>
              <a:gd name="connsiteX2304" fmla="*/ 2078145 w 6858000"/>
              <a:gd name="connsiteY2304" fmla="*/ 5611130 h 6858000"/>
              <a:gd name="connsiteX2305" fmla="*/ 2286029 w 6858000"/>
              <a:gd name="connsiteY2305" fmla="*/ 5611130 h 6858000"/>
              <a:gd name="connsiteX2306" fmla="*/ 2286029 w 6858000"/>
              <a:gd name="connsiteY2306" fmla="*/ 5818927 h 6858000"/>
              <a:gd name="connsiteX2307" fmla="*/ 2493826 w 6858000"/>
              <a:gd name="connsiteY2307" fmla="*/ 5818927 h 6858000"/>
              <a:gd name="connsiteX2308" fmla="*/ 2493826 w 6858000"/>
              <a:gd name="connsiteY2308" fmla="*/ 5611130 h 6858000"/>
              <a:gd name="connsiteX2309" fmla="*/ 2286029 w 6858000"/>
              <a:gd name="connsiteY2309" fmla="*/ 5611130 h 6858000"/>
              <a:gd name="connsiteX2310" fmla="*/ 2701623 w 6858000"/>
              <a:gd name="connsiteY2310" fmla="*/ 5611130 h 6858000"/>
              <a:gd name="connsiteX2311" fmla="*/ 2701623 w 6858000"/>
              <a:gd name="connsiteY2311" fmla="*/ 5818927 h 6858000"/>
              <a:gd name="connsiteX2312" fmla="*/ 2909421 w 6858000"/>
              <a:gd name="connsiteY2312" fmla="*/ 5818927 h 6858000"/>
              <a:gd name="connsiteX2313" fmla="*/ 2909421 w 6858000"/>
              <a:gd name="connsiteY2313" fmla="*/ 5611130 h 6858000"/>
              <a:gd name="connsiteX2314" fmla="*/ 2701623 w 6858000"/>
              <a:gd name="connsiteY2314" fmla="*/ 5611130 h 6858000"/>
              <a:gd name="connsiteX2315" fmla="*/ 2909421 w 6858000"/>
              <a:gd name="connsiteY2315" fmla="*/ 5611130 h 6858000"/>
              <a:gd name="connsiteX2316" fmla="*/ 2909421 w 6858000"/>
              <a:gd name="connsiteY2316" fmla="*/ 5818927 h 6858000"/>
              <a:gd name="connsiteX2317" fmla="*/ 3117304 w 6858000"/>
              <a:gd name="connsiteY2317" fmla="*/ 5818927 h 6858000"/>
              <a:gd name="connsiteX2318" fmla="*/ 3117304 w 6858000"/>
              <a:gd name="connsiteY2318" fmla="*/ 5611130 h 6858000"/>
              <a:gd name="connsiteX2319" fmla="*/ 2909421 w 6858000"/>
              <a:gd name="connsiteY2319" fmla="*/ 5611130 h 6858000"/>
              <a:gd name="connsiteX2320" fmla="*/ 3740696 w 6858000"/>
              <a:gd name="connsiteY2320" fmla="*/ 5611130 h 6858000"/>
              <a:gd name="connsiteX2321" fmla="*/ 3740696 w 6858000"/>
              <a:gd name="connsiteY2321" fmla="*/ 5818927 h 6858000"/>
              <a:gd name="connsiteX2322" fmla="*/ 3948579 w 6858000"/>
              <a:gd name="connsiteY2322" fmla="*/ 5818927 h 6858000"/>
              <a:gd name="connsiteX2323" fmla="*/ 3948579 w 6858000"/>
              <a:gd name="connsiteY2323" fmla="*/ 5611130 h 6858000"/>
              <a:gd name="connsiteX2324" fmla="*/ 3740696 w 6858000"/>
              <a:gd name="connsiteY2324" fmla="*/ 5611130 h 6858000"/>
              <a:gd name="connsiteX2325" fmla="*/ 4156377 w 6858000"/>
              <a:gd name="connsiteY2325" fmla="*/ 5611130 h 6858000"/>
              <a:gd name="connsiteX2326" fmla="*/ 4156377 w 6858000"/>
              <a:gd name="connsiteY2326" fmla="*/ 5818927 h 6858000"/>
              <a:gd name="connsiteX2327" fmla="*/ 4364174 w 6858000"/>
              <a:gd name="connsiteY2327" fmla="*/ 5818927 h 6858000"/>
              <a:gd name="connsiteX2328" fmla="*/ 4364174 w 6858000"/>
              <a:gd name="connsiteY2328" fmla="*/ 5611130 h 6858000"/>
              <a:gd name="connsiteX2329" fmla="*/ 4156377 w 6858000"/>
              <a:gd name="connsiteY2329" fmla="*/ 5611130 h 6858000"/>
              <a:gd name="connsiteX2330" fmla="*/ 4987652 w 6858000"/>
              <a:gd name="connsiteY2330" fmla="*/ 5611130 h 6858000"/>
              <a:gd name="connsiteX2331" fmla="*/ 4987652 w 6858000"/>
              <a:gd name="connsiteY2331" fmla="*/ 5818927 h 6858000"/>
              <a:gd name="connsiteX2332" fmla="*/ 5195450 w 6858000"/>
              <a:gd name="connsiteY2332" fmla="*/ 5818927 h 6858000"/>
              <a:gd name="connsiteX2333" fmla="*/ 5195450 w 6858000"/>
              <a:gd name="connsiteY2333" fmla="*/ 5611130 h 6858000"/>
              <a:gd name="connsiteX2334" fmla="*/ 4987652 w 6858000"/>
              <a:gd name="connsiteY2334" fmla="*/ 5611130 h 6858000"/>
              <a:gd name="connsiteX2335" fmla="*/ 5818927 w 6858000"/>
              <a:gd name="connsiteY2335" fmla="*/ 5611130 h 6858000"/>
              <a:gd name="connsiteX2336" fmla="*/ 5818927 w 6858000"/>
              <a:gd name="connsiteY2336" fmla="*/ 5818927 h 6858000"/>
              <a:gd name="connsiteX2337" fmla="*/ 6026725 w 6858000"/>
              <a:gd name="connsiteY2337" fmla="*/ 5818927 h 6858000"/>
              <a:gd name="connsiteX2338" fmla="*/ 6026725 w 6858000"/>
              <a:gd name="connsiteY2338" fmla="*/ 5611130 h 6858000"/>
              <a:gd name="connsiteX2339" fmla="*/ 5818927 w 6858000"/>
              <a:gd name="connsiteY2339" fmla="*/ 5611130 h 6858000"/>
              <a:gd name="connsiteX2340" fmla="*/ 6026725 w 6858000"/>
              <a:gd name="connsiteY2340" fmla="*/ 5611130 h 6858000"/>
              <a:gd name="connsiteX2341" fmla="*/ 6026725 w 6858000"/>
              <a:gd name="connsiteY2341" fmla="*/ 5818927 h 6858000"/>
              <a:gd name="connsiteX2342" fmla="*/ 6234522 w 6858000"/>
              <a:gd name="connsiteY2342" fmla="*/ 5818927 h 6858000"/>
              <a:gd name="connsiteX2343" fmla="*/ 6234522 w 6858000"/>
              <a:gd name="connsiteY2343" fmla="*/ 5611130 h 6858000"/>
              <a:gd name="connsiteX2344" fmla="*/ 6026725 w 6858000"/>
              <a:gd name="connsiteY2344" fmla="*/ 5611130 h 6858000"/>
              <a:gd name="connsiteX2345" fmla="*/ 6234522 w 6858000"/>
              <a:gd name="connsiteY2345" fmla="*/ 5611130 h 6858000"/>
              <a:gd name="connsiteX2346" fmla="*/ 6234522 w 6858000"/>
              <a:gd name="connsiteY2346" fmla="*/ 5818927 h 6858000"/>
              <a:gd name="connsiteX2347" fmla="*/ 6442406 w 6858000"/>
              <a:gd name="connsiteY2347" fmla="*/ 5818927 h 6858000"/>
              <a:gd name="connsiteX2348" fmla="*/ 6442406 w 6858000"/>
              <a:gd name="connsiteY2348" fmla="*/ 5611130 h 6858000"/>
              <a:gd name="connsiteX2349" fmla="*/ 6234522 w 6858000"/>
              <a:gd name="connsiteY2349" fmla="*/ 5611130 h 6858000"/>
              <a:gd name="connsiteX2350" fmla="*/ 6442406 w 6858000"/>
              <a:gd name="connsiteY2350" fmla="*/ 5611130 h 6858000"/>
              <a:gd name="connsiteX2351" fmla="*/ 6442406 w 6858000"/>
              <a:gd name="connsiteY2351" fmla="*/ 5818927 h 6858000"/>
              <a:gd name="connsiteX2352" fmla="*/ 6650203 w 6858000"/>
              <a:gd name="connsiteY2352" fmla="*/ 5818927 h 6858000"/>
              <a:gd name="connsiteX2353" fmla="*/ 6650203 w 6858000"/>
              <a:gd name="connsiteY2353" fmla="*/ 5611130 h 6858000"/>
              <a:gd name="connsiteX2354" fmla="*/ 6442406 w 6858000"/>
              <a:gd name="connsiteY2354" fmla="*/ 5611130 h 6858000"/>
              <a:gd name="connsiteX2355" fmla="*/ 0 w 6858000"/>
              <a:gd name="connsiteY2355" fmla="*/ 5818927 h 6858000"/>
              <a:gd name="connsiteX2356" fmla="*/ 0 w 6858000"/>
              <a:gd name="connsiteY2356" fmla="*/ 6026725 h 6858000"/>
              <a:gd name="connsiteX2357" fmla="*/ 207797 w 6858000"/>
              <a:gd name="connsiteY2357" fmla="*/ 6026725 h 6858000"/>
              <a:gd name="connsiteX2358" fmla="*/ 207797 w 6858000"/>
              <a:gd name="connsiteY2358" fmla="*/ 5818927 h 6858000"/>
              <a:gd name="connsiteX2359" fmla="*/ 0 w 6858000"/>
              <a:gd name="connsiteY2359" fmla="*/ 5818927 h 6858000"/>
              <a:gd name="connsiteX2360" fmla="*/ 415595 w 6858000"/>
              <a:gd name="connsiteY2360" fmla="*/ 5818927 h 6858000"/>
              <a:gd name="connsiteX2361" fmla="*/ 415595 w 6858000"/>
              <a:gd name="connsiteY2361" fmla="*/ 6026725 h 6858000"/>
              <a:gd name="connsiteX2362" fmla="*/ 623478 w 6858000"/>
              <a:gd name="connsiteY2362" fmla="*/ 6026725 h 6858000"/>
              <a:gd name="connsiteX2363" fmla="*/ 623478 w 6858000"/>
              <a:gd name="connsiteY2363" fmla="*/ 5818927 h 6858000"/>
              <a:gd name="connsiteX2364" fmla="*/ 415595 w 6858000"/>
              <a:gd name="connsiteY2364" fmla="*/ 5818927 h 6858000"/>
              <a:gd name="connsiteX2365" fmla="*/ 623478 w 6858000"/>
              <a:gd name="connsiteY2365" fmla="*/ 5818927 h 6858000"/>
              <a:gd name="connsiteX2366" fmla="*/ 623478 w 6858000"/>
              <a:gd name="connsiteY2366" fmla="*/ 6026725 h 6858000"/>
              <a:gd name="connsiteX2367" fmla="*/ 831275 w 6858000"/>
              <a:gd name="connsiteY2367" fmla="*/ 6026725 h 6858000"/>
              <a:gd name="connsiteX2368" fmla="*/ 831275 w 6858000"/>
              <a:gd name="connsiteY2368" fmla="*/ 5818927 h 6858000"/>
              <a:gd name="connsiteX2369" fmla="*/ 623478 w 6858000"/>
              <a:gd name="connsiteY2369" fmla="*/ 5818927 h 6858000"/>
              <a:gd name="connsiteX2370" fmla="*/ 831275 w 6858000"/>
              <a:gd name="connsiteY2370" fmla="*/ 5818927 h 6858000"/>
              <a:gd name="connsiteX2371" fmla="*/ 831275 w 6858000"/>
              <a:gd name="connsiteY2371" fmla="*/ 6026725 h 6858000"/>
              <a:gd name="connsiteX2372" fmla="*/ 1039073 w 6858000"/>
              <a:gd name="connsiteY2372" fmla="*/ 6026725 h 6858000"/>
              <a:gd name="connsiteX2373" fmla="*/ 1039073 w 6858000"/>
              <a:gd name="connsiteY2373" fmla="*/ 5818927 h 6858000"/>
              <a:gd name="connsiteX2374" fmla="*/ 831275 w 6858000"/>
              <a:gd name="connsiteY2374" fmla="*/ 5818927 h 6858000"/>
              <a:gd name="connsiteX2375" fmla="*/ 1246870 w 6858000"/>
              <a:gd name="connsiteY2375" fmla="*/ 5818927 h 6858000"/>
              <a:gd name="connsiteX2376" fmla="*/ 1246870 w 6858000"/>
              <a:gd name="connsiteY2376" fmla="*/ 6026725 h 6858000"/>
              <a:gd name="connsiteX2377" fmla="*/ 1454753 w 6858000"/>
              <a:gd name="connsiteY2377" fmla="*/ 6026725 h 6858000"/>
              <a:gd name="connsiteX2378" fmla="*/ 1454753 w 6858000"/>
              <a:gd name="connsiteY2378" fmla="*/ 5818927 h 6858000"/>
              <a:gd name="connsiteX2379" fmla="*/ 1246870 w 6858000"/>
              <a:gd name="connsiteY2379" fmla="*/ 5818927 h 6858000"/>
              <a:gd name="connsiteX2380" fmla="*/ 2078145 w 6858000"/>
              <a:gd name="connsiteY2380" fmla="*/ 5818927 h 6858000"/>
              <a:gd name="connsiteX2381" fmla="*/ 2078145 w 6858000"/>
              <a:gd name="connsiteY2381" fmla="*/ 6026725 h 6858000"/>
              <a:gd name="connsiteX2382" fmla="*/ 2286029 w 6858000"/>
              <a:gd name="connsiteY2382" fmla="*/ 6026725 h 6858000"/>
              <a:gd name="connsiteX2383" fmla="*/ 2286029 w 6858000"/>
              <a:gd name="connsiteY2383" fmla="*/ 5818927 h 6858000"/>
              <a:gd name="connsiteX2384" fmla="*/ 2078145 w 6858000"/>
              <a:gd name="connsiteY2384" fmla="*/ 5818927 h 6858000"/>
              <a:gd name="connsiteX2385" fmla="*/ 2493826 w 6858000"/>
              <a:gd name="connsiteY2385" fmla="*/ 5818927 h 6858000"/>
              <a:gd name="connsiteX2386" fmla="*/ 2493826 w 6858000"/>
              <a:gd name="connsiteY2386" fmla="*/ 6026725 h 6858000"/>
              <a:gd name="connsiteX2387" fmla="*/ 2701623 w 6858000"/>
              <a:gd name="connsiteY2387" fmla="*/ 6026725 h 6858000"/>
              <a:gd name="connsiteX2388" fmla="*/ 2701623 w 6858000"/>
              <a:gd name="connsiteY2388" fmla="*/ 5818927 h 6858000"/>
              <a:gd name="connsiteX2389" fmla="*/ 2493826 w 6858000"/>
              <a:gd name="connsiteY2389" fmla="*/ 5818927 h 6858000"/>
              <a:gd name="connsiteX2390" fmla="*/ 2909421 w 6858000"/>
              <a:gd name="connsiteY2390" fmla="*/ 5818927 h 6858000"/>
              <a:gd name="connsiteX2391" fmla="*/ 2909421 w 6858000"/>
              <a:gd name="connsiteY2391" fmla="*/ 6026725 h 6858000"/>
              <a:gd name="connsiteX2392" fmla="*/ 3117304 w 6858000"/>
              <a:gd name="connsiteY2392" fmla="*/ 6026725 h 6858000"/>
              <a:gd name="connsiteX2393" fmla="*/ 3117304 w 6858000"/>
              <a:gd name="connsiteY2393" fmla="*/ 5818927 h 6858000"/>
              <a:gd name="connsiteX2394" fmla="*/ 2909421 w 6858000"/>
              <a:gd name="connsiteY2394" fmla="*/ 5818927 h 6858000"/>
              <a:gd name="connsiteX2395" fmla="*/ 3325101 w 6858000"/>
              <a:gd name="connsiteY2395" fmla="*/ 5818927 h 6858000"/>
              <a:gd name="connsiteX2396" fmla="*/ 3325101 w 6858000"/>
              <a:gd name="connsiteY2396" fmla="*/ 6026725 h 6858000"/>
              <a:gd name="connsiteX2397" fmla="*/ 3532899 w 6858000"/>
              <a:gd name="connsiteY2397" fmla="*/ 6026725 h 6858000"/>
              <a:gd name="connsiteX2398" fmla="*/ 3532899 w 6858000"/>
              <a:gd name="connsiteY2398" fmla="*/ 5818927 h 6858000"/>
              <a:gd name="connsiteX2399" fmla="*/ 3325101 w 6858000"/>
              <a:gd name="connsiteY2399" fmla="*/ 5818927 h 6858000"/>
              <a:gd name="connsiteX2400" fmla="*/ 3532899 w 6858000"/>
              <a:gd name="connsiteY2400" fmla="*/ 5818927 h 6858000"/>
              <a:gd name="connsiteX2401" fmla="*/ 3532899 w 6858000"/>
              <a:gd name="connsiteY2401" fmla="*/ 6026725 h 6858000"/>
              <a:gd name="connsiteX2402" fmla="*/ 3740696 w 6858000"/>
              <a:gd name="connsiteY2402" fmla="*/ 6026725 h 6858000"/>
              <a:gd name="connsiteX2403" fmla="*/ 3740696 w 6858000"/>
              <a:gd name="connsiteY2403" fmla="*/ 5818927 h 6858000"/>
              <a:gd name="connsiteX2404" fmla="*/ 3532899 w 6858000"/>
              <a:gd name="connsiteY2404" fmla="*/ 5818927 h 6858000"/>
              <a:gd name="connsiteX2405" fmla="*/ 3740696 w 6858000"/>
              <a:gd name="connsiteY2405" fmla="*/ 5818927 h 6858000"/>
              <a:gd name="connsiteX2406" fmla="*/ 3740696 w 6858000"/>
              <a:gd name="connsiteY2406" fmla="*/ 6026725 h 6858000"/>
              <a:gd name="connsiteX2407" fmla="*/ 3948579 w 6858000"/>
              <a:gd name="connsiteY2407" fmla="*/ 6026725 h 6858000"/>
              <a:gd name="connsiteX2408" fmla="*/ 3948579 w 6858000"/>
              <a:gd name="connsiteY2408" fmla="*/ 5818927 h 6858000"/>
              <a:gd name="connsiteX2409" fmla="*/ 3740696 w 6858000"/>
              <a:gd name="connsiteY2409" fmla="*/ 5818927 h 6858000"/>
              <a:gd name="connsiteX2410" fmla="*/ 3948579 w 6858000"/>
              <a:gd name="connsiteY2410" fmla="*/ 5818927 h 6858000"/>
              <a:gd name="connsiteX2411" fmla="*/ 3948579 w 6858000"/>
              <a:gd name="connsiteY2411" fmla="*/ 6026725 h 6858000"/>
              <a:gd name="connsiteX2412" fmla="*/ 4156377 w 6858000"/>
              <a:gd name="connsiteY2412" fmla="*/ 6026725 h 6858000"/>
              <a:gd name="connsiteX2413" fmla="*/ 4156377 w 6858000"/>
              <a:gd name="connsiteY2413" fmla="*/ 5818927 h 6858000"/>
              <a:gd name="connsiteX2414" fmla="*/ 3948579 w 6858000"/>
              <a:gd name="connsiteY2414" fmla="*/ 5818927 h 6858000"/>
              <a:gd name="connsiteX2415" fmla="*/ 4571972 w 6858000"/>
              <a:gd name="connsiteY2415" fmla="*/ 5818927 h 6858000"/>
              <a:gd name="connsiteX2416" fmla="*/ 4571972 w 6858000"/>
              <a:gd name="connsiteY2416" fmla="*/ 6026725 h 6858000"/>
              <a:gd name="connsiteX2417" fmla="*/ 4779855 w 6858000"/>
              <a:gd name="connsiteY2417" fmla="*/ 6026725 h 6858000"/>
              <a:gd name="connsiteX2418" fmla="*/ 4779855 w 6858000"/>
              <a:gd name="connsiteY2418" fmla="*/ 5818927 h 6858000"/>
              <a:gd name="connsiteX2419" fmla="*/ 4571972 w 6858000"/>
              <a:gd name="connsiteY2419" fmla="*/ 5818927 h 6858000"/>
              <a:gd name="connsiteX2420" fmla="*/ 4779855 w 6858000"/>
              <a:gd name="connsiteY2420" fmla="*/ 5818927 h 6858000"/>
              <a:gd name="connsiteX2421" fmla="*/ 4779855 w 6858000"/>
              <a:gd name="connsiteY2421" fmla="*/ 6026725 h 6858000"/>
              <a:gd name="connsiteX2422" fmla="*/ 4987652 w 6858000"/>
              <a:gd name="connsiteY2422" fmla="*/ 6026725 h 6858000"/>
              <a:gd name="connsiteX2423" fmla="*/ 4987652 w 6858000"/>
              <a:gd name="connsiteY2423" fmla="*/ 5818927 h 6858000"/>
              <a:gd name="connsiteX2424" fmla="*/ 4779855 w 6858000"/>
              <a:gd name="connsiteY2424" fmla="*/ 5818927 h 6858000"/>
              <a:gd name="connsiteX2425" fmla="*/ 4987652 w 6858000"/>
              <a:gd name="connsiteY2425" fmla="*/ 5818927 h 6858000"/>
              <a:gd name="connsiteX2426" fmla="*/ 4987652 w 6858000"/>
              <a:gd name="connsiteY2426" fmla="*/ 6026725 h 6858000"/>
              <a:gd name="connsiteX2427" fmla="*/ 5195450 w 6858000"/>
              <a:gd name="connsiteY2427" fmla="*/ 6026725 h 6858000"/>
              <a:gd name="connsiteX2428" fmla="*/ 5195450 w 6858000"/>
              <a:gd name="connsiteY2428" fmla="*/ 5818927 h 6858000"/>
              <a:gd name="connsiteX2429" fmla="*/ 4987652 w 6858000"/>
              <a:gd name="connsiteY2429" fmla="*/ 5818927 h 6858000"/>
              <a:gd name="connsiteX2430" fmla="*/ 5195450 w 6858000"/>
              <a:gd name="connsiteY2430" fmla="*/ 5818927 h 6858000"/>
              <a:gd name="connsiteX2431" fmla="*/ 5195450 w 6858000"/>
              <a:gd name="connsiteY2431" fmla="*/ 6026725 h 6858000"/>
              <a:gd name="connsiteX2432" fmla="*/ 5403247 w 6858000"/>
              <a:gd name="connsiteY2432" fmla="*/ 6026725 h 6858000"/>
              <a:gd name="connsiteX2433" fmla="*/ 5403247 w 6858000"/>
              <a:gd name="connsiteY2433" fmla="*/ 5818927 h 6858000"/>
              <a:gd name="connsiteX2434" fmla="*/ 5195450 w 6858000"/>
              <a:gd name="connsiteY2434" fmla="*/ 5818927 h 6858000"/>
              <a:gd name="connsiteX2435" fmla="*/ 5403247 w 6858000"/>
              <a:gd name="connsiteY2435" fmla="*/ 5818927 h 6858000"/>
              <a:gd name="connsiteX2436" fmla="*/ 5403247 w 6858000"/>
              <a:gd name="connsiteY2436" fmla="*/ 6026725 h 6858000"/>
              <a:gd name="connsiteX2437" fmla="*/ 5611130 w 6858000"/>
              <a:gd name="connsiteY2437" fmla="*/ 6026725 h 6858000"/>
              <a:gd name="connsiteX2438" fmla="*/ 5611130 w 6858000"/>
              <a:gd name="connsiteY2438" fmla="*/ 5818927 h 6858000"/>
              <a:gd name="connsiteX2439" fmla="*/ 5403247 w 6858000"/>
              <a:gd name="connsiteY2439" fmla="*/ 5818927 h 6858000"/>
              <a:gd name="connsiteX2440" fmla="*/ 5611130 w 6858000"/>
              <a:gd name="connsiteY2440" fmla="*/ 5818927 h 6858000"/>
              <a:gd name="connsiteX2441" fmla="*/ 5611130 w 6858000"/>
              <a:gd name="connsiteY2441" fmla="*/ 6026725 h 6858000"/>
              <a:gd name="connsiteX2442" fmla="*/ 5818927 w 6858000"/>
              <a:gd name="connsiteY2442" fmla="*/ 6026725 h 6858000"/>
              <a:gd name="connsiteX2443" fmla="*/ 5818927 w 6858000"/>
              <a:gd name="connsiteY2443" fmla="*/ 5818927 h 6858000"/>
              <a:gd name="connsiteX2444" fmla="*/ 5611130 w 6858000"/>
              <a:gd name="connsiteY2444" fmla="*/ 5818927 h 6858000"/>
              <a:gd name="connsiteX2445" fmla="*/ 5818927 w 6858000"/>
              <a:gd name="connsiteY2445" fmla="*/ 5818927 h 6858000"/>
              <a:gd name="connsiteX2446" fmla="*/ 5818927 w 6858000"/>
              <a:gd name="connsiteY2446" fmla="*/ 6026725 h 6858000"/>
              <a:gd name="connsiteX2447" fmla="*/ 6026725 w 6858000"/>
              <a:gd name="connsiteY2447" fmla="*/ 6026725 h 6858000"/>
              <a:gd name="connsiteX2448" fmla="*/ 6026725 w 6858000"/>
              <a:gd name="connsiteY2448" fmla="*/ 5818927 h 6858000"/>
              <a:gd name="connsiteX2449" fmla="*/ 5818927 w 6858000"/>
              <a:gd name="connsiteY2449" fmla="*/ 5818927 h 6858000"/>
              <a:gd name="connsiteX2450" fmla="*/ 6442406 w 6858000"/>
              <a:gd name="connsiteY2450" fmla="*/ 5818927 h 6858000"/>
              <a:gd name="connsiteX2451" fmla="*/ 6442406 w 6858000"/>
              <a:gd name="connsiteY2451" fmla="*/ 6026725 h 6858000"/>
              <a:gd name="connsiteX2452" fmla="*/ 6650203 w 6858000"/>
              <a:gd name="connsiteY2452" fmla="*/ 6026725 h 6858000"/>
              <a:gd name="connsiteX2453" fmla="*/ 6650203 w 6858000"/>
              <a:gd name="connsiteY2453" fmla="*/ 5818927 h 6858000"/>
              <a:gd name="connsiteX2454" fmla="*/ 6442406 w 6858000"/>
              <a:gd name="connsiteY2454" fmla="*/ 5818927 h 6858000"/>
              <a:gd name="connsiteX2455" fmla="*/ 6650203 w 6858000"/>
              <a:gd name="connsiteY2455" fmla="*/ 5818927 h 6858000"/>
              <a:gd name="connsiteX2456" fmla="*/ 6650203 w 6858000"/>
              <a:gd name="connsiteY2456" fmla="*/ 6026725 h 6858000"/>
              <a:gd name="connsiteX2457" fmla="*/ 6858000 w 6858000"/>
              <a:gd name="connsiteY2457" fmla="*/ 6026725 h 6858000"/>
              <a:gd name="connsiteX2458" fmla="*/ 6858000 w 6858000"/>
              <a:gd name="connsiteY2458" fmla="*/ 5818927 h 6858000"/>
              <a:gd name="connsiteX2459" fmla="*/ 6650203 w 6858000"/>
              <a:gd name="connsiteY2459" fmla="*/ 5818927 h 6858000"/>
              <a:gd name="connsiteX2460" fmla="*/ 0 w 6858000"/>
              <a:gd name="connsiteY2460" fmla="*/ 6026725 h 6858000"/>
              <a:gd name="connsiteX2461" fmla="*/ 0 w 6858000"/>
              <a:gd name="connsiteY2461" fmla="*/ 6234522 h 6858000"/>
              <a:gd name="connsiteX2462" fmla="*/ 207797 w 6858000"/>
              <a:gd name="connsiteY2462" fmla="*/ 6234522 h 6858000"/>
              <a:gd name="connsiteX2463" fmla="*/ 207797 w 6858000"/>
              <a:gd name="connsiteY2463" fmla="*/ 6026725 h 6858000"/>
              <a:gd name="connsiteX2464" fmla="*/ 0 w 6858000"/>
              <a:gd name="connsiteY2464" fmla="*/ 6026725 h 6858000"/>
              <a:gd name="connsiteX2465" fmla="*/ 415595 w 6858000"/>
              <a:gd name="connsiteY2465" fmla="*/ 6026725 h 6858000"/>
              <a:gd name="connsiteX2466" fmla="*/ 415595 w 6858000"/>
              <a:gd name="connsiteY2466" fmla="*/ 6234522 h 6858000"/>
              <a:gd name="connsiteX2467" fmla="*/ 623478 w 6858000"/>
              <a:gd name="connsiteY2467" fmla="*/ 6234522 h 6858000"/>
              <a:gd name="connsiteX2468" fmla="*/ 623478 w 6858000"/>
              <a:gd name="connsiteY2468" fmla="*/ 6026725 h 6858000"/>
              <a:gd name="connsiteX2469" fmla="*/ 415595 w 6858000"/>
              <a:gd name="connsiteY2469" fmla="*/ 6026725 h 6858000"/>
              <a:gd name="connsiteX2470" fmla="*/ 623478 w 6858000"/>
              <a:gd name="connsiteY2470" fmla="*/ 6026725 h 6858000"/>
              <a:gd name="connsiteX2471" fmla="*/ 623478 w 6858000"/>
              <a:gd name="connsiteY2471" fmla="*/ 6234522 h 6858000"/>
              <a:gd name="connsiteX2472" fmla="*/ 831275 w 6858000"/>
              <a:gd name="connsiteY2472" fmla="*/ 6234522 h 6858000"/>
              <a:gd name="connsiteX2473" fmla="*/ 831275 w 6858000"/>
              <a:gd name="connsiteY2473" fmla="*/ 6026725 h 6858000"/>
              <a:gd name="connsiteX2474" fmla="*/ 623478 w 6858000"/>
              <a:gd name="connsiteY2474" fmla="*/ 6026725 h 6858000"/>
              <a:gd name="connsiteX2475" fmla="*/ 831275 w 6858000"/>
              <a:gd name="connsiteY2475" fmla="*/ 6026725 h 6858000"/>
              <a:gd name="connsiteX2476" fmla="*/ 831275 w 6858000"/>
              <a:gd name="connsiteY2476" fmla="*/ 6234522 h 6858000"/>
              <a:gd name="connsiteX2477" fmla="*/ 1039073 w 6858000"/>
              <a:gd name="connsiteY2477" fmla="*/ 6234522 h 6858000"/>
              <a:gd name="connsiteX2478" fmla="*/ 1039073 w 6858000"/>
              <a:gd name="connsiteY2478" fmla="*/ 6026725 h 6858000"/>
              <a:gd name="connsiteX2479" fmla="*/ 831275 w 6858000"/>
              <a:gd name="connsiteY2479" fmla="*/ 6026725 h 6858000"/>
              <a:gd name="connsiteX2480" fmla="*/ 1246870 w 6858000"/>
              <a:gd name="connsiteY2480" fmla="*/ 6026725 h 6858000"/>
              <a:gd name="connsiteX2481" fmla="*/ 1246870 w 6858000"/>
              <a:gd name="connsiteY2481" fmla="*/ 6234522 h 6858000"/>
              <a:gd name="connsiteX2482" fmla="*/ 1454753 w 6858000"/>
              <a:gd name="connsiteY2482" fmla="*/ 6234522 h 6858000"/>
              <a:gd name="connsiteX2483" fmla="*/ 1454753 w 6858000"/>
              <a:gd name="connsiteY2483" fmla="*/ 6026725 h 6858000"/>
              <a:gd name="connsiteX2484" fmla="*/ 1246870 w 6858000"/>
              <a:gd name="connsiteY2484" fmla="*/ 6026725 h 6858000"/>
              <a:gd name="connsiteX2485" fmla="*/ 1662551 w 6858000"/>
              <a:gd name="connsiteY2485" fmla="*/ 6026725 h 6858000"/>
              <a:gd name="connsiteX2486" fmla="*/ 1662551 w 6858000"/>
              <a:gd name="connsiteY2486" fmla="*/ 6234522 h 6858000"/>
              <a:gd name="connsiteX2487" fmla="*/ 1870348 w 6858000"/>
              <a:gd name="connsiteY2487" fmla="*/ 6234522 h 6858000"/>
              <a:gd name="connsiteX2488" fmla="*/ 1870348 w 6858000"/>
              <a:gd name="connsiteY2488" fmla="*/ 6026725 h 6858000"/>
              <a:gd name="connsiteX2489" fmla="*/ 1662551 w 6858000"/>
              <a:gd name="connsiteY2489" fmla="*/ 6026725 h 6858000"/>
              <a:gd name="connsiteX2490" fmla="*/ 1870348 w 6858000"/>
              <a:gd name="connsiteY2490" fmla="*/ 6026725 h 6858000"/>
              <a:gd name="connsiteX2491" fmla="*/ 1870348 w 6858000"/>
              <a:gd name="connsiteY2491" fmla="*/ 6234522 h 6858000"/>
              <a:gd name="connsiteX2492" fmla="*/ 2078145 w 6858000"/>
              <a:gd name="connsiteY2492" fmla="*/ 6234522 h 6858000"/>
              <a:gd name="connsiteX2493" fmla="*/ 2078145 w 6858000"/>
              <a:gd name="connsiteY2493" fmla="*/ 6026725 h 6858000"/>
              <a:gd name="connsiteX2494" fmla="*/ 1870348 w 6858000"/>
              <a:gd name="connsiteY2494" fmla="*/ 6026725 h 6858000"/>
              <a:gd name="connsiteX2495" fmla="*/ 2078145 w 6858000"/>
              <a:gd name="connsiteY2495" fmla="*/ 6026725 h 6858000"/>
              <a:gd name="connsiteX2496" fmla="*/ 2078145 w 6858000"/>
              <a:gd name="connsiteY2496" fmla="*/ 6234522 h 6858000"/>
              <a:gd name="connsiteX2497" fmla="*/ 2286029 w 6858000"/>
              <a:gd name="connsiteY2497" fmla="*/ 6234522 h 6858000"/>
              <a:gd name="connsiteX2498" fmla="*/ 2286029 w 6858000"/>
              <a:gd name="connsiteY2498" fmla="*/ 6026725 h 6858000"/>
              <a:gd name="connsiteX2499" fmla="*/ 2078145 w 6858000"/>
              <a:gd name="connsiteY2499" fmla="*/ 6026725 h 6858000"/>
              <a:gd name="connsiteX2500" fmla="*/ 2286029 w 6858000"/>
              <a:gd name="connsiteY2500" fmla="*/ 6026725 h 6858000"/>
              <a:gd name="connsiteX2501" fmla="*/ 2286029 w 6858000"/>
              <a:gd name="connsiteY2501" fmla="*/ 6234522 h 6858000"/>
              <a:gd name="connsiteX2502" fmla="*/ 2493826 w 6858000"/>
              <a:gd name="connsiteY2502" fmla="*/ 6234522 h 6858000"/>
              <a:gd name="connsiteX2503" fmla="*/ 2493826 w 6858000"/>
              <a:gd name="connsiteY2503" fmla="*/ 6026725 h 6858000"/>
              <a:gd name="connsiteX2504" fmla="*/ 2286029 w 6858000"/>
              <a:gd name="connsiteY2504" fmla="*/ 6026725 h 6858000"/>
              <a:gd name="connsiteX2505" fmla="*/ 2493826 w 6858000"/>
              <a:gd name="connsiteY2505" fmla="*/ 6026725 h 6858000"/>
              <a:gd name="connsiteX2506" fmla="*/ 2493826 w 6858000"/>
              <a:gd name="connsiteY2506" fmla="*/ 6234522 h 6858000"/>
              <a:gd name="connsiteX2507" fmla="*/ 2701623 w 6858000"/>
              <a:gd name="connsiteY2507" fmla="*/ 6234522 h 6858000"/>
              <a:gd name="connsiteX2508" fmla="*/ 2701623 w 6858000"/>
              <a:gd name="connsiteY2508" fmla="*/ 6026725 h 6858000"/>
              <a:gd name="connsiteX2509" fmla="*/ 2493826 w 6858000"/>
              <a:gd name="connsiteY2509" fmla="*/ 6026725 h 6858000"/>
              <a:gd name="connsiteX2510" fmla="*/ 2701623 w 6858000"/>
              <a:gd name="connsiteY2510" fmla="*/ 6026725 h 6858000"/>
              <a:gd name="connsiteX2511" fmla="*/ 2701623 w 6858000"/>
              <a:gd name="connsiteY2511" fmla="*/ 6234522 h 6858000"/>
              <a:gd name="connsiteX2512" fmla="*/ 2909421 w 6858000"/>
              <a:gd name="connsiteY2512" fmla="*/ 6234522 h 6858000"/>
              <a:gd name="connsiteX2513" fmla="*/ 2909421 w 6858000"/>
              <a:gd name="connsiteY2513" fmla="*/ 6026725 h 6858000"/>
              <a:gd name="connsiteX2514" fmla="*/ 2701623 w 6858000"/>
              <a:gd name="connsiteY2514" fmla="*/ 6026725 h 6858000"/>
              <a:gd name="connsiteX2515" fmla="*/ 2909421 w 6858000"/>
              <a:gd name="connsiteY2515" fmla="*/ 6026725 h 6858000"/>
              <a:gd name="connsiteX2516" fmla="*/ 2909421 w 6858000"/>
              <a:gd name="connsiteY2516" fmla="*/ 6234522 h 6858000"/>
              <a:gd name="connsiteX2517" fmla="*/ 3117304 w 6858000"/>
              <a:gd name="connsiteY2517" fmla="*/ 6234522 h 6858000"/>
              <a:gd name="connsiteX2518" fmla="*/ 3117304 w 6858000"/>
              <a:gd name="connsiteY2518" fmla="*/ 6026725 h 6858000"/>
              <a:gd name="connsiteX2519" fmla="*/ 2909421 w 6858000"/>
              <a:gd name="connsiteY2519" fmla="*/ 6026725 h 6858000"/>
              <a:gd name="connsiteX2520" fmla="*/ 3117304 w 6858000"/>
              <a:gd name="connsiteY2520" fmla="*/ 6026725 h 6858000"/>
              <a:gd name="connsiteX2521" fmla="*/ 3117304 w 6858000"/>
              <a:gd name="connsiteY2521" fmla="*/ 6234522 h 6858000"/>
              <a:gd name="connsiteX2522" fmla="*/ 3325101 w 6858000"/>
              <a:gd name="connsiteY2522" fmla="*/ 6234522 h 6858000"/>
              <a:gd name="connsiteX2523" fmla="*/ 3325101 w 6858000"/>
              <a:gd name="connsiteY2523" fmla="*/ 6026725 h 6858000"/>
              <a:gd name="connsiteX2524" fmla="*/ 3117304 w 6858000"/>
              <a:gd name="connsiteY2524" fmla="*/ 6026725 h 6858000"/>
              <a:gd name="connsiteX2525" fmla="*/ 3325101 w 6858000"/>
              <a:gd name="connsiteY2525" fmla="*/ 6026725 h 6858000"/>
              <a:gd name="connsiteX2526" fmla="*/ 3325101 w 6858000"/>
              <a:gd name="connsiteY2526" fmla="*/ 6234522 h 6858000"/>
              <a:gd name="connsiteX2527" fmla="*/ 3532899 w 6858000"/>
              <a:gd name="connsiteY2527" fmla="*/ 6234522 h 6858000"/>
              <a:gd name="connsiteX2528" fmla="*/ 3532899 w 6858000"/>
              <a:gd name="connsiteY2528" fmla="*/ 6026725 h 6858000"/>
              <a:gd name="connsiteX2529" fmla="*/ 3325101 w 6858000"/>
              <a:gd name="connsiteY2529" fmla="*/ 6026725 h 6858000"/>
              <a:gd name="connsiteX2530" fmla="*/ 3532899 w 6858000"/>
              <a:gd name="connsiteY2530" fmla="*/ 6026725 h 6858000"/>
              <a:gd name="connsiteX2531" fmla="*/ 3532899 w 6858000"/>
              <a:gd name="connsiteY2531" fmla="*/ 6234522 h 6858000"/>
              <a:gd name="connsiteX2532" fmla="*/ 3740696 w 6858000"/>
              <a:gd name="connsiteY2532" fmla="*/ 6234522 h 6858000"/>
              <a:gd name="connsiteX2533" fmla="*/ 3740696 w 6858000"/>
              <a:gd name="connsiteY2533" fmla="*/ 6026725 h 6858000"/>
              <a:gd name="connsiteX2534" fmla="*/ 3532899 w 6858000"/>
              <a:gd name="connsiteY2534" fmla="*/ 6026725 h 6858000"/>
              <a:gd name="connsiteX2535" fmla="*/ 4156377 w 6858000"/>
              <a:gd name="connsiteY2535" fmla="*/ 6026725 h 6858000"/>
              <a:gd name="connsiteX2536" fmla="*/ 4156377 w 6858000"/>
              <a:gd name="connsiteY2536" fmla="*/ 6234522 h 6858000"/>
              <a:gd name="connsiteX2537" fmla="*/ 4364174 w 6858000"/>
              <a:gd name="connsiteY2537" fmla="*/ 6234522 h 6858000"/>
              <a:gd name="connsiteX2538" fmla="*/ 4364174 w 6858000"/>
              <a:gd name="connsiteY2538" fmla="*/ 6026725 h 6858000"/>
              <a:gd name="connsiteX2539" fmla="*/ 4156377 w 6858000"/>
              <a:gd name="connsiteY2539" fmla="*/ 6026725 h 6858000"/>
              <a:gd name="connsiteX2540" fmla="*/ 4571972 w 6858000"/>
              <a:gd name="connsiteY2540" fmla="*/ 6026725 h 6858000"/>
              <a:gd name="connsiteX2541" fmla="*/ 4571972 w 6858000"/>
              <a:gd name="connsiteY2541" fmla="*/ 6234522 h 6858000"/>
              <a:gd name="connsiteX2542" fmla="*/ 4779855 w 6858000"/>
              <a:gd name="connsiteY2542" fmla="*/ 6234522 h 6858000"/>
              <a:gd name="connsiteX2543" fmla="*/ 4779855 w 6858000"/>
              <a:gd name="connsiteY2543" fmla="*/ 6026725 h 6858000"/>
              <a:gd name="connsiteX2544" fmla="*/ 4571972 w 6858000"/>
              <a:gd name="connsiteY2544" fmla="*/ 6026725 h 6858000"/>
              <a:gd name="connsiteX2545" fmla="*/ 4779855 w 6858000"/>
              <a:gd name="connsiteY2545" fmla="*/ 6026725 h 6858000"/>
              <a:gd name="connsiteX2546" fmla="*/ 4779855 w 6858000"/>
              <a:gd name="connsiteY2546" fmla="*/ 6234522 h 6858000"/>
              <a:gd name="connsiteX2547" fmla="*/ 4987652 w 6858000"/>
              <a:gd name="connsiteY2547" fmla="*/ 6234522 h 6858000"/>
              <a:gd name="connsiteX2548" fmla="*/ 4987652 w 6858000"/>
              <a:gd name="connsiteY2548" fmla="*/ 6026725 h 6858000"/>
              <a:gd name="connsiteX2549" fmla="*/ 4779855 w 6858000"/>
              <a:gd name="connsiteY2549" fmla="*/ 6026725 h 6858000"/>
              <a:gd name="connsiteX2550" fmla="*/ 5195450 w 6858000"/>
              <a:gd name="connsiteY2550" fmla="*/ 6026725 h 6858000"/>
              <a:gd name="connsiteX2551" fmla="*/ 5195450 w 6858000"/>
              <a:gd name="connsiteY2551" fmla="*/ 6234522 h 6858000"/>
              <a:gd name="connsiteX2552" fmla="*/ 5403247 w 6858000"/>
              <a:gd name="connsiteY2552" fmla="*/ 6234522 h 6858000"/>
              <a:gd name="connsiteX2553" fmla="*/ 5403247 w 6858000"/>
              <a:gd name="connsiteY2553" fmla="*/ 6026725 h 6858000"/>
              <a:gd name="connsiteX2554" fmla="*/ 5195450 w 6858000"/>
              <a:gd name="connsiteY2554" fmla="*/ 6026725 h 6858000"/>
              <a:gd name="connsiteX2555" fmla="*/ 5611130 w 6858000"/>
              <a:gd name="connsiteY2555" fmla="*/ 6026725 h 6858000"/>
              <a:gd name="connsiteX2556" fmla="*/ 5611130 w 6858000"/>
              <a:gd name="connsiteY2556" fmla="*/ 6234522 h 6858000"/>
              <a:gd name="connsiteX2557" fmla="*/ 5818927 w 6858000"/>
              <a:gd name="connsiteY2557" fmla="*/ 6234522 h 6858000"/>
              <a:gd name="connsiteX2558" fmla="*/ 5818927 w 6858000"/>
              <a:gd name="connsiteY2558" fmla="*/ 6026725 h 6858000"/>
              <a:gd name="connsiteX2559" fmla="*/ 5611130 w 6858000"/>
              <a:gd name="connsiteY2559" fmla="*/ 6026725 h 6858000"/>
              <a:gd name="connsiteX2560" fmla="*/ 6650203 w 6858000"/>
              <a:gd name="connsiteY2560" fmla="*/ 6026725 h 6858000"/>
              <a:gd name="connsiteX2561" fmla="*/ 6650203 w 6858000"/>
              <a:gd name="connsiteY2561" fmla="*/ 6234522 h 6858000"/>
              <a:gd name="connsiteX2562" fmla="*/ 6858000 w 6858000"/>
              <a:gd name="connsiteY2562" fmla="*/ 6234522 h 6858000"/>
              <a:gd name="connsiteX2563" fmla="*/ 6858000 w 6858000"/>
              <a:gd name="connsiteY2563" fmla="*/ 6026725 h 6858000"/>
              <a:gd name="connsiteX2564" fmla="*/ 6650203 w 6858000"/>
              <a:gd name="connsiteY2564" fmla="*/ 6026725 h 6858000"/>
              <a:gd name="connsiteX2565" fmla="*/ 0 w 6858000"/>
              <a:gd name="connsiteY2565" fmla="*/ 6234522 h 6858000"/>
              <a:gd name="connsiteX2566" fmla="*/ 0 w 6858000"/>
              <a:gd name="connsiteY2566" fmla="*/ 6442406 h 6858000"/>
              <a:gd name="connsiteX2567" fmla="*/ 207797 w 6858000"/>
              <a:gd name="connsiteY2567" fmla="*/ 6442406 h 6858000"/>
              <a:gd name="connsiteX2568" fmla="*/ 207797 w 6858000"/>
              <a:gd name="connsiteY2568" fmla="*/ 6234522 h 6858000"/>
              <a:gd name="connsiteX2569" fmla="*/ 0 w 6858000"/>
              <a:gd name="connsiteY2569" fmla="*/ 6234522 h 6858000"/>
              <a:gd name="connsiteX2570" fmla="*/ 415595 w 6858000"/>
              <a:gd name="connsiteY2570" fmla="*/ 6234522 h 6858000"/>
              <a:gd name="connsiteX2571" fmla="*/ 415595 w 6858000"/>
              <a:gd name="connsiteY2571" fmla="*/ 6442406 h 6858000"/>
              <a:gd name="connsiteX2572" fmla="*/ 623478 w 6858000"/>
              <a:gd name="connsiteY2572" fmla="*/ 6442406 h 6858000"/>
              <a:gd name="connsiteX2573" fmla="*/ 623478 w 6858000"/>
              <a:gd name="connsiteY2573" fmla="*/ 6234522 h 6858000"/>
              <a:gd name="connsiteX2574" fmla="*/ 415595 w 6858000"/>
              <a:gd name="connsiteY2574" fmla="*/ 6234522 h 6858000"/>
              <a:gd name="connsiteX2575" fmla="*/ 623478 w 6858000"/>
              <a:gd name="connsiteY2575" fmla="*/ 6234522 h 6858000"/>
              <a:gd name="connsiteX2576" fmla="*/ 623478 w 6858000"/>
              <a:gd name="connsiteY2576" fmla="*/ 6442406 h 6858000"/>
              <a:gd name="connsiteX2577" fmla="*/ 831275 w 6858000"/>
              <a:gd name="connsiteY2577" fmla="*/ 6442406 h 6858000"/>
              <a:gd name="connsiteX2578" fmla="*/ 831275 w 6858000"/>
              <a:gd name="connsiteY2578" fmla="*/ 6234522 h 6858000"/>
              <a:gd name="connsiteX2579" fmla="*/ 623478 w 6858000"/>
              <a:gd name="connsiteY2579" fmla="*/ 6234522 h 6858000"/>
              <a:gd name="connsiteX2580" fmla="*/ 831275 w 6858000"/>
              <a:gd name="connsiteY2580" fmla="*/ 6234522 h 6858000"/>
              <a:gd name="connsiteX2581" fmla="*/ 831275 w 6858000"/>
              <a:gd name="connsiteY2581" fmla="*/ 6442406 h 6858000"/>
              <a:gd name="connsiteX2582" fmla="*/ 1039073 w 6858000"/>
              <a:gd name="connsiteY2582" fmla="*/ 6442406 h 6858000"/>
              <a:gd name="connsiteX2583" fmla="*/ 1039073 w 6858000"/>
              <a:gd name="connsiteY2583" fmla="*/ 6234522 h 6858000"/>
              <a:gd name="connsiteX2584" fmla="*/ 831275 w 6858000"/>
              <a:gd name="connsiteY2584" fmla="*/ 6234522 h 6858000"/>
              <a:gd name="connsiteX2585" fmla="*/ 1246870 w 6858000"/>
              <a:gd name="connsiteY2585" fmla="*/ 6234522 h 6858000"/>
              <a:gd name="connsiteX2586" fmla="*/ 1246870 w 6858000"/>
              <a:gd name="connsiteY2586" fmla="*/ 6442406 h 6858000"/>
              <a:gd name="connsiteX2587" fmla="*/ 1454753 w 6858000"/>
              <a:gd name="connsiteY2587" fmla="*/ 6442406 h 6858000"/>
              <a:gd name="connsiteX2588" fmla="*/ 1454753 w 6858000"/>
              <a:gd name="connsiteY2588" fmla="*/ 6234522 h 6858000"/>
              <a:gd name="connsiteX2589" fmla="*/ 1246870 w 6858000"/>
              <a:gd name="connsiteY2589" fmla="*/ 6234522 h 6858000"/>
              <a:gd name="connsiteX2590" fmla="*/ 1870348 w 6858000"/>
              <a:gd name="connsiteY2590" fmla="*/ 6234522 h 6858000"/>
              <a:gd name="connsiteX2591" fmla="*/ 1870348 w 6858000"/>
              <a:gd name="connsiteY2591" fmla="*/ 6442406 h 6858000"/>
              <a:gd name="connsiteX2592" fmla="*/ 2078145 w 6858000"/>
              <a:gd name="connsiteY2592" fmla="*/ 6442406 h 6858000"/>
              <a:gd name="connsiteX2593" fmla="*/ 2078145 w 6858000"/>
              <a:gd name="connsiteY2593" fmla="*/ 6234522 h 6858000"/>
              <a:gd name="connsiteX2594" fmla="*/ 1870348 w 6858000"/>
              <a:gd name="connsiteY2594" fmla="*/ 6234522 h 6858000"/>
              <a:gd name="connsiteX2595" fmla="*/ 2909421 w 6858000"/>
              <a:gd name="connsiteY2595" fmla="*/ 6234522 h 6858000"/>
              <a:gd name="connsiteX2596" fmla="*/ 2909421 w 6858000"/>
              <a:gd name="connsiteY2596" fmla="*/ 6442406 h 6858000"/>
              <a:gd name="connsiteX2597" fmla="*/ 3117304 w 6858000"/>
              <a:gd name="connsiteY2597" fmla="*/ 6442406 h 6858000"/>
              <a:gd name="connsiteX2598" fmla="*/ 3117304 w 6858000"/>
              <a:gd name="connsiteY2598" fmla="*/ 6234522 h 6858000"/>
              <a:gd name="connsiteX2599" fmla="*/ 2909421 w 6858000"/>
              <a:gd name="connsiteY2599" fmla="*/ 6234522 h 6858000"/>
              <a:gd name="connsiteX2600" fmla="*/ 3117304 w 6858000"/>
              <a:gd name="connsiteY2600" fmla="*/ 6234522 h 6858000"/>
              <a:gd name="connsiteX2601" fmla="*/ 3117304 w 6858000"/>
              <a:gd name="connsiteY2601" fmla="*/ 6442406 h 6858000"/>
              <a:gd name="connsiteX2602" fmla="*/ 3325101 w 6858000"/>
              <a:gd name="connsiteY2602" fmla="*/ 6442406 h 6858000"/>
              <a:gd name="connsiteX2603" fmla="*/ 3325101 w 6858000"/>
              <a:gd name="connsiteY2603" fmla="*/ 6234522 h 6858000"/>
              <a:gd name="connsiteX2604" fmla="*/ 3117304 w 6858000"/>
              <a:gd name="connsiteY2604" fmla="*/ 6234522 h 6858000"/>
              <a:gd name="connsiteX2605" fmla="*/ 3325101 w 6858000"/>
              <a:gd name="connsiteY2605" fmla="*/ 6234522 h 6858000"/>
              <a:gd name="connsiteX2606" fmla="*/ 3325101 w 6858000"/>
              <a:gd name="connsiteY2606" fmla="*/ 6442406 h 6858000"/>
              <a:gd name="connsiteX2607" fmla="*/ 3532899 w 6858000"/>
              <a:gd name="connsiteY2607" fmla="*/ 6442406 h 6858000"/>
              <a:gd name="connsiteX2608" fmla="*/ 3532899 w 6858000"/>
              <a:gd name="connsiteY2608" fmla="*/ 6234522 h 6858000"/>
              <a:gd name="connsiteX2609" fmla="*/ 3325101 w 6858000"/>
              <a:gd name="connsiteY2609" fmla="*/ 6234522 h 6858000"/>
              <a:gd name="connsiteX2610" fmla="*/ 3740696 w 6858000"/>
              <a:gd name="connsiteY2610" fmla="*/ 6234522 h 6858000"/>
              <a:gd name="connsiteX2611" fmla="*/ 3740696 w 6858000"/>
              <a:gd name="connsiteY2611" fmla="*/ 6442406 h 6858000"/>
              <a:gd name="connsiteX2612" fmla="*/ 3948579 w 6858000"/>
              <a:gd name="connsiteY2612" fmla="*/ 6442406 h 6858000"/>
              <a:gd name="connsiteX2613" fmla="*/ 3948579 w 6858000"/>
              <a:gd name="connsiteY2613" fmla="*/ 6234522 h 6858000"/>
              <a:gd name="connsiteX2614" fmla="*/ 3740696 w 6858000"/>
              <a:gd name="connsiteY2614" fmla="*/ 6234522 h 6858000"/>
              <a:gd name="connsiteX2615" fmla="*/ 4156377 w 6858000"/>
              <a:gd name="connsiteY2615" fmla="*/ 6234522 h 6858000"/>
              <a:gd name="connsiteX2616" fmla="*/ 4156377 w 6858000"/>
              <a:gd name="connsiteY2616" fmla="*/ 6442406 h 6858000"/>
              <a:gd name="connsiteX2617" fmla="*/ 4364174 w 6858000"/>
              <a:gd name="connsiteY2617" fmla="*/ 6442406 h 6858000"/>
              <a:gd name="connsiteX2618" fmla="*/ 4364174 w 6858000"/>
              <a:gd name="connsiteY2618" fmla="*/ 6234522 h 6858000"/>
              <a:gd name="connsiteX2619" fmla="*/ 4156377 w 6858000"/>
              <a:gd name="connsiteY2619" fmla="*/ 6234522 h 6858000"/>
              <a:gd name="connsiteX2620" fmla="*/ 4987652 w 6858000"/>
              <a:gd name="connsiteY2620" fmla="*/ 6234522 h 6858000"/>
              <a:gd name="connsiteX2621" fmla="*/ 4987652 w 6858000"/>
              <a:gd name="connsiteY2621" fmla="*/ 6442406 h 6858000"/>
              <a:gd name="connsiteX2622" fmla="*/ 5195450 w 6858000"/>
              <a:gd name="connsiteY2622" fmla="*/ 6442406 h 6858000"/>
              <a:gd name="connsiteX2623" fmla="*/ 5195450 w 6858000"/>
              <a:gd name="connsiteY2623" fmla="*/ 6234522 h 6858000"/>
              <a:gd name="connsiteX2624" fmla="*/ 4987652 w 6858000"/>
              <a:gd name="connsiteY2624" fmla="*/ 6234522 h 6858000"/>
              <a:gd name="connsiteX2625" fmla="*/ 5611130 w 6858000"/>
              <a:gd name="connsiteY2625" fmla="*/ 6234522 h 6858000"/>
              <a:gd name="connsiteX2626" fmla="*/ 5611130 w 6858000"/>
              <a:gd name="connsiteY2626" fmla="*/ 6442406 h 6858000"/>
              <a:gd name="connsiteX2627" fmla="*/ 5818927 w 6858000"/>
              <a:gd name="connsiteY2627" fmla="*/ 6442406 h 6858000"/>
              <a:gd name="connsiteX2628" fmla="*/ 5818927 w 6858000"/>
              <a:gd name="connsiteY2628" fmla="*/ 6234522 h 6858000"/>
              <a:gd name="connsiteX2629" fmla="*/ 5611130 w 6858000"/>
              <a:gd name="connsiteY2629" fmla="*/ 6234522 h 6858000"/>
              <a:gd name="connsiteX2630" fmla="*/ 5818927 w 6858000"/>
              <a:gd name="connsiteY2630" fmla="*/ 6234522 h 6858000"/>
              <a:gd name="connsiteX2631" fmla="*/ 5818927 w 6858000"/>
              <a:gd name="connsiteY2631" fmla="*/ 6442406 h 6858000"/>
              <a:gd name="connsiteX2632" fmla="*/ 6026725 w 6858000"/>
              <a:gd name="connsiteY2632" fmla="*/ 6442406 h 6858000"/>
              <a:gd name="connsiteX2633" fmla="*/ 6026725 w 6858000"/>
              <a:gd name="connsiteY2633" fmla="*/ 6234522 h 6858000"/>
              <a:gd name="connsiteX2634" fmla="*/ 5818927 w 6858000"/>
              <a:gd name="connsiteY2634" fmla="*/ 6234522 h 6858000"/>
              <a:gd name="connsiteX2635" fmla="*/ 6650203 w 6858000"/>
              <a:gd name="connsiteY2635" fmla="*/ 6234522 h 6858000"/>
              <a:gd name="connsiteX2636" fmla="*/ 6650203 w 6858000"/>
              <a:gd name="connsiteY2636" fmla="*/ 6442406 h 6858000"/>
              <a:gd name="connsiteX2637" fmla="*/ 6858000 w 6858000"/>
              <a:gd name="connsiteY2637" fmla="*/ 6442406 h 6858000"/>
              <a:gd name="connsiteX2638" fmla="*/ 6858000 w 6858000"/>
              <a:gd name="connsiteY2638" fmla="*/ 6234522 h 6858000"/>
              <a:gd name="connsiteX2639" fmla="*/ 6650203 w 6858000"/>
              <a:gd name="connsiteY2639" fmla="*/ 6234522 h 6858000"/>
              <a:gd name="connsiteX2640" fmla="*/ 0 w 6858000"/>
              <a:gd name="connsiteY2640" fmla="*/ 6442406 h 6858000"/>
              <a:gd name="connsiteX2641" fmla="*/ 0 w 6858000"/>
              <a:gd name="connsiteY2641" fmla="*/ 6650203 h 6858000"/>
              <a:gd name="connsiteX2642" fmla="*/ 207797 w 6858000"/>
              <a:gd name="connsiteY2642" fmla="*/ 6650203 h 6858000"/>
              <a:gd name="connsiteX2643" fmla="*/ 207797 w 6858000"/>
              <a:gd name="connsiteY2643" fmla="*/ 6442406 h 6858000"/>
              <a:gd name="connsiteX2644" fmla="*/ 0 w 6858000"/>
              <a:gd name="connsiteY2644" fmla="*/ 6442406 h 6858000"/>
              <a:gd name="connsiteX2645" fmla="*/ 1246870 w 6858000"/>
              <a:gd name="connsiteY2645" fmla="*/ 6442406 h 6858000"/>
              <a:gd name="connsiteX2646" fmla="*/ 1246870 w 6858000"/>
              <a:gd name="connsiteY2646" fmla="*/ 6650203 h 6858000"/>
              <a:gd name="connsiteX2647" fmla="*/ 1454753 w 6858000"/>
              <a:gd name="connsiteY2647" fmla="*/ 6650203 h 6858000"/>
              <a:gd name="connsiteX2648" fmla="*/ 1454753 w 6858000"/>
              <a:gd name="connsiteY2648" fmla="*/ 6442406 h 6858000"/>
              <a:gd name="connsiteX2649" fmla="*/ 1246870 w 6858000"/>
              <a:gd name="connsiteY2649" fmla="*/ 6442406 h 6858000"/>
              <a:gd name="connsiteX2650" fmla="*/ 1662551 w 6858000"/>
              <a:gd name="connsiteY2650" fmla="*/ 6442406 h 6858000"/>
              <a:gd name="connsiteX2651" fmla="*/ 1662551 w 6858000"/>
              <a:gd name="connsiteY2651" fmla="*/ 6650203 h 6858000"/>
              <a:gd name="connsiteX2652" fmla="*/ 1870348 w 6858000"/>
              <a:gd name="connsiteY2652" fmla="*/ 6650203 h 6858000"/>
              <a:gd name="connsiteX2653" fmla="*/ 1870348 w 6858000"/>
              <a:gd name="connsiteY2653" fmla="*/ 6442406 h 6858000"/>
              <a:gd name="connsiteX2654" fmla="*/ 1662551 w 6858000"/>
              <a:gd name="connsiteY2654" fmla="*/ 6442406 h 6858000"/>
              <a:gd name="connsiteX2655" fmla="*/ 2078145 w 6858000"/>
              <a:gd name="connsiteY2655" fmla="*/ 6442406 h 6858000"/>
              <a:gd name="connsiteX2656" fmla="*/ 2078145 w 6858000"/>
              <a:gd name="connsiteY2656" fmla="*/ 6650203 h 6858000"/>
              <a:gd name="connsiteX2657" fmla="*/ 2286029 w 6858000"/>
              <a:gd name="connsiteY2657" fmla="*/ 6650203 h 6858000"/>
              <a:gd name="connsiteX2658" fmla="*/ 2286029 w 6858000"/>
              <a:gd name="connsiteY2658" fmla="*/ 6442406 h 6858000"/>
              <a:gd name="connsiteX2659" fmla="*/ 2078145 w 6858000"/>
              <a:gd name="connsiteY2659" fmla="*/ 6442406 h 6858000"/>
              <a:gd name="connsiteX2660" fmla="*/ 2286029 w 6858000"/>
              <a:gd name="connsiteY2660" fmla="*/ 6442406 h 6858000"/>
              <a:gd name="connsiteX2661" fmla="*/ 2286029 w 6858000"/>
              <a:gd name="connsiteY2661" fmla="*/ 6650203 h 6858000"/>
              <a:gd name="connsiteX2662" fmla="*/ 2493826 w 6858000"/>
              <a:gd name="connsiteY2662" fmla="*/ 6650203 h 6858000"/>
              <a:gd name="connsiteX2663" fmla="*/ 2493826 w 6858000"/>
              <a:gd name="connsiteY2663" fmla="*/ 6442406 h 6858000"/>
              <a:gd name="connsiteX2664" fmla="*/ 2286029 w 6858000"/>
              <a:gd name="connsiteY2664" fmla="*/ 6442406 h 6858000"/>
              <a:gd name="connsiteX2665" fmla="*/ 2701623 w 6858000"/>
              <a:gd name="connsiteY2665" fmla="*/ 6442406 h 6858000"/>
              <a:gd name="connsiteX2666" fmla="*/ 2701623 w 6858000"/>
              <a:gd name="connsiteY2666" fmla="*/ 6650203 h 6858000"/>
              <a:gd name="connsiteX2667" fmla="*/ 2909421 w 6858000"/>
              <a:gd name="connsiteY2667" fmla="*/ 6650203 h 6858000"/>
              <a:gd name="connsiteX2668" fmla="*/ 2909421 w 6858000"/>
              <a:gd name="connsiteY2668" fmla="*/ 6442406 h 6858000"/>
              <a:gd name="connsiteX2669" fmla="*/ 2701623 w 6858000"/>
              <a:gd name="connsiteY2669" fmla="*/ 6442406 h 6858000"/>
              <a:gd name="connsiteX2670" fmla="*/ 3740696 w 6858000"/>
              <a:gd name="connsiteY2670" fmla="*/ 6442406 h 6858000"/>
              <a:gd name="connsiteX2671" fmla="*/ 3740696 w 6858000"/>
              <a:gd name="connsiteY2671" fmla="*/ 6650203 h 6858000"/>
              <a:gd name="connsiteX2672" fmla="*/ 3948579 w 6858000"/>
              <a:gd name="connsiteY2672" fmla="*/ 6650203 h 6858000"/>
              <a:gd name="connsiteX2673" fmla="*/ 3948579 w 6858000"/>
              <a:gd name="connsiteY2673" fmla="*/ 6442406 h 6858000"/>
              <a:gd name="connsiteX2674" fmla="*/ 3740696 w 6858000"/>
              <a:gd name="connsiteY2674" fmla="*/ 6442406 h 6858000"/>
              <a:gd name="connsiteX2675" fmla="*/ 3948579 w 6858000"/>
              <a:gd name="connsiteY2675" fmla="*/ 6442406 h 6858000"/>
              <a:gd name="connsiteX2676" fmla="*/ 3948579 w 6858000"/>
              <a:gd name="connsiteY2676" fmla="*/ 6650203 h 6858000"/>
              <a:gd name="connsiteX2677" fmla="*/ 4156377 w 6858000"/>
              <a:gd name="connsiteY2677" fmla="*/ 6650203 h 6858000"/>
              <a:gd name="connsiteX2678" fmla="*/ 4156377 w 6858000"/>
              <a:gd name="connsiteY2678" fmla="*/ 6442406 h 6858000"/>
              <a:gd name="connsiteX2679" fmla="*/ 3948579 w 6858000"/>
              <a:gd name="connsiteY2679" fmla="*/ 6442406 h 6858000"/>
              <a:gd name="connsiteX2680" fmla="*/ 4571972 w 6858000"/>
              <a:gd name="connsiteY2680" fmla="*/ 6442406 h 6858000"/>
              <a:gd name="connsiteX2681" fmla="*/ 4571972 w 6858000"/>
              <a:gd name="connsiteY2681" fmla="*/ 6650203 h 6858000"/>
              <a:gd name="connsiteX2682" fmla="*/ 4779855 w 6858000"/>
              <a:gd name="connsiteY2682" fmla="*/ 6650203 h 6858000"/>
              <a:gd name="connsiteX2683" fmla="*/ 4779855 w 6858000"/>
              <a:gd name="connsiteY2683" fmla="*/ 6442406 h 6858000"/>
              <a:gd name="connsiteX2684" fmla="*/ 4571972 w 6858000"/>
              <a:gd name="connsiteY2684" fmla="*/ 6442406 h 6858000"/>
              <a:gd name="connsiteX2685" fmla="*/ 4779855 w 6858000"/>
              <a:gd name="connsiteY2685" fmla="*/ 6442406 h 6858000"/>
              <a:gd name="connsiteX2686" fmla="*/ 4779855 w 6858000"/>
              <a:gd name="connsiteY2686" fmla="*/ 6650203 h 6858000"/>
              <a:gd name="connsiteX2687" fmla="*/ 4987652 w 6858000"/>
              <a:gd name="connsiteY2687" fmla="*/ 6650203 h 6858000"/>
              <a:gd name="connsiteX2688" fmla="*/ 4987652 w 6858000"/>
              <a:gd name="connsiteY2688" fmla="*/ 6442406 h 6858000"/>
              <a:gd name="connsiteX2689" fmla="*/ 4779855 w 6858000"/>
              <a:gd name="connsiteY2689" fmla="*/ 6442406 h 6858000"/>
              <a:gd name="connsiteX2690" fmla="*/ 5195450 w 6858000"/>
              <a:gd name="connsiteY2690" fmla="*/ 6442406 h 6858000"/>
              <a:gd name="connsiteX2691" fmla="*/ 5195450 w 6858000"/>
              <a:gd name="connsiteY2691" fmla="*/ 6650203 h 6858000"/>
              <a:gd name="connsiteX2692" fmla="*/ 5403247 w 6858000"/>
              <a:gd name="connsiteY2692" fmla="*/ 6650203 h 6858000"/>
              <a:gd name="connsiteX2693" fmla="*/ 5403247 w 6858000"/>
              <a:gd name="connsiteY2693" fmla="*/ 6442406 h 6858000"/>
              <a:gd name="connsiteX2694" fmla="*/ 5195450 w 6858000"/>
              <a:gd name="connsiteY2694" fmla="*/ 6442406 h 6858000"/>
              <a:gd name="connsiteX2695" fmla="*/ 0 w 6858000"/>
              <a:gd name="connsiteY2695" fmla="*/ 6650203 h 6858000"/>
              <a:gd name="connsiteX2696" fmla="*/ 0 w 6858000"/>
              <a:gd name="connsiteY2696" fmla="*/ 6858000 h 6858000"/>
              <a:gd name="connsiteX2697" fmla="*/ 207797 w 6858000"/>
              <a:gd name="connsiteY2697" fmla="*/ 6858000 h 6858000"/>
              <a:gd name="connsiteX2698" fmla="*/ 207797 w 6858000"/>
              <a:gd name="connsiteY2698" fmla="*/ 6650203 h 6858000"/>
              <a:gd name="connsiteX2699" fmla="*/ 0 w 6858000"/>
              <a:gd name="connsiteY2699" fmla="*/ 6650203 h 6858000"/>
              <a:gd name="connsiteX2700" fmla="*/ 207797 w 6858000"/>
              <a:gd name="connsiteY2700" fmla="*/ 6650203 h 6858000"/>
              <a:gd name="connsiteX2701" fmla="*/ 207797 w 6858000"/>
              <a:gd name="connsiteY2701" fmla="*/ 6858000 h 6858000"/>
              <a:gd name="connsiteX2702" fmla="*/ 415595 w 6858000"/>
              <a:gd name="connsiteY2702" fmla="*/ 6858000 h 6858000"/>
              <a:gd name="connsiteX2703" fmla="*/ 415595 w 6858000"/>
              <a:gd name="connsiteY2703" fmla="*/ 6650203 h 6858000"/>
              <a:gd name="connsiteX2704" fmla="*/ 207797 w 6858000"/>
              <a:gd name="connsiteY2704" fmla="*/ 6650203 h 6858000"/>
              <a:gd name="connsiteX2705" fmla="*/ 415595 w 6858000"/>
              <a:gd name="connsiteY2705" fmla="*/ 6650203 h 6858000"/>
              <a:gd name="connsiteX2706" fmla="*/ 415595 w 6858000"/>
              <a:gd name="connsiteY2706" fmla="*/ 6858000 h 6858000"/>
              <a:gd name="connsiteX2707" fmla="*/ 623478 w 6858000"/>
              <a:gd name="connsiteY2707" fmla="*/ 6858000 h 6858000"/>
              <a:gd name="connsiteX2708" fmla="*/ 623478 w 6858000"/>
              <a:gd name="connsiteY2708" fmla="*/ 6650203 h 6858000"/>
              <a:gd name="connsiteX2709" fmla="*/ 415595 w 6858000"/>
              <a:gd name="connsiteY2709" fmla="*/ 6650203 h 6858000"/>
              <a:gd name="connsiteX2710" fmla="*/ 623478 w 6858000"/>
              <a:gd name="connsiteY2710" fmla="*/ 6650203 h 6858000"/>
              <a:gd name="connsiteX2711" fmla="*/ 623478 w 6858000"/>
              <a:gd name="connsiteY2711" fmla="*/ 6858000 h 6858000"/>
              <a:gd name="connsiteX2712" fmla="*/ 831275 w 6858000"/>
              <a:gd name="connsiteY2712" fmla="*/ 6858000 h 6858000"/>
              <a:gd name="connsiteX2713" fmla="*/ 831275 w 6858000"/>
              <a:gd name="connsiteY2713" fmla="*/ 6650203 h 6858000"/>
              <a:gd name="connsiteX2714" fmla="*/ 623478 w 6858000"/>
              <a:gd name="connsiteY2714" fmla="*/ 6650203 h 6858000"/>
              <a:gd name="connsiteX2715" fmla="*/ 831275 w 6858000"/>
              <a:gd name="connsiteY2715" fmla="*/ 6650203 h 6858000"/>
              <a:gd name="connsiteX2716" fmla="*/ 831275 w 6858000"/>
              <a:gd name="connsiteY2716" fmla="*/ 6858000 h 6858000"/>
              <a:gd name="connsiteX2717" fmla="*/ 1039073 w 6858000"/>
              <a:gd name="connsiteY2717" fmla="*/ 6858000 h 6858000"/>
              <a:gd name="connsiteX2718" fmla="*/ 1039073 w 6858000"/>
              <a:gd name="connsiteY2718" fmla="*/ 6650203 h 6858000"/>
              <a:gd name="connsiteX2719" fmla="*/ 831275 w 6858000"/>
              <a:gd name="connsiteY2719" fmla="*/ 6650203 h 6858000"/>
              <a:gd name="connsiteX2720" fmla="*/ 1039073 w 6858000"/>
              <a:gd name="connsiteY2720" fmla="*/ 6650203 h 6858000"/>
              <a:gd name="connsiteX2721" fmla="*/ 1039073 w 6858000"/>
              <a:gd name="connsiteY2721" fmla="*/ 6858000 h 6858000"/>
              <a:gd name="connsiteX2722" fmla="*/ 1246870 w 6858000"/>
              <a:gd name="connsiteY2722" fmla="*/ 6858000 h 6858000"/>
              <a:gd name="connsiteX2723" fmla="*/ 1246870 w 6858000"/>
              <a:gd name="connsiteY2723" fmla="*/ 6650203 h 6858000"/>
              <a:gd name="connsiteX2724" fmla="*/ 1039073 w 6858000"/>
              <a:gd name="connsiteY2724" fmla="*/ 6650203 h 6858000"/>
              <a:gd name="connsiteX2725" fmla="*/ 1246870 w 6858000"/>
              <a:gd name="connsiteY2725" fmla="*/ 6650203 h 6858000"/>
              <a:gd name="connsiteX2726" fmla="*/ 1246870 w 6858000"/>
              <a:gd name="connsiteY2726" fmla="*/ 6858000 h 6858000"/>
              <a:gd name="connsiteX2727" fmla="*/ 1454753 w 6858000"/>
              <a:gd name="connsiteY2727" fmla="*/ 6858000 h 6858000"/>
              <a:gd name="connsiteX2728" fmla="*/ 1454753 w 6858000"/>
              <a:gd name="connsiteY2728" fmla="*/ 6650203 h 6858000"/>
              <a:gd name="connsiteX2729" fmla="*/ 1246870 w 6858000"/>
              <a:gd name="connsiteY2729" fmla="*/ 6650203 h 6858000"/>
              <a:gd name="connsiteX2730" fmla="*/ 1662551 w 6858000"/>
              <a:gd name="connsiteY2730" fmla="*/ 6650203 h 6858000"/>
              <a:gd name="connsiteX2731" fmla="*/ 1662551 w 6858000"/>
              <a:gd name="connsiteY2731" fmla="*/ 6858000 h 6858000"/>
              <a:gd name="connsiteX2732" fmla="*/ 1870348 w 6858000"/>
              <a:gd name="connsiteY2732" fmla="*/ 6858000 h 6858000"/>
              <a:gd name="connsiteX2733" fmla="*/ 1870348 w 6858000"/>
              <a:gd name="connsiteY2733" fmla="*/ 6650203 h 6858000"/>
              <a:gd name="connsiteX2734" fmla="*/ 1662551 w 6858000"/>
              <a:gd name="connsiteY2734" fmla="*/ 6650203 h 6858000"/>
              <a:gd name="connsiteX2735" fmla="*/ 1870348 w 6858000"/>
              <a:gd name="connsiteY2735" fmla="*/ 6650203 h 6858000"/>
              <a:gd name="connsiteX2736" fmla="*/ 1870348 w 6858000"/>
              <a:gd name="connsiteY2736" fmla="*/ 6858000 h 6858000"/>
              <a:gd name="connsiteX2737" fmla="*/ 2078145 w 6858000"/>
              <a:gd name="connsiteY2737" fmla="*/ 6858000 h 6858000"/>
              <a:gd name="connsiteX2738" fmla="*/ 2078145 w 6858000"/>
              <a:gd name="connsiteY2738" fmla="*/ 6650203 h 6858000"/>
              <a:gd name="connsiteX2739" fmla="*/ 1870348 w 6858000"/>
              <a:gd name="connsiteY2739" fmla="*/ 6650203 h 6858000"/>
              <a:gd name="connsiteX2740" fmla="*/ 2078145 w 6858000"/>
              <a:gd name="connsiteY2740" fmla="*/ 6650203 h 6858000"/>
              <a:gd name="connsiteX2741" fmla="*/ 2078145 w 6858000"/>
              <a:gd name="connsiteY2741" fmla="*/ 6858000 h 6858000"/>
              <a:gd name="connsiteX2742" fmla="*/ 2286029 w 6858000"/>
              <a:gd name="connsiteY2742" fmla="*/ 6858000 h 6858000"/>
              <a:gd name="connsiteX2743" fmla="*/ 2286029 w 6858000"/>
              <a:gd name="connsiteY2743" fmla="*/ 6650203 h 6858000"/>
              <a:gd name="connsiteX2744" fmla="*/ 2078145 w 6858000"/>
              <a:gd name="connsiteY2744" fmla="*/ 6650203 h 6858000"/>
              <a:gd name="connsiteX2745" fmla="*/ 2286029 w 6858000"/>
              <a:gd name="connsiteY2745" fmla="*/ 6650203 h 6858000"/>
              <a:gd name="connsiteX2746" fmla="*/ 2286029 w 6858000"/>
              <a:gd name="connsiteY2746" fmla="*/ 6858000 h 6858000"/>
              <a:gd name="connsiteX2747" fmla="*/ 2493826 w 6858000"/>
              <a:gd name="connsiteY2747" fmla="*/ 6858000 h 6858000"/>
              <a:gd name="connsiteX2748" fmla="*/ 2493826 w 6858000"/>
              <a:gd name="connsiteY2748" fmla="*/ 6650203 h 6858000"/>
              <a:gd name="connsiteX2749" fmla="*/ 2286029 w 6858000"/>
              <a:gd name="connsiteY2749" fmla="*/ 6650203 h 6858000"/>
              <a:gd name="connsiteX2750" fmla="*/ 3532899 w 6858000"/>
              <a:gd name="connsiteY2750" fmla="*/ 6650203 h 6858000"/>
              <a:gd name="connsiteX2751" fmla="*/ 3532899 w 6858000"/>
              <a:gd name="connsiteY2751" fmla="*/ 6858000 h 6858000"/>
              <a:gd name="connsiteX2752" fmla="*/ 3740696 w 6858000"/>
              <a:gd name="connsiteY2752" fmla="*/ 6858000 h 6858000"/>
              <a:gd name="connsiteX2753" fmla="*/ 3740696 w 6858000"/>
              <a:gd name="connsiteY2753" fmla="*/ 6650203 h 6858000"/>
              <a:gd name="connsiteX2754" fmla="*/ 3532899 w 6858000"/>
              <a:gd name="connsiteY2754" fmla="*/ 6650203 h 6858000"/>
              <a:gd name="connsiteX2755" fmla="*/ 3948579 w 6858000"/>
              <a:gd name="connsiteY2755" fmla="*/ 6650203 h 6858000"/>
              <a:gd name="connsiteX2756" fmla="*/ 3948579 w 6858000"/>
              <a:gd name="connsiteY2756" fmla="*/ 6858000 h 6858000"/>
              <a:gd name="connsiteX2757" fmla="*/ 4156377 w 6858000"/>
              <a:gd name="connsiteY2757" fmla="*/ 6858000 h 6858000"/>
              <a:gd name="connsiteX2758" fmla="*/ 4156377 w 6858000"/>
              <a:gd name="connsiteY2758" fmla="*/ 6650203 h 6858000"/>
              <a:gd name="connsiteX2759" fmla="*/ 3948579 w 6858000"/>
              <a:gd name="connsiteY2759" fmla="*/ 6650203 h 6858000"/>
              <a:gd name="connsiteX2760" fmla="*/ 4364174 w 6858000"/>
              <a:gd name="connsiteY2760" fmla="*/ 6650203 h 6858000"/>
              <a:gd name="connsiteX2761" fmla="*/ 4364174 w 6858000"/>
              <a:gd name="connsiteY2761" fmla="*/ 6858000 h 6858000"/>
              <a:gd name="connsiteX2762" fmla="*/ 4571972 w 6858000"/>
              <a:gd name="connsiteY2762" fmla="*/ 6858000 h 6858000"/>
              <a:gd name="connsiteX2763" fmla="*/ 4571972 w 6858000"/>
              <a:gd name="connsiteY2763" fmla="*/ 6650203 h 6858000"/>
              <a:gd name="connsiteX2764" fmla="*/ 4364174 w 6858000"/>
              <a:gd name="connsiteY2764" fmla="*/ 6650203 h 6858000"/>
              <a:gd name="connsiteX2765" fmla="*/ 4571972 w 6858000"/>
              <a:gd name="connsiteY2765" fmla="*/ 6650203 h 6858000"/>
              <a:gd name="connsiteX2766" fmla="*/ 4571972 w 6858000"/>
              <a:gd name="connsiteY2766" fmla="*/ 6858000 h 6858000"/>
              <a:gd name="connsiteX2767" fmla="*/ 4779855 w 6858000"/>
              <a:gd name="connsiteY2767" fmla="*/ 6858000 h 6858000"/>
              <a:gd name="connsiteX2768" fmla="*/ 4779855 w 6858000"/>
              <a:gd name="connsiteY2768" fmla="*/ 6650203 h 6858000"/>
              <a:gd name="connsiteX2769" fmla="*/ 4571972 w 6858000"/>
              <a:gd name="connsiteY2769" fmla="*/ 6650203 h 6858000"/>
              <a:gd name="connsiteX2770" fmla="*/ 4779855 w 6858000"/>
              <a:gd name="connsiteY2770" fmla="*/ 6650203 h 6858000"/>
              <a:gd name="connsiteX2771" fmla="*/ 4779855 w 6858000"/>
              <a:gd name="connsiteY2771" fmla="*/ 6858000 h 6858000"/>
              <a:gd name="connsiteX2772" fmla="*/ 4987652 w 6858000"/>
              <a:gd name="connsiteY2772" fmla="*/ 6858000 h 6858000"/>
              <a:gd name="connsiteX2773" fmla="*/ 4987652 w 6858000"/>
              <a:gd name="connsiteY2773" fmla="*/ 6650203 h 6858000"/>
              <a:gd name="connsiteX2774" fmla="*/ 4779855 w 6858000"/>
              <a:gd name="connsiteY2774" fmla="*/ 6650203 h 6858000"/>
              <a:gd name="connsiteX2775" fmla="*/ 6026725 w 6858000"/>
              <a:gd name="connsiteY2775" fmla="*/ 6650203 h 6858000"/>
              <a:gd name="connsiteX2776" fmla="*/ 6026725 w 6858000"/>
              <a:gd name="connsiteY2776" fmla="*/ 6858000 h 6858000"/>
              <a:gd name="connsiteX2777" fmla="*/ 6234522 w 6858000"/>
              <a:gd name="connsiteY2777" fmla="*/ 6858000 h 6858000"/>
              <a:gd name="connsiteX2778" fmla="*/ 6234522 w 6858000"/>
              <a:gd name="connsiteY2778" fmla="*/ 6650203 h 6858000"/>
              <a:gd name="connsiteX2779" fmla="*/ 6026725 w 6858000"/>
              <a:gd name="connsiteY2779" fmla="*/ 6650203 h 6858000"/>
              <a:gd name="connsiteX2780" fmla="*/ 6442406 w 6858000"/>
              <a:gd name="connsiteY2780" fmla="*/ 6650203 h 6858000"/>
              <a:gd name="connsiteX2781" fmla="*/ 6442406 w 6858000"/>
              <a:gd name="connsiteY2781" fmla="*/ 6858000 h 6858000"/>
              <a:gd name="connsiteX2782" fmla="*/ 6650203 w 6858000"/>
              <a:gd name="connsiteY2782" fmla="*/ 6858000 h 6858000"/>
              <a:gd name="connsiteX2783" fmla="*/ 6650203 w 6858000"/>
              <a:gd name="connsiteY2783" fmla="*/ 6650203 h 6858000"/>
              <a:gd name="connsiteX2784" fmla="*/ 6442406 w 6858000"/>
              <a:gd name="connsiteY2784" fmla="*/ 665020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</a:cxnLst>
            <a:rect l="l" t="t" r="r" b="b"/>
            <a:pathLst>
              <a:path w="6858000" h="6858000">
                <a:moveTo>
                  <a:pt x="0" y="0"/>
                </a:moveTo>
                <a:lnTo>
                  <a:pt x="0" y="207797"/>
                </a:lnTo>
                <a:lnTo>
                  <a:pt x="207797" y="207797"/>
                </a:lnTo>
                <a:lnTo>
                  <a:pt x="207797" y="0"/>
                </a:lnTo>
                <a:lnTo>
                  <a:pt x="0" y="0"/>
                </a:lnTo>
                <a:close/>
                <a:moveTo>
                  <a:pt x="207797" y="0"/>
                </a:moveTo>
                <a:lnTo>
                  <a:pt x="207797" y="207797"/>
                </a:lnTo>
                <a:lnTo>
                  <a:pt x="415595" y="207797"/>
                </a:lnTo>
                <a:lnTo>
                  <a:pt x="415595" y="0"/>
                </a:lnTo>
                <a:lnTo>
                  <a:pt x="207797" y="0"/>
                </a:lnTo>
                <a:close/>
                <a:moveTo>
                  <a:pt x="415595" y="0"/>
                </a:moveTo>
                <a:lnTo>
                  <a:pt x="415595" y="207797"/>
                </a:lnTo>
                <a:lnTo>
                  <a:pt x="623478" y="207797"/>
                </a:lnTo>
                <a:lnTo>
                  <a:pt x="623478" y="0"/>
                </a:lnTo>
                <a:lnTo>
                  <a:pt x="415595" y="0"/>
                </a:lnTo>
                <a:close/>
                <a:moveTo>
                  <a:pt x="623478" y="0"/>
                </a:moveTo>
                <a:lnTo>
                  <a:pt x="623478" y="207797"/>
                </a:lnTo>
                <a:lnTo>
                  <a:pt x="831275" y="207797"/>
                </a:lnTo>
                <a:lnTo>
                  <a:pt x="831275" y="0"/>
                </a:lnTo>
                <a:lnTo>
                  <a:pt x="623478" y="0"/>
                </a:lnTo>
                <a:close/>
                <a:moveTo>
                  <a:pt x="831275" y="0"/>
                </a:moveTo>
                <a:lnTo>
                  <a:pt x="831275" y="207797"/>
                </a:lnTo>
                <a:lnTo>
                  <a:pt x="1039073" y="207797"/>
                </a:lnTo>
                <a:lnTo>
                  <a:pt x="1039073" y="0"/>
                </a:lnTo>
                <a:lnTo>
                  <a:pt x="831275" y="0"/>
                </a:lnTo>
                <a:close/>
                <a:moveTo>
                  <a:pt x="1039073" y="0"/>
                </a:moveTo>
                <a:lnTo>
                  <a:pt x="1039073" y="207797"/>
                </a:lnTo>
                <a:lnTo>
                  <a:pt x="1246870" y="207797"/>
                </a:lnTo>
                <a:lnTo>
                  <a:pt x="1246870" y="0"/>
                </a:lnTo>
                <a:lnTo>
                  <a:pt x="1039073" y="0"/>
                </a:lnTo>
                <a:close/>
                <a:moveTo>
                  <a:pt x="1246870" y="0"/>
                </a:moveTo>
                <a:lnTo>
                  <a:pt x="1246870" y="207797"/>
                </a:lnTo>
                <a:lnTo>
                  <a:pt x="1454753" y="207797"/>
                </a:lnTo>
                <a:lnTo>
                  <a:pt x="1454753" y="0"/>
                </a:lnTo>
                <a:lnTo>
                  <a:pt x="1246870" y="0"/>
                </a:lnTo>
                <a:close/>
                <a:moveTo>
                  <a:pt x="1662551" y="0"/>
                </a:moveTo>
                <a:lnTo>
                  <a:pt x="1662551" y="207797"/>
                </a:lnTo>
                <a:lnTo>
                  <a:pt x="1870348" y="207797"/>
                </a:lnTo>
                <a:lnTo>
                  <a:pt x="1870348" y="0"/>
                </a:lnTo>
                <a:lnTo>
                  <a:pt x="1662551" y="0"/>
                </a:lnTo>
                <a:close/>
                <a:moveTo>
                  <a:pt x="2078145" y="0"/>
                </a:moveTo>
                <a:lnTo>
                  <a:pt x="2078145" y="207797"/>
                </a:lnTo>
                <a:lnTo>
                  <a:pt x="2286029" y="207797"/>
                </a:lnTo>
                <a:lnTo>
                  <a:pt x="2286029" y="0"/>
                </a:lnTo>
                <a:lnTo>
                  <a:pt x="2078145" y="0"/>
                </a:lnTo>
                <a:close/>
                <a:moveTo>
                  <a:pt x="2286029" y="0"/>
                </a:moveTo>
                <a:lnTo>
                  <a:pt x="2286029" y="207797"/>
                </a:lnTo>
                <a:lnTo>
                  <a:pt x="2493826" y="207797"/>
                </a:lnTo>
                <a:lnTo>
                  <a:pt x="2493826" y="0"/>
                </a:lnTo>
                <a:lnTo>
                  <a:pt x="2286029" y="0"/>
                </a:lnTo>
                <a:close/>
                <a:moveTo>
                  <a:pt x="2701623" y="0"/>
                </a:moveTo>
                <a:lnTo>
                  <a:pt x="2701623" y="207797"/>
                </a:lnTo>
                <a:lnTo>
                  <a:pt x="2909421" y="207797"/>
                </a:lnTo>
                <a:lnTo>
                  <a:pt x="2909421" y="0"/>
                </a:lnTo>
                <a:lnTo>
                  <a:pt x="2701623" y="0"/>
                </a:lnTo>
                <a:close/>
                <a:moveTo>
                  <a:pt x="2909421" y="0"/>
                </a:moveTo>
                <a:lnTo>
                  <a:pt x="2909421" y="207797"/>
                </a:lnTo>
                <a:lnTo>
                  <a:pt x="3117304" y="207797"/>
                </a:lnTo>
                <a:lnTo>
                  <a:pt x="3117304" y="0"/>
                </a:lnTo>
                <a:lnTo>
                  <a:pt x="2909421" y="0"/>
                </a:lnTo>
                <a:close/>
                <a:moveTo>
                  <a:pt x="3532899" y="0"/>
                </a:moveTo>
                <a:lnTo>
                  <a:pt x="3532899" y="207797"/>
                </a:lnTo>
                <a:lnTo>
                  <a:pt x="3740696" y="207797"/>
                </a:lnTo>
                <a:lnTo>
                  <a:pt x="3740696" y="0"/>
                </a:lnTo>
                <a:lnTo>
                  <a:pt x="3532899" y="0"/>
                </a:lnTo>
                <a:close/>
                <a:moveTo>
                  <a:pt x="3948579" y="0"/>
                </a:moveTo>
                <a:lnTo>
                  <a:pt x="3948579" y="207797"/>
                </a:lnTo>
                <a:lnTo>
                  <a:pt x="4156377" y="207797"/>
                </a:lnTo>
                <a:lnTo>
                  <a:pt x="4156377" y="0"/>
                </a:lnTo>
                <a:lnTo>
                  <a:pt x="3948579" y="0"/>
                </a:lnTo>
                <a:close/>
                <a:moveTo>
                  <a:pt x="4156377" y="0"/>
                </a:moveTo>
                <a:lnTo>
                  <a:pt x="4156377" y="207797"/>
                </a:lnTo>
                <a:lnTo>
                  <a:pt x="4364174" y="207797"/>
                </a:lnTo>
                <a:lnTo>
                  <a:pt x="4364174" y="0"/>
                </a:lnTo>
                <a:lnTo>
                  <a:pt x="4156377" y="0"/>
                </a:lnTo>
                <a:close/>
                <a:moveTo>
                  <a:pt x="4364174" y="0"/>
                </a:moveTo>
                <a:lnTo>
                  <a:pt x="4364174" y="207797"/>
                </a:lnTo>
                <a:lnTo>
                  <a:pt x="4571972" y="207797"/>
                </a:lnTo>
                <a:lnTo>
                  <a:pt x="4571972" y="0"/>
                </a:lnTo>
                <a:lnTo>
                  <a:pt x="4364174" y="0"/>
                </a:lnTo>
                <a:close/>
                <a:moveTo>
                  <a:pt x="4987652" y="0"/>
                </a:moveTo>
                <a:lnTo>
                  <a:pt x="4987652" y="207797"/>
                </a:lnTo>
                <a:lnTo>
                  <a:pt x="5195450" y="207797"/>
                </a:lnTo>
                <a:lnTo>
                  <a:pt x="5195450" y="0"/>
                </a:lnTo>
                <a:lnTo>
                  <a:pt x="4987652" y="0"/>
                </a:lnTo>
                <a:close/>
                <a:moveTo>
                  <a:pt x="5403247" y="0"/>
                </a:moveTo>
                <a:lnTo>
                  <a:pt x="5403247" y="207797"/>
                </a:lnTo>
                <a:lnTo>
                  <a:pt x="5611130" y="207797"/>
                </a:lnTo>
                <a:lnTo>
                  <a:pt x="5611130" y="0"/>
                </a:lnTo>
                <a:lnTo>
                  <a:pt x="5403247" y="0"/>
                </a:lnTo>
                <a:close/>
                <a:moveTo>
                  <a:pt x="5611130" y="0"/>
                </a:moveTo>
                <a:lnTo>
                  <a:pt x="5611130" y="207797"/>
                </a:lnTo>
                <a:lnTo>
                  <a:pt x="5818927" y="207797"/>
                </a:lnTo>
                <a:lnTo>
                  <a:pt x="5818927" y="0"/>
                </a:lnTo>
                <a:lnTo>
                  <a:pt x="5611130" y="0"/>
                </a:lnTo>
                <a:close/>
                <a:moveTo>
                  <a:pt x="5818927" y="0"/>
                </a:moveTo>
                <a:lnTo>
                  <a:pt x="5818927" y="207797"/>
                </a:lnTo>
                <a:lnTo>
                  <a:pt x="6026725" y="207797"/>
                </a:lnTo>
                <a:lnTo>
                  <a:pt x="6026725" y="0"/>
                </a:lnTo>
                <a:lnTo>
                  <a:pt x="5818927" y="0"/>
                </a:lnTo>
                <a:close/>
                <a:moveTo>
                  <a:pt x="6026725" y="0"/>
                </a:moveTo>
                <a:lnTo>
                  <a:pt x="6026725" y="207797"/>
                </a:lnTo>
                <a:lnTo>
                  <a:pt x="6234522" y="207797"/>
                </a:lnTo>
                <a:lnTo>
                  <a:pt x="6234522" y="0"/>
                </a:lnTo>
                <a:lnTo>
                  <a:pt x="6026725" y="0"/>
                </a:lnTo>
                <a:close/>
                <a:moveTo>
                  <a:pt x="6234522" y="0"/>
                </a:moveTo>
                <a:lnTo>
                  <a:pt x="6234522" y="207797"/>
                </a:lnTo>
                <a:lnTo>
                  <a:pt x="6442406" y="207797"/>
                </a:lnTo>
                <a:lnTo>
                  <a:pt x="6442406" y="0"/>
                </a:lnTo>
                <a:lnTo>
                  <a:pt x="6234522" y="0"/>
                </a:lnTo>
                <a:close/>
                <a:moveTo>
                  <a:pt x="6442406" y="0"/>
                </a:moveTo>
                <a:lnTo>
                  <a:pt x="6442406" y="207797"/>
                </a:lnTo>
                <a:lnTo>
                  <a:pt x="6650203" y="207797"/>
                </a:lnTo>
                <a:lnTo>
                  <a:pt x="6650203" y="0"/>
                </a:lnTo>
                <a:lnTo>
                  <a:pt x="6442406" y="0"/>
                </a:lnTo>
                <a:close/>
                <a:moveTo>
                  <a:pt x="6650203" y="0"/>
                </a:moveTo>
                <a:lnTo>
                  <a:pt x="6650203" y="207797"/>
                </a:lnTo>
                <a:lnTo>
                  <a:pt x="6858000" y="207797"/>
                </a:lnTo>
                <a:lnTo>
                  <a:pt x="6858000" y="0"/>
                </a:lnTo>
                <a:lnTo>
                  <a:pt x="6650203" y="0"/>
                </a:lnTo>
                <a:close/>
                <a:moveTo>
                  <a:pt x="0" y="207797"/>
                </a:moveTo>
                <a:lnTo>
                  <a:pt x="0" y="415595"/>
                </a:lnTo>
                <a:lnTo>
                  <a:pt x="207797" y="415595"/>
                </a:lnTo>
                <a:lnTo>
                  <a:pt x="207797" y="207797"/>
                </a:lnTo>
                <a:lnTo>
                  <a:pt x="0" y="207797"/>
                </a:lnTo>
                <a:close/>
                <a:moveTo>
                  <a:pt x="1246870" y="207797"/>
                </a:moveTo>
                <a:lnTo>
                  <a:pt x="1246870" y="415595"/>
                </a:lnTo>
                <a:lnTo>
                  <a:pt x="1454753" y="415595"/>
                </a:lnTo>
                <a:lnTo>
                  <a:pt x="1454753" y="207797"/>
                </a:lnTo>
                <a:lnTo>
                  <a:pt x="1246870" y="207797"/>
                </a:lnTo>
                <a:close/>
                <a:moveTo>
                  <a:pt x="1870348" y="207797"/>
                </a:moveTo>
                <a:lnTo>
                  <a:pt x="1870348" y="415595"/>
                </a:lnTo>
                <a:lnTo>
                  <a:pt x="2078145" y="415595"/>
                </a:lnTo>
                <a:lnTo>
                  <a:pt x="2078145" y="207797"/>
                </a:lnTo>
                <a:lnTo>
                  <a:pt x="1870348" y="207797"/>
                </a:lnTo>
                <a:close/>
                <a:moveTo>
                  <a:pt x="2078145" y="207797"/>
                </a:moveTo>
                <a:lnTo>
                  <a:pt x="2078145" y="415595"/>
                </a:lnTo>
                <a:lnTo>
                  <a:pt x="2286029" y="415595"/>
                </a:lnTo>
                <a:lnTo>
                  <a:pt x="2286029" y="207797"/>
                </a:lnTo>
                <a:lnTo>
                  <a:pt x="2078145" y="207797"/>
                </a:lnTo>
                <a:close/>
                <a:moveTo>
                  <a:pt x="2286029" y="207797"/>
                </a:moveTo>
                <a:lnTo>
                  <a:pt x="2286029" y="415595"/>
                </a:lnTo>
                <a:lnTo>
                  <a:pt x="2493826" y="415595"/>
                </a:lnTo>
                <a:lnTo>
                  <a:pt x="2493826" y="207797"/>
                </a:lnTo>
                <a:lnTo>
                  <a:pt x="2286029" y="207797"/>
                </a:lnTo>
                <a:close/>
                <a:moveTo>
                  <a:pt x="2493826" y="207797"/>
                </a:moveTo>
                <a:lnTo>
                  <a:pt x="2493826" y="415595"/>
                </a:lnTo>
                <a:lnTo>
                  <a:pt x="2701623" y="415595"/>
                </a:lnTo>
                <a:lnTo>
                  <a:pt x="2701623" y="207797"/>
                </a:lnTo>
                <a:lnTo>
                  <a:pt x="2493826" y="207797"/>
                </a:lnTo>
                <a:close/>
                <a:moveTo>
                  <a:pt x="2701623" y="207797"/>
                </a:moveTo>
                <a:lnTo>
                  <a:pt x="2701623" y="415595"/>
                </a:lnTo>
                <a:lnTo>
                  <a:pt x="2909421" y="415595"/>
                </a:lnTo>
                <a:lnTo>
                  <a:pt x="2909421" y="207797"/>
                </a:lnTo>
                <a:lnTo>
                  <a:pt x="2701623" y="207797"/>
                </a:lnTo>
                <a:close/>
                <a:moveTo>
                  <a:pt x="3532899" y="207797"/>
                </a:moveTo>
                <a:lnTo>
                  <a:pt x="3532899" y="415595"/>
                </a:lnTo>
                <a:lnTo>
                  <a:pt x="3740696" y="415595"/>
                </a:lnTo>
                <a:lnTo>
                  <a:pt x="3740696" y="207797"/>
                </a:lnTo>
                <a:lnTo>
                  <a:pt x="3532899" y="207797"/>
                </a:lnTo>
                <a:close/>
                <a:moveTo>
                  <a:pt x="3740696" y="207797"/>
                </a:moveTo>
                <a:lnTo>
                  <a:pt x="3740696" y="415595"/>
                </a:lnTo>
                <a:lnTo>
                  <a:pt x="3948579" y="415595"/>
                </a:lnTo>
                <a:lnTo>
                  <a:pt x="3948579" y="207797"/>
                </a:lnTo>
                <a:lnTo>
                  <a:pt x="3740696" y="207797"/>
                </a:lnTo>
                <a:close/>
                <a:moveTo>
                  <a:pt x="4779855" y="207797"/>
                </a:moveTo>
                <a:lnTo>
                  <a:pt x="4779855" y="415595"/>
                </a:lnTo>
                <a:lnTo>
                  <a:pt x="4987652" y="415595"/>
                </a:lnTo>
                <a:lnTo>
                  <a:pt x="4987652" y="207797"/>
                </a:lnTo>
                <a:lnTo>
                  <a:pt x="4779855" y="207797"/>
                </a:lnTo>
                <a:close/>
                <a:moveTo>
                  <a:pt x="5403247" y="207797"/>
                </a:moveTo>
                <a:lnTo>
                  <a:pt x="5403247" y="415595"/>
                </a:lnTo>
                <a:lnTo>
                  <a:pt x="5611130" y="415595"/>
                </a:lnTo>
                <a:lnTo>
                  <a:pt x="5611130" y="207797"/>
                </a:lnTo>
                <a:lnTo>
                  <a:pt x="5403247" y="207797"/>
                </a:lnTo>
                <a:close/>
                <a:moveTo>
                  <a:pt x="6650203" y="207797"/>
                </a:moveTo>
                <a:lnTo>
                  <a:pt x="6650203" y="415595"/>
                </a:lnTo>
                <a:lnTo>
                  <a:pt x="6858000" y="415595"/>
                </a:lnTo>
                <a:lnTo>
                  <a:pt x="6858000" y="207797"/>
                </a:lnTo>
                <a:lnTo>
                  <a:pt x="6650203" y="207797"/>
                </a:lnTo>
                <a:close/>
                <a:moveTo>
                  <a:pt x="0" y="415595"/>
                </a:moveTo>
                <a:lnTo>
                  <a:pt x="0" y="623478"/>
                </a:lnTo>
                <a:lnTo>
                  <a:pt x="207797" y="623478"/>
                </a:lnTo>
                <a:lnTo>
                  <a:pt x="207797" y="415595"/>
                </a:lnTo>
                <a:lnTo>
                  <a:pt x="0" y="415595"/>
                </a:lnTo>
                <a:close/>
                <a:moveTo>
                  <a:pt x="415595" y="415595"/>
                </a:moveTo>
                <a:lnTo>
                  <a:pt x="415595" y="623478"/>
                </a:lnTo>
                <a:lnTo>
                  <a:pt x="623478" y="623478"/>
                </a:lnTo>
                <a:lnTo>
                  <a:pt x="623478" y="415595"/>
                </a:lnTo>
                <a:lnTo>
                  <a:pt x="415595" y="415595"/>
                </a:lnTo>
                <a:close/>
                <a:moveTo>
                  <a:pt x="623478" y="415595"/>
                </a:moveTo>
                <a:lnTo>
                  <a:pt x="623478" y="623478"/>
                </a:lnTo>
                <a:lnTo>
                  <a:pt x="831275" y="623478"/>
                </a:lnTo>
                <a:lnTo>
                  <a:pt x="831275" y="415595"/>
                </a:lnTo>
                <a:lnTo>
                  <a:pt x="623478" y="415595"/>
                </a:lnTo>
                <a:close/>
                <a:moveTo>
                  <a:pt x="831275" y="415595"/>
                </a:moveTo>
                <a:lnTo>
                  <a:pt x="831275" y="623478"/>
                </a:lnTo>
                <a:lnTo>
                  <a:pt x="1039073" y="623478"/>
                </a:lnTo>
                <a:lnTo>
                  <a:pt x="1039073" y="415595"/>
                </a:lnTo>
                <a:lnTo>
                  <a:pt x="831275" y="415595"/>
                </a:lnTo>
                <a:close/>
                <a:moveTo>
                  <a:pt x="1246870" y="415595"/>
                </a:moveTo>
                <a:lnTo>
                  <a:pt x="1246870" y="623478"/>
                </a:lnTo>
                <a:lnTo>
                  <a:pt x="1454753" y="623478"/>
                </a:lnTo>
                <a:lnTo>
                  <a:pt x="1454753" y="415595"/>
                </a:lnTo>
                <a:lnTo>
                  <a:pt x="1246870" y="415595"/>
                </a:lnTo>
                <a:close/>
                <a:moveTo>
                  <a:pt x="1662551" y="415595"/>
                </a:moveTo>
                <a:lnTo>
                  <a:pt x="1662551" y="623478"/>
                </a:lnTo>
                <a:lnTo>
                  <a:pt x="1870348" y="623478"/>
                </a:lnTo>
                <a:lnTo>
                  <a:pt x="1870348" y="415595"/>
                </a:lnTo>
                <a:lnTo>
                  <a:pt x="1662551" y="415595"/>
                </a:lnTo>
                <a:close/>
                <a:moveTo>
                  <a:pt x="1870348" y="415595"/>
                </a:moveTo>
                <a:lnTo>
                  <a:pt x="1870348" y="623478"/>
                </a:lnTo>
                <a:lnTo>
                  <a:pt x="2078145" y="623478"/>
                </a:lnTo>
                <a:lnTo>
                  <a:pt x="2078145" y="415595"/>
                </a:lnTo>
                <a:lnTo>
                  <a:pt x="1870348" y="415595"/>
                </a:lnTo>
                <a:close/>
                <a:moveTo>
                  <a:pt x="2078145" y="415595"/>
                </a:moveTo>
                <a:lnTo>
                  <a:pt x="2078145" y="623478"/>
                </a:lnTo>
                <a:lnTo>
                  <a:pt x="2286029" y="623478"/>
                </a:lnTo>
                <a:lnTo>
                  <a:pt x="2286029" y="415595"/>
                </a:lnTo>
                <a:lnTo>
                  <a:pt x="2078145" y="415595"/>
                </a:lnTo>
                <a:close/>
                <a:moveTo>
                  <a:pt x="2701623" y="415595"/>
                </a:moveTo>
                <a:lnTo>
                  <a:pt x="2701623" y="623478"/>
                </a:lnTo>
                <a:lnTo>
                  <a:pt x="2909421" y="623478"/>
                </a:lnTo>
                <a:lnTo>
                  <a:pt x="2909421" y="415595"/>
                </a:lnTo>
                <a:lnTo>
                  <a:pt x="2701623" y="415595"/>
                </a:lnTo>
                <a:close/>
                <a:moveTo>
                  <a:pt x="2909421" y="415595"/>
                </a:moveTo>
                <a:lnTo>
                  <a:pt x="2909421" y="623478"/>
                </a:lnTo>
                <a:lnTo>
                  <a:pt x="3117304" y="623478"/>
                </a:lnTo>
                <a:lnTo>
                  <a:pt x="3117304" y="415595"/>
                </a:lnTo>
                <a:lnTo>
                  <a:pt x="2909421" y="415595"/>
                </a:lnTo>
                <a:close/>
                <a:moveTo>
                  <a:pt x="3117304" y="415595"/>
                </a:moveTo>
                <a:lnTo>
                  <a:pt x="3117304" y="623478"/>
                </a:lnTo>
                <a:lnTo>
                  <a:pt x="3325101" y="623478"/>
                </a:lnTo>
                <a:lnTo>
                  <a:pt x="3325101" y="415595"/>
                </a:lnTo>
                <a:lnTo>
                  <a:pt x="3117304" y="415595"/>
                </a:lnTo>
                <a:close/>
                <a:moveTo>
                  <a:pt x="3325101" y="415595"/>
                </a:moveTo>
                <a:lnTo>
                  <a:pt x="3325101" y="623478"/>
                </a:lnTo>
                <a:lnTo>
                  <a:pt x="3532899" y="623478"/>
                </a:lnTo>
                <a:lnTo>
                  <a:pt x="3532899" y="415595"/>
                </a:lnTo>
                <a:lnTo>
                  <a:pt x="3325101" y="415595"/>
                </a:lnTo>
                <a:close/>
                <a:moveTo>
                  <a:pt x="3532899" y="415595"/>
                </a:moveTo>
                <a:lnTo>
                  <a:pt x="3532899" y="623478"/>
                </a:lnTo>
                <a:lnTo>
                  <a:pt x="3740696" y="623478"/>
                </a:lnTo>
                <a:lnTo>
                  <a:pt x="3740696" y="415595"/>
                </a:lnTo>
                <a:lnTo>
                  <a:pt x="3532899" y="415595"/>
                </a:lnTo>
                <a:close/>
                <a:moveTo>
                  <a:pt x="3740696" y="415595"/>
                </a:moveTo>
                <a:lnTo>
                  <a:pt x="3740696" y="623478"/>
                </a:lnTo>
                <a:lnTo>
                  <a:pt x="3948579" y="623478"/>
                </a:lnTo>
                <a:lnTo>
                  <a:pt x="3948579" y="415595"/>
                </a:lnTo>
                <a:lnTo>
                  <a:pt x="3740696" y="415595"/>
                </a:lnTo>
                <a:close/>
                <a:moveTo>
                  <a:pt x="3948579" y="415595"/>
                </a:moveTo>
                <a:lnTo>
                  <a:pt x="3948579" y="623478"/>
                </a:lnTo>
                <a:lnTo>
                  <a:pt x="4156377" y="623478"/>
                </a:lnTo>
                <a:lnTo>
                  <a:pt x="4156377" y="415595"/>
                </a:lnTo>
                <a:lnTo>
                  <a:pt x="3948579" y="415595"/>
                </a:lnTo>
                <a:close/>
                <a:moveTo>
                  <a:pt x="4364174" y="415595"/>
                </a:moveTo>
                <a:lnTo>
                  <a:pt x="4364174" y="623478"/>
                </a:lnTo>
                <a:lnTo>
                  <a:pt x="4571972" y="623478"/>
                </a:lnTo>
                <a:lnTo>
                  <a:pt x="4571972" y="415595"/>
                </a:lnTo>
                <a:lnTo>
                  <a:pt x="4364174" y="415595"/>
                </a:lnTo>
                <a:close/>
                <a:moveTo>
                  <a:pt x="4779855" y="415595"/>
                </a:moveTo>
                <a:lnTo>
                  <a:pt x="4779855" y="623478"/>
                </a:lnTo>
                <a:lnTo>
                  <a:pt x="4987652" y="623478"/>
                </a:lnTo>
                <a:lnTo>
                  <a:pt x="4987652" y="415595"/>
                </a:lnTo>
                <a:lnTo>
                  <a:pt x="4779855" y="415595"/>
                </a:lnTo>
                <a:close/>
                <a:moveTo>
                  <a:pt x="5403247" y="415595"/>
                </a:moveTo>
                <a:lnTo>
                  <a:pt x="5403247" y="623478"/>
                </a:lnTo>
                <a:lnTo>
                  <a:pt x="5611130" y="623478"/>
                </a:lnTo>
                <a:lnTo>
                  <a:pt x="5611130" y="415595"/>
                </a:lnTo>
                <a:lnTo>
                  <a:pt x="5403247" y="415595"/>
                </a:lnTo>
                <a:close/>
                <a:moveTo>
                  <a:pt x="5818927" y="415595"/>
                </a:moveTo>
                <a:lnTo>
                  <a:pt x="5818927" y="623478"/>
                </a:lnTo>
                <a:lnTo>
                  <a:pt x="6026725" y="623478"/>
                </a:lnTo>
                <a:lnTo>
                  <a:pt x="6026725" y="415595"/>
                </a:lnTo>
                <a:lnTo>
                  <a:pt x="5818927" y="415595"/>
                </a:lnTo>
                <a:close/>
                <a:moveTo>
                  <a:pt x="6026725" y="415595"/>
                </a:moveTo>
                <a:lnTo>
                  <a:pt x="6026725" y="623478"/>
                </a:lnTo>
                <a:lnTo>
                  <a:pt x="6234522" y="623478"/>
                </a:lnTo>
                <a:lnTo>
                  <a:pt x="6234522" y="415595"/>
                </a:lnTo>
                <a:lnTo>
                  <a:pt x="6026725" y="415595"/>
                </a:lnTo>
                <a:close/>
                <a:moveTo>
                  <a:pt x="6234522" y="415595"/>
                </a:moveTo>
                <a:lnTo>
                  <a:pt x="6234522" y="623478"/>
                </a:lnTo>
                <a:lnTo>
                  <a:pt x="6442406" y="623478"/>
                </a:lnTo>
                <a:lnTo>
                  <a:pt x="6442406" y="415595"/>
                </a:lnTo>
                <a:lnTo>
                  <a:pt x="6234522" y="415595"/>
                </a:lnTo>
                <a:close/>
                <a:moveTo>
                  <a:pt x="6650203" y="415595"/>
                </a:moveTo>
                <a:lnTo>
                  <a:pt x="6650203" y="623478"/>
                </a:lnTo>
                <a:lnTo>
                  <a:pt x="6858000" y="623478"/>
                </a:lnTo>
                <a:lnTo>
                  <a:pt x="6858000" y="415595"/>
                </a:lnTo>
                <a:lnTo>
                  <a:pt x="6650203" y="415595"/>
                </a:lnTo>
                <a:close/>
                <a:moveTo>
                  <a:pt x="0" y="623478"/>
                </a:moveTo>
                <a:lnTo>
                  <a:pt x="0" y="831275"/>
                </a:lnTo>
                <a:lnTo>
                  <a:pt x="207797" y="831275"/>
                </a:lnTo>
                <a:lnTo>
                  <a:pt x="207797" y="623478"/>
                </a:lnTo>
                <a:lnTo>
                  <a:pt x="0" y="623478"/>
                </a:lnTo>
                <a:close/>
                <a:moveTo>
                  <a:pt x="415595" y="623478"/>
                </a:moveTo>
                <a:lnTo>
                  <a:pt x="415595" y="831275"/>
                </a:lnTo>
                <a:lnTo>
                  <a:pt x="623478" y="831275"/>
                </a:lnTo>
                <a:lnTo>
                  <a:pt x="623478" y="623478"/>
                </a:lnTo>
                <a:lnTo>
                  <a:pt x="415595" y="623478"/>
                </a:lnTo>
                <a:close/>
                <a:moveTo>
                  <a:pt x="623478" y="623478"/>
                </a:moveTo>
                <a:lnTo>
                  <a:pt x="623478" y="831275"/>
                </a:lnTo>
                <a:lnTo>
                  <a:pt x="831275" y="831275"/>
                </a:lnTo>
                <a:lnTo>
                  <a:pt x="831275" y="623478"/>
                </a:lnTo>
                <a:lnTo>
                  <a:pt x="623478" y="623478"/>
                </a:lnTo>
                <a:close/>
                <a:moveTo>
                  <a:pt x="831275" y="623478"/>
                </a:moveTo>
                <a:lnTo>
                  <a:pt x="831275" y="831275"/>
                </a:lnTo>
                <a:lnTo>
                  <a:pt x="1039073" y="831275"/>
                </a:lnTo>
                <a:lnTo>
                  <a:pt x="1039073" y="623478"/>
                </a:lnTo>
                <a:lnTo>
                  <a:pt x="831275" y="623478"/>
                </a:lnTo>
                <a:close/>
                <a:moveTo>
                  <a:pt x="1246870" y="623478"/>
                </a:moveTo>
                <a:lnTo>
                  <a:pt x="1246870" y="831275"/>
                </a:lnTo>
                <a:lnTo>
                  <a:pt x="1454753" y="831275"/>
                </a:lnTo>
                <a:lnTo>
                  <a:pt x="1454753" y="623478"/>
                </a:lnTo>
                <a:lnTo>
                  <a:pt x="1246870" y="623478"/>
                </a:lnTo>
                <a:close/>
                <a:moveTo>
                  <a:pt x="1662551" y="623478"/>
                </a:moveTo>
                <a:lnTo>
                  <a:pt x="1662551" y="831275"/>
                </a:lnTo>
                <a:lnTo>
                  <a:pt x="1870348" y="831275"/>
                </a:lnTo>
                <a:lnTo>
                  <a:pt x="1870348" y="623478"/>
                </a:lnTo>
                <a:lnTo>
                  <a:pt x="1662551" y="623478"/>
                </a:lnTo>
                <a:close/>
                <a:moveTo>
                  <a:pt x="1870348" y="623478"/>
                </a:moveTo>
                <a:lnTo>
                  <a:pt x="1870348" y="831275"/>
                </a:lnTo>
                <a:lnTo>
                  <a:pt x="2078145" y="831275"/>
                </a:lnTo>
                <a:lnTo>
                  <a:pt x="2078145" y="623478"/>
                </a:lnTo>
                <a:lnTo>
                  <a:pt x="1870348" y="623478"/>
                </a:lnTo>
                <a:close/>
                <a:moveTo>
                  <a:pt x="2078145" y="623478"/>
                </a:moveTo>
                <a:lnTo>
                  <a:pt x="2078145" y="831275"/>
                </a:lnTo>
                <a:lnTo>
                  <a:pt x="2286029" y="831275"/>
                </a:lnTo>
                <a:lnTo>
                  <a:pt x="2286029" y="623478"/>
                </a:lnTo>
                <a:lnTo>
                  <a:pt x="2078145" y="623478"/>
                </a:lnTo>
                <a:close/>
                <a:moveTo>
                  <a:pt x="2286029" y="623478"/>
                </a:moveTo>
                <a:lnTo>
                  <a:pt x="2286029" y="831275"/>
                </a:lnTo>
                <a:lnTo>
                  <a:pt x="2493826" y="831275"/>
                </a:lnTo>
                <a:lnTo>
                  <a:pt x="2493826" y="623478"/>
                </a:lnTo>
                <a:lnTo>
                  <a:pt x="2286029" y="623478"/>
                </a:lnTo>
                <a:close/>
                <a:moveTo>
                  <a:pt x="2909421" y="623478"/>
                </a:moveTo>
                <a:lnTo>
                  <a:pt x="2909421" y="831275"/>
                </a:lnTo>
                <a:lnTo>
                  <a:pt x="3117304" y="831275"/>
                </a:lnTo>
                <a:lnTo>
                  <a:pt x="3117304" y="623478"/>
                </a:lnTo>
                <a:lnTo>
                  <a:pt x="2909421" y="623478"/>
                </a:lnTo>
                <a:close/>
                <a:moveTo>
                  <a:pt x="3532899" y="623478"/>
                </a:moveTo>
                <a:lnTo>
                  <a:pt x="3532899" y="831275"/>
                </a:lnTo>
                <a:lnTo>
                  <a:pt x="3740696" y="831275"/>
                </a:lnTo>
                <a:lnTo>
                  <a:pt x="3740696" y="623478"/>
                </a:lnTo>
                <a:lnTo>
                  <a:pt x="3532899" y="623478"/>
                </a:lnTo>
                <a:close/>
                <a:moveTo>
                  <a:pt x="4571972" y="623478"/>
                </a:moveTo>
                <a:lnTo>
                  <a:pt x="4571972" y="831275"/>
                </a:lnTo>
                <a:lnTo>
                  <a:pt x="4779855" y="831275"/>
                </a:lnTo>
                <a:lnTo>
                  <a:pt x="4779855" y="623478"/>
                </a:lnTo>
                <a:lnTo>
                  <a:pt x="4571972" y="623478"/>
                </a:lnTo>
                <a:close/>
                <a:moveTo>
                  <a:pt x="4987652" y="623478"/>
                </a:moveTo>
                <a:lnTo>
                  <a:pt x="4987652" y="831275"/>
                </a:lnTo>
                <a:lnTo>
                  <a:pt x="5195450" y="831275"/>
                </a:lnTo>
                <a:lnTo>
                  <a:pt x="5195450" y="623478"/>
                </a:lnTo>
                <a:lnTo>
                  <a:pt x="4987652" y="623478"/>
                </a:lnTo>
                <a:close/>
                <a:moveTo>
                  <a:pt x="5403247" y="623478"/>
                </a:moveTo>
                <a:lnTo>
                  <a:pt x="5403247" y="831275"/>
                </a:lnTo>
                <a:lnTo>
                  <a:pt x="5611130" y="831275"/>
                </a:lnTo>
                <a:lnTo>
                  <a:pt x="5611130" y="623478"/>
                </a:lnTo>
                <a:lnTo>
                  <a:pt x="5403247" y="623478"/>
                </a:lnTo>
                <a:close/>
                <a:moveTo>
                  <a:pt x="5818927" y="623478"/>
                </a:moveTo>
                <a:lnTo>
                  <a:pt x="5818927" y="831275"/>
                </a:lnTo>
                <a:lnTo>
                  <a:pt x="6026725" y="831275"/>
                </a:lnTo>
                <a:lnTo>
                  <a:pt x="6026725" y="623478"/>
                </a:lnTo>
                <a:lnTo>
                  <a:pt x="5818927" y="623478"/>
                </a:lnTo>
                <a:close/>
                <a:moveTo>
                  <a:pt x="6026725" y="623478"/>
                </a:moveTo>
                <a:lnTo>
                  <a:pt x="6026725" y="831275"/>
                </a:lnTo>
                <a:lnTo>
                  <a:pt x="6234522" y="831275"/>
                </a:lnTo>
                <a:lnTo>
                  <a:pt x="6234522" y="623478"/>
                </a:lnTo>
                <a:lnTo>
                  <a:pt x="6026725" y="623478"/>
                </a:lnTo>
                <a:close/>
                <a:moveTo>
                  <a:pt x="6234522" y="623478"/>
                </a:moveTo>
                <a:lnTo>
                  <a:pt x="6234522" y="831275"/>
                </a:lnTo>
                <a:lnTo>
                  <a:pt x="6442406" y="831275"/>
                </a:lnTo>
                <a:lnTo>
                  <a:pt x="6442406" y="623478"/>
                </a:lnTo>
                <a:lnTo>
                  <a:pt x="6234522" y="623478"/>
                </a:lnTo>
                <a:close/>
                <a:moveTo>
                  <a:pt x="6650203" y="623478"/>
                </a:moveTo>
                <a:lnTo>
                  <a:pt x="6650203" y="831275"/>
                </a:lnTo>
                <a:lnTo>
                  <a:pt x="6858000" y="831275"/>
                </a:lnTo>
                <a:lnTo>
                  <a:pt x="6858000" y="623478"/>
                </a:lnTo>
                <a:lnTo>
                  <a:pt x="6650203" y="623478"/>
                </a:lnTo>
                <a:close/>
                <a:moveTo>
                  <a:pt x="0" y="831275"/>
                </a:moveTo>
                <a:lnTo>
                  <a:pt x="0" y="1039073"/>
                </a:lnTo>
                <a:lnTo>
                  <a:pt x="207797" y="1039073"/>
                </a:lnTo>
                <a:lnTo>
                  <a:pt x="207797" y="831275"/>
                </a:lnTo>
                <a:lnTo>
                  <a:pt x="0" y="831275"/>
                </a:lnTo>
                <a:close/>
                <a:moveTo>
                  <a:pt x="415595" y="831275"/>
                </a:moveTo>
                <a:lnTo>
                  <a:pt x="415595" y="1039073"/>
                </a:lnTo>
                <a:lnTo>
                  <a:pt x="623478" y="1039073"/>
                </a:lnTo>
                <a:lnTo>
                  <a:pt x="623478" y="831275"/>
                </a:lnTo>
                <a:lnTo>
                  <a:pt x="415595" y="831275"/>
                </a:lnTo>
                <a:close/>
                <a:moveTo>
                  <a:pt x="623478" y="831275"/>
                </a:moveTo>
                <a:lnTo>
                  <a:pt x="623478" y="1039073"/>
                </a:lnTo>
                <a:lnTo>
                  <a:pt x="831275" y="1039073"/>
                </a:lnTo>
                <a:lnTo>
                  <a:pt x="831275" y="831275"/>
                </a:lnTo>
                <a:lnTo>
                  <a:pt x="623478" y="831275"/>
                </a:lnTo>
                <a:close/>
                <a:moveTo>
                  <a:pt x="831275" y="831275"/>
                </a:moveTo>
                <a:lnTo>
                  <a:pt x="831275" y="1039073"/>
                </a:lnTo>
                <a:lnTo>
                  <a:pt x="1039073" y="1039073"/>
                </a:lnTo>
                <a:lnTo>
                  <a:pt x="1039073" y="831275"/>
                </a:lnTo>
                <a:lnTo>
                  <a:pt x="831275" y="831275"/>
                </a:lnTo>
                <a:close/>
                <a:moveTo>
                  <a:pt x="1246870" y="831275"/>
                </a:moveTo>
                <a:lnTo>
                  <a:pt x="1246870" y="1039073"/>
                </a:lnTo>
                <a:lnTo>
                  <a:pt x="1454753" y="1039073"/>
                </a:lnTo>
                <a:lnTo>
                  <a:pt x="1454753" y="831275"/>
                </a:lnTo>
                <a:lnTo>
                  <a:pt x="1246870" y="831275"/>
                </a:lnTo>
                <a:close/>
                <a:moveTo>
                  <a:pt x="1870348" y="831275"/>
                </a:moveTo>
                <a:lnTo>
                  <a:pt x="1870348" y="1039073"/>
                </a:lnTo>
                <a:lnTo>
                  <a:pt x="2078145" y="1039073"/>
                </a:lnTo>
                <a:lnTo>
                  <a:pt x="2078145" y="831275"/>
                </a:lnTo>
                <a:lnTo>
                  <a:pt x="1870348" y="831275"/>
                </a:lnTo>
                <a:close/>
                <a:moveTo>
                  <a:pt x="2701623" y="831275"/>
                </a:moveTo>
                <a:lnTo>
                  <a:pt x="2701623" y="1039073"/>
                </a:lnTo>
                <a:lnTo>
                  <a:pt x="2909421" y="1039073"/>
                </a:lnTo>
                <a:lnTo>
                  <a:pt x="2909421" y="831275"/>
                </a:lnTo>
                <a:lnTo>
                  <a:pt x="2701623" y="831275"/>
                </a:lnTo>
                <a:close/>
                <a:moveTo>
                  <a:pt x="3325101" y="831275"/>
                </a:moveTo>
                <a:lnTo>
                  <a:pt x="3325101" y="1039073"/>
                </a:lnTo>
                <a:lnTo>
                  <a:pt x="3532899" y="1039073"/>
                </a:lnTo>
                <a:lnTo>
                  <a:pt x="3532899" y="831275"/>
                </a:lnTo>
                <a:lnTo>
                  <a:pt x="3325101" y="831275"/>
                </a:lnTo>
                <a:close/>
                <a:moveTo>
                  <a:pt x="3948579" y="831275"/>
                </a:moveTo>
                <a:lnTo>
                  <a:pt x="3948579" y="1039073"/>
                </a:lnTo>
                <a:lnTo>
                  <a:pt x="4156377" y="1039073"/>
                </a:lnTo>
                <a:lnTo>
                  <a:pt x="4156377" y="831275"/>
                </a:lnTo>
                <a:lnTo>
                  <a:pt x="3948579" y="831275"/>
                </a:lnTo>
                <a:close/>
                <a:moveTo>
                  <a:pt x="4156377" y="831275"/>
                </a:moveTo>
                <a:lnTo>
                  <a:pt x="4156377" y="1039073"/>
                </a:lnTo>
                <a:lnTo>
                  <a:pt x="4364174" y="1039073"/>
                </a:lnTo>
                <a:lnTo>
                  <a:pt x="4364174" y="831275"/>
                </a:lnTo>
                <a:lnTo>
                  <a:pt x="4156377" y="831275"/>
                </a:lnTo>
                <a:close/>
                <a:moveTo>
                  <a:pt x="4364174" y="831275"/>
                </a:moveTo>
                <a:lnTo>
                  <a:pt x="4364174" y="1039073"/>
                </a:lnTo>
                <a:lnTo>
                  <a:pt x="4571972" y="1039073"/>
                </a:lnTo>
                <a:lnTo>
                  <a:pt x="4571972" y="831275"/>
                </a:lnTo>
                <a:lnTo>
                  <a:pt x="4364174" y="831275"/>
                </a:lnTo>
                <a:close/>
                <a:moveTo>
                  <a:pt x="4571972" y="831275"/>
                </a:moveTo>
                <a:lnTo>
                  <a:pt x="4571972" y="1039073"/>
                </a:lnTo>
                <a:lnTo>
                  <a:pt x="4779855" y="1039073"/>
                </a:lnTo>
                <a:lnTo>
                  <a:pt x="4779855" y="831275"/>
                </a:lnTo>
                <a:lnTo>
                  <a:pt x="4571972" y="831275"/>
                </a:lnTo>
                <a:close/>
                <a:moveTo>
                  <a:pt x="4779855" y="831275"/>
                </a:moveTo>
                <a:lnTo>
                  <a:pt x="4779855" y="1039073"/>
                </a:lnTo>
                <a:lnTo>
                  <a:pt x="4987652" y="1039073"/>
                </a:lnTo>
                <a:lnTo>
                  <a:pt x="4987652" y="831275"/>
                </a:lnTo>
                <a:lnTo>
                  <a:pt x="4779855" y="831275"/>
                </a:lnTo>
                <a:close/>
                <a:moveTo>
                  <a:pt x="4987652" y="831275"/>
                </a:moveTo>
                <a:lnTo>
                  <a:pt x="4987652" y="1039073"/>
                </a:lnTo>
                <a:lnTo>
                  <a:pt x="5195450" y="1039073"/>
                </a:lnTo>
                <a:lnTo>
                  <a:pt x="5195450" y="831275"/>
                </a:lnTo>
                <a:lnTo>
                  <a:pt x="4987652" y="831275"/>
                </a:lnTo>
                <a:close/>
                <a:moveTo>
                  <a:pt x="5403247" y="831275"/>
                </a:moveTo>
                <a:lnTo>
                  <a:pt x="5403247" y="1039073"/>
                </a:lnTo>
                <a:lnTo>
                  <a:pt x="5611130" y="1039073"/>
                </a:lnTo>
                <a:lnTo>
                  <a:pt x="5611130" y="831275"/>
                </a:lnTo>
                <a:lnTo>
                  <a:pt x="5403247" y="831275"/>
                </a:lnTo>
                <a:close/>
                <a:moveTo>
                  <a:pt x="5818927" y="831275"/>
                </a:moveTo>
                <a:lnTo>
                  <a:pt x="5818927" y="1039073"/>
                </a:lnTo>
                <a:lnTo>
                  <a:pt x="6026725" y="1039073"/>
                </a:lnTo>
                <a:lnTo>
                  <a:pt x="6026725" y="831275"/>
                </a:lnTo>
                <a:lnTo>
                  <a:pt x="5818927" y="831275"/>
                </a:lnTo>
                <a:close/>
                <a:moveTo>
                  <a:pt x="6026725" y="831275"/>
                </a:moveTo>
                <a:lnTo>
                  <a:pt x="6026725" y="1039073"/>
                </a:lnTo>
                <a:lnTo>
                  <a:pt x="6234522" y="1039073"/>
                </a:lnTo>
                <a:lnTo>
                  <a:pt x="6234522" y="831275"/>
                </a:lnTo>
                <a:lnTo>
                  <a:pt x="6026725" y="831275"/>
                </a:lnTo>
                <a:close/>
                <a:moveTo>
                  <a:pt x="6234522" y="831275"/>
                </a:moveTo>
                <a:lnTo>
                  <a:pt x="6234522" y="1039073"/>
                </a:lnTo>
                <a:lnTo>
                  <a:pt x="6442406" y="1039073"/>
                </a:lnTo>
                <a:lnTo>
                  <a:pt x="6442406" y="831275"/>
                </a:lnTo>
                <a:lnTo>
                  <a:pt x="6234522" y="831275"/>
                </a:lnTo>
                <a:close/>
                <a:moveTo>
                  <a:pt x="6650203" y="831275"/>
                </a:moveTo>
                <a:lnTo>
                  <a:pt x="6650203" y="1039073"/>
                </a:lnTo>
                <a:lnTo>
                  <a:pt x="6858000" y="1039073"/>
                </a:lnTo>
                <a:lnTo>
                  <a:pt x="6858000" y="831275"/>
                </a:lnTo>
                <a:lnTo>
                  <a:pt x="6650203" y="831275"/>
                </a:lnTo>
                <a:close/>
                <a:moveTo>
                  <a:pt x="0" y="1039073"/>
                </a:moveTo>
                <a:lnTo>
                  <a:pt x="0" y="1246870"/>
                </a:lnTo>
                <a:lnTo>
                  <a:pt x="207797" y="1246870"/>
                </a:lnTo>
                <a:lnTo>
                  <a:pt x="207797" y="1039073"/>
                </a:lnTo>
                <a:lnTo>
                  <a:pt x="0" y="1039073"/>
                </a:lnTo>
                <a:close/>
                <a:moveTo>
                  <a:pt x="1246870" y="1039073"/>
                </a:moveTo>
                <a:lnTo>
                  <a:pt x="1246870" y="1246870"/>
                </a:lnTo>
                <a:lnTo>
                  <a:pt x="1454753" y="1246870"/>
                </a:lnTo>
                <a:lnTo>
                  <a:pt x="1454753" y="1039073"/>
                </a:lnTo>
                <a:lnTo>
                  <a:pt x="1246870" y="1039073"/>
                </a:lnTo>
                <a:close/>
                <a:moveTo>
                  <a:pt x="1662551" y="1039073"/>
                </a:moveTo>
                <a:lnTo>
                  <a:pt x="1662551" y="1246870"/>
                </a:lnTo>
                <a:lnTo>
                  <a:pt x="1870348" y="1246870"/>
                </a:lnTo>
                <a:lnTo>
                  <a:pt x="1870348" y="1039073"/>
                </a:lnTo>
                <a:lnTo>
                  <a:pt x="1662551" y="1039073"/>
                </a:lnTo>
                <a:close/>
                <a:moveTo>
                  <a:pt x="1870348" y="1039073"/>
                </a:moveTo>
                <a:lnTo>
                  <a:pt x="1870348" y="1246870"/>
                </a:lnTo>
                <a:lnTo>
                  <a:pt x="2078145" y="1246870"/>
                </a:lnTo>
                <a:lnTo>
                  <a:pt x="2078145" y="1039073"/>
                </a:lnTo>
                <a:lnTo>
                  <a:pt x="1870348" y="1039073"/>
                </a:lnTo>
                <a:close/>
                <a:moveTo>
                  <a:pt x="2078145" y="1039073"/>
                </a:moveTo>
                <a:lnTo>
                  <a:pt x="2078145" y="1246870"/>
                </a:lnTo>
                <a:lnTo>
                  <a:pt x="2286029" y="1246870"/>
                </a:lnTo>
                <a:lnTo>
                  <a:pt x="2286029" y="1039073"/>
                </a:lnTo>
                <a:lnTo>
                  <a:pt x="2078145" y="1039073"/>
                </a:lnTo>
                <a:close/>
                <a:moveTo>
                  <a:pt x="2493826" y="1039073"/>
                </a:moveTo>
                <a:lnTo>
                  <a:pt x="2493826" y="1246870"/>
                </a:lnTo>
                <a:lnTo>
                  <a:pt x="2701623" y="1246870"/>
                </a:lnTo>
                <a:lnTo>
                  <a:pt x="2701623" y="1039073"/>
                </a:lnTo>
                <a:lnTo>
                  <a:pt x="2493826" y="1039073"/>
                </a:lnTo>
                <a:close/>
                <a:moveTo>
                  <a:pt x="3117304" y="1039073"/>
                </a:moveTo>
                <a:lnTo>
                  <a:pt x="3117304" y="1246870"/>
                </a:lnTo>
                <a:lnTo>
                  <a:pt x="3325101" y="1246870"/>
                </a:lnTo>
                <a:lnTo>
                  <a:pt x="3325101" y="1039073"/>
                </a:lnTo>
                <a:lnTo>
                  <a:pt x="3117304" y="1039073"/>
                </a:lnTo>
                <a:close/>
                <a:moveTo>
                  <a:pt x="3325101" y="1039073"/>
                </a:moveTo>
                <a:lnTo>
                  <a:pt x="3325101" y="1246870"/>
                </a:lnTo>
                <a:lnTo>
                  <a:pt x="3532899" y="1246870"/>
                </a:lnTo>
                <a:lnTo>
                  <a:pt x="3532899" y="1039073"/>
                </a:lnTo>
                <a:lnTo>
                  <a:pt x="3325101" y="1039073"/>
                </a:lnTo>
                <a:close/>
                <a:moveTo>
                  <a:pt x="3532899" y="1039073"/>
                </a:moveTo>
                <a:lnTo>
                  <a:pt x="3532899" y="1246870"/>
                </a:lnTo>
                <a:lnTo>
                  <a:pt x="3740696" y="1246870"/>
                </a:lnTo>
                <a:lnTo>
                  <a:pt x="3740696" y="1039073"/>
                </a:lnTo>
                <a:lnTo>
                  <a:pt x="3532899" y="1039073"/>
                </a:lnTo>
                <a:close/>
                <a:moveTo>
                  <a:pt x="3948579" y="1039073"/>
                </a:moveTo>
                <a:lnTo>
                  <a:pt x="3948579" y="1246870"/>
                </a:lnTo>
                <a:lnTo>
                  <a:pt x="4156377" y="1246870"/>
                </a:lnTo>
                <a:lnTo>
                  <a:pt x="4156377" y="1039073"/>
                </a:lnTo>
                <a:lnTo>
                  <a:pt x="3948579" y="1039073"/>
                </a:lnTo>
                <a:close/>
                <a:moveTo>
                  <a:pt x="4364174" y="1039073"/>
                </a:moveTo>
                <a:lnTo>
                  <a:pt x="4364174" y="1246870"/>
                </a:lnTo>
                <a:lnTo>
                  <a:pt x="4571972" y="1246870"/>
                </a:lnTo>
                <a:lnTo>
                  <a:pt x="4571972" y="1039073"/>
                </a:lnTo>
                <a:lnTo>
                  <a:pt x="4364174" y="1039073"/>
                </a:lnTo>
                <a:close/>
                <a:moveTo>
                  <a:pt x="4779855" y="1039073"/>
                </a:moveTo>
                <a:lnTo>
                  <a:pt x="4779855" y="1246870"/>
                </a:lnTo>
                <a:lnTo>
                  <a:pt x="4987652" y="1246870"/>
                </a:lnTo>
                <a:lnTo>
                  <a:pt x="4987652" y="1039073"/>
                </a:lnTo>
                <a:lnTo>
                  <a:pt x="4779855" y="1039073"/>
                </a:lnTo>
                <a:close/>
                <a:moveTo>
                  <a:pt x="5403247" y="1039073"/>
                </a:moveTo>
                <a:lnTo>
                  <a:pt x="5403247" y="1246870"/>
                </a:lnTo>
                <a:lnTo>
                  <a:pt x="5611130" y="1246870"/>
                </a:lnTo>
                <a:lnTo>
                  <a:pt x="5611130" y="1039073"/>
                </a:lnTo>
                <a:lnTo>
                  <a:pt x="5403247" y="1039073"/>
                </a:lnTo>
                <a:close/>
                <a:moveTo>
                  <a:pt x="6650203" y="1039073"/>
                </a:moveTo>
                <a:lnTo>
                  <a:pt x="6650203" y="1246870"/>
                </a:lnTo>
                <a:lnTo>
                  <a:pt x="6858000" y="1246870"/>
                </a:lnTo>
                <a:lnTo>
                  <a:pt x="6858000" y="1039073"/>
                </a:lnTo>
                <a:lnTo>
                  <a:pt x="6650203" y="1039073"/>
                </a:lnTo>
                <a:close/>
                <a:moveTo>
                  <a:pt x="0" y="1246870"/>
                </a:moveTo>
                <a:lnTo>
                  <a:pt x="0" y="1454753"/>
                </a:lnTo>
                <a:lnTo>
                  <a:pt x="207797" y="1454753"/>
                </a:lnTo>
                <a:lnTo>
                  <a:pt x="207797" y="1246870"/>
                </a:lnTo>
                <a:lnTo>
                  <a:pt x="0" y="1246870"/>
                </a:lnTo>
                <a:close/>
                <a:moveTo>
                  <a:pt x="207797" y="1246870"/>
                </a:moveTo>
                <a:lnTo>
                  <a:pt x="207797" y="1454753"/>
                </a:lnTo>
                <a:lnTo>
                  <a:pt x="415595" y="1454753"/>
                </a:lnTo>
                <a:lnTo>
                  <a:pt x="415595" y="1246870"/>
                </a:lnTo>
                <a:lnTo>
                  <a:pt x="207797" y="1246870"/>
                </a:lnTo>
                <a:close/>
                <a:moveTo>
                  <a:pt x="415595" y="1246870"/>
                </a:moveTo>
                <a:lnTo>
                  <a:pt x="415595" y="1454753"/>
                </a:lnTo>
                <a:lnTo>
                  <a:pt x="623478" y="1454753"/>
                </a:lnTo>
                <a:lnTo>
                  <a:pt x="623478" y="1246870"/>
                </a:lnTo>
                <a:lnTo>
                  <a:pt x="415595" y="1246870"/>
                </a:lnTo>
                <a:close/>
                <a:moveTo>
                  <a:pt x="623478" y="1246870"/>
                </a:moveTo>
                <a:lnTo>
                  <a:pt x="623478" y="1454753"/>
                </a:lnTo>
                <a:lnTo>
                  <a:pt x="831275" y="1454753"/>
                </a:lnTo>
                <a:lnTo>
                  <a:pt x="831275" y="1246870"/>
                </a:lnTo>
                <a:lnTo>
                  <a:pt x="623478" y="1246870"/>
                </a:lnTo>
                <a:close/>
                <a:moveTo>
                  <a:pt x="831275" y="1246870"/>
                </a:moveTo>
                <a:lnTo>
                  <a:pt x="831275" y="1454753"/>
                </a:lnTo>
                <a:lnTo>
                  <a:pt x="1039073" y="1454753"/>
                </a:lnTo>
                <a:lnTo>
                  <a:pt x="1039073" y="1246870"/>
                </a:lnTo>
                <a:lnTo>
                  <a:pt x="831275" y="1246870"/>
                </a:lnTo>
                <a:close/>
                <a:moveTo>
                  <a:pt x="1039073" y="1246870"/>
                </a:moveTo>
                <a:lnTo>
                  <a:pt x="1039073" y="1454753"/>
                </a:lnTo>
                <a:lnTo>
                  <a:pt x="1246870" y="1454753"/>
                </a:lnTo>
                <a:lnTo>
                  <a:pt x="1246870" y="1246870"/>
                </a:lnTo>
                <a:lnTo>
                  <a:pt x="1039073" y="1246870"/>
                </a:lnTo>
                <a:close/>
                <a:moveTo>
                  <a:pt x="1246870" y="1246870"/>
                </a:moveTo>
                <a:lnTo>
                  <a:pt x="1246870" y="1454753"/>
                </a:lnTo>
                <a:lnTo>
                  <a:pt x="1454753" y="1454753"/>
                </a:lnTo>
                <a:lnTo>
                  <a:pt x="1454753" y="1246870"/>
                </a:lnTo>
                <a:lnTo>
                  <a:pt x="1246870" y="1246870"/>
                </a:lnTo>
                <a:close/>
                <a:moveTo>
                  <a:pt x="1662551" y="1246870"/>
                </a:moveTo>
                <a:lnTo>
                  <a:pt x="1662551" y="1454753"/>
                </a:lnTo>
                <a:lnTo>
                  <a:pt x="1870348" y="1454753"/>
                </a:lnTo>
                <a:lnTo>
                  <a:pt x="1870348" y="1246870"/>
                </a:lnTo>
                <a:lnTo>
                  <a:pt x="1662551" y="1246870"/>
                </a:lnTo>
                <a:close/>
                <a:moveTo>
                  <a:pt x="2078145" y="1246870"/>
                </a:moveTo>
                <a:lnTo>
                  <a:pt x="2078145" y="1454753"/>
                </a:lnTo>
                <a:lnTo>
                  <a:pt x="2286029" y="1454753"/>
                </a:lnTo>
                <a:lnTo>
                  <a:pt x="2286029" y="1246870"/>
                </a:lnTo>
                <a:lnTo>
                  <a:pt x="2078145" y="1246870"/>
                </a:lnTo>
                <a:close/>
                <a:moveTo>
                  <a:pt x="2493826" y="1246870"/>
                </a:moveTo>
                <a:lnTo>
                  <a:pt x="2493826" y="1454753"/>
                </a:lnTo>
                <a:lnTo>
                  <a:pt x="2701623" y="1454753"/>
                </a:lnTo>
                <a:lnTo>
                  <a:pt x="2701623" y="1246870"/>
                </a:lnTo>
                <a:lnTo>
                  <a:pt x="2493826" y="1246870"/>
                </a:lnTo>
                <a:close/>
                <a:moveTo>
                  <a:pt x="2909421" y="1246870"/>
                </a:moveTo>
                <a:lnTo>
                  <a:pt x="2909421" y="1454753"/>
                </a:lnTo>
                <a:lnTo>
                  <a:pt x="3117304" y="1454753"/>
                </a:lnTo>
                <a:lnTo>
                  <a:pt x="3117304" y="1246870"/>
                </a:lnTo>
                <a:lnTo>
                  <a:pt x="2909421" y="1246870"/>
                </a:lnTo>
                <a:close/>
                <a:moveTo>
                  <a:pt x="3325101" y="1246870"/>
                </a:moveTo>
                <a:lnTo>
                  <a:pt x="3325101" y="1454753"/>
                </a:lnTo>
                <a:lnTo>
                  <a:pt x="3532899" y="1454753"/>
                </a:lnTo>
                <a:lnTo>
                  <a:pt x="3532899" y="1246870"/>
                </a:lnTo>
                <a:lnTo>
                  <a:pt x="3325101" y="1246870"/>
                </a:lnTo>
                <a:close/>
                <a:moveTo>
                  <a:pt x="3740696" y="1246870"/>
                </a:moveTo>
                <a:lnTo>
                  <a:pt x="3740696" y="1454753"/>
                </a:lnTo>
                <a:lnTo>
                  <a:pt x="3948579" y="1454753"/>
                </a:lnTo>
                <a:lnTo>
                  <a:pt x="3948579" y="1246870"/>
                </a:lnTo>
                <a:lnTo>
                  <a:pt x="3740696" y="1246870"/>
                </a:lnTo>
                <a:close/>
                <a:moveTo>
                  <a:pt x="4156377" y="1246870"/>
                </a:moveTo>
                <a:lnTo>
                  <a:pt x="4156377" y="1454753"/>
                </a:lnTo>
                <a:lnTo>
                  <a:pt x="4364174" y="1454753"/>
                </a:lnTo>
                <a:lnTo>
                  <a:pt x="4364174" y="1246870"/>
                </a:lnTo>
                <a:lnTo>
                  <a:pt x="4156377" y="1246870"/>
                </a:lnTo>
                <a:close/>
                <a:moveTo>
                  <a:pt x="4571972" y="1246870"/>
                </a:moveTo>
                <a:lnTo>
                  <a:pt x="4571972" y="1454753"/>
                </a:lnTo>
                <a:lnTo>
                  <a:pt x="4779855" y="1454753"/>
                </a:lnTo>
                <a:lnTo>
                  <a:pt x="4779855" y="1246870"/>
                </a:lnTo>
                <a:lnTo>
                  <a:pt x="4571972" y="1246870"/>
                </a:lnTo>
                <a:close/>
                <a:moveTo>
                  <a:pt x="4987652" y="1246870"/>
                </a:moveTo>
                <a:lnTo>
                  <a:pt x="4987652" y="1454753"/>
                </a:lnTo>
                <a:lnTo>
                  <a:pt x="5195450" y="1454753"/>
                </a:lnTo>
                <a:lnTo>
                  <a:pt x="5195450" y="1246870"/>
                </a:lnTo>
                <a:lnTo>
                  <a:pt x="4987652" y="1246870"/>
                </a:lnTo>
                <a:close/>
                <a:moveTo>
                  <a:pt x="5403247" y="1246870"/>
                </a:moveTo>
                <a:lnTo>
                  <a:pt x="5403247" y="1454753"/>
                </a:lnTo>
                <a:lnTo>
                  <a:pt x="5611130" y="1454753"/>
                </a:lnTo>
                <a:lnTo>
                  <a:pt x="5611130" y="1246870"/>
                </a:lnTo>
                <a:lnTo>
                  <a:pt x="5403247" y="1246870"/>
                </a:lnTo>
                <a:close/>
                <a:moveTo>
                  <a:pt x="5611130" y="1246870"/>
                </a:moveTo>
                <a:lnTo>
                  <a:pt x="5611130" y="1454753"/>
                </a:lnTo>
                <a:lnTo>
                  <a:pt x="5818927" y="1454753"/>
                </a:lnTo>
                <a:lnTo>
                  <a:pt x="5818927" y="1246870"/>
                </a:lnTo>
                <a:lnTo>
                  <a:pt x="5611130" y="1246870"/>
                </a:lnTo>
                <a:close/>
                <a:moveTo>
                  <a:pt x="5818927" y="1246870"/>
                </a:moveTo>
                <a:lnTo>
                  <a:pt x="5818927" y="1454753"/>
                </a:lnTo>
                <a:lnTo>
                  <a:pt x="6026725" y="1454753"/>
                </a:lnTo>
                <a:lnTo>
                  <a:pt x="6026725" y="1246870"/>
                </a:lnTo>
                <a:lnTo>
                  <a:pt x="5818927" y="1246870"/>
                </a:lnTo>
                <a:close/>
                <a:moveTo>
                  <a:pt x="6026725" y="1246870"/>
                </a:moveTo>
                <a:lnTo>
                  <a:pt x="6026725" y="1454753"/>
                </a:lnTo>
                <a:lnTo>
                  <a:pt x="6234522" y="1454753"/>
                </a:lnTo>
                <a:lnTo>
                  <a:pt x="6234522" y="1246870"/>
                </a:lnTo>
                <a:lnTo>
                  <a:pt x="6026725" y="1246870"/>
                </a:lnTo>
                <a:close/>
                <a:moveTo>
                  <a:pt x="6234522" y="1246870"/>
                </a:moveTo>
                <a:lnTo>
                  <a:pt x="6234522" y="1454753"/>
                </a:lnTo>
                <a:lnTo>
                  <a:pt x="6442406" y="1454753"/>
                </a:lnTo>
                <a:lnTo>
                  <a:pt x="6442406" y="1246870"/>
                </a:lnTo>
                <a:lnTo>
                  <a:pt x="6234522" y="1246870"/>
                </a:lnTo>
                <a:close/>
                <a:moveTo>
                  <a:pt x="6442406" y="1246870"/>
                </a:moveTo>
                <a:lnTo>
                  <a:pt x="6442406" y="1454753"/>
                </a:lnTo>
                <a:lnTo>
                  <a:pt x="6650203" y="1454753"/>
                </a:lnTo>
                <a:lnTo>
                  <a:pt x="6650203" y="1246870"/>
                </a:lnTo>
                <a:lnTo>
                  <a:pt x="6442406" y="1246870"/>
                </a:lnTo>
                <a:close/>
                <a:moveTo>
                  <a:pt x="6650203" y="1246870"/>
                </a:moveTo>
                <a:lnTo>
                  <a:pt x="6650203" y="1454753"/>
                </a:lnTo>
                <a:lnTo>
                  <a:pt x="6858000" y="1454753"/>
                </a:lnTo>
                <a:lnTo>
                  <a:pt x="6858000" y="1246870"/>
                </a:lnTo>
                <a:lnTo>
                  <a:pt x="6650203" y="1246870"/>
                </a:lnTo>
                <a:close/>
                <a:moveTo>
                  <a:pt x="1662551" y="1454753"/>
                </a:moveTo>
                <a:lnTo>
                  <a:pt x="1662551" y="1662551"/>
                </a:lnTo>
                <a:lnTo>
                  <a:pt x="1870348" y="1662551"/>
                </a:lnTo>
                <a:lnTo>
                  <a:pt x="1870348" y="1454753"/>
                </a:lnTo>
                <a:lnTo>
                  <a:pt x="1662551" y="1454753"/>
                </a:lnTo>
                <a:close/>
                <a:moveTo>
                  <a:pt x="1870348" y="1454753"/>
                </a:moveTo>
                <a:lnTo>
                  <a:pt x="1870348" y="1662551"/>
                </a:lnTo>
                <a:lnTo>
                  <a:pt x="2078145" y="1662551"/>
                </a:lnTo>
                <a:lnTo>
                  <a:pt x="2078145" y="1454753"/>
                </a:lnTo>
                <a:lnTo>
                  <a:pt x="1870348" y="1454753"/>
                </a:lnTo>
                <a:close/>
                <a:moveTo>
                  <a:pt x="2493826" y="1454753"/>
                </a:moveTo>
                <a:lnTo>
                  <a:pt x="2493826" y="1662551"/>
                </a:lnTo>
                <a:lnTo>
                  <a:pt x="2701623" y="1662551"/>
                </a:lnTo>
                <a:lnTo>
                  <a:pt x="2701623" y="1454753"/>
                </a:lnTo>
                <a:lnTo>
                  <a:pt x="2493826" y="1454753"/>
                </a:lnTo>
                <a:close/>
                <a:moveTo>
                  <a:pt x="2701623" y="1454753"/>
                </a:moveTo>
                <a:lnTo>
                  <a:pt x="2701623" y="1662551"/>
                </a:lnTo>
                <a:lnTo>
                  <a:pt x="2909421" y="1662551"/>
                </a:lnTo>
                <a:lnTo>
                  <a:pt x="2909421" y="1454753"/>
                </a:lnTo>
                <a:lnTo>
                  <a:pt x="2701623" y="1454753"/>
                </a:lnTo>
                <a:close/>
                <a:moveTo>
                  <a:pt x="3117304" y="1454753"/>
                </a:moveTo>
                <a:lnTo>
                  <a:pt x="3117304" y="1662551"/>
                </a:lnTo>
                <a:lnTo>
                  <a:pt x="3325101" y="1662551"/>
                </a:lnTo>
                <a:lnTo>
                  <a:pt x="3325101" y="1454753"/>
                </a:lnTo>
                <a:lnTo>
                  <a:pt x="3117304" y="1454753"/>
                </a:lnTo>
                <a:close/>
                <a:moveTo>
                  <a:pt x="3325101" y="1454753"/>
                </a:moveTo>
                <a:lnTo>
                  <a:pt x="3325101" y="1662551"/>
                </a:lnTo>
                <a:lnTo>
                  <a:pt x="3532899" y="1662551"/>
                </a:lnTo>
                <a:lnTo>
                  <a:pt x="3532899" y="1454753"/>
                </a:lnTo>
                <a:lnTo>
                  <a:pt x="3325101" y="1454753"/>
                </a:lnTo>
                <a:close/>
                <a:moveTo>
                  <a:pt x="3948579" y="1454753"/>
                </a:moveTo>
                <a:lnTo>
                  <a:pt x="3948579" y="1662551"/>
                </a:lnTo>
                <a:lnTo>
                  <a:pt x="4156377" y="1662551"/>
                </a:lnTo>
                <a:lnTo>
                  <a:pt x="4156377" y="1454753"/>
                </a:lnTo>
                <a:lnTo>
                  <a:pt x="3948579" y="1454753"/>
                </a:lnTo>
                <a:close/>
                <a:moveTo>
                  <a:pt x="4156377" y="1454753"/>
                </a:moveTo>
                <a:lnTo>
                  <a:pt x="4156377" y="1662551"/>
                </a:lnTo>
                <a:lnTo>
                  <a:pt x="4364174" y="1662551"/>
                </a:lnTo>
                <a:lnTo>
                  <a:pt x="4364174" y="1454753"/>
                </a:lnTo>
                <a:lnTo>
                  <a:pt x="4156377" y="1454753"/>
                </a:lnTo>
                <a:close/>
                <a:moveTo>
                  <a:pt x="4364174" y="1454753"/>
                </a:moveTo>
                <a:lnTo>
                  <a:pt x="4364174" y="1662551"/>
                </a:lnTo>
                <a:lnTo>
                  <a:pt x="4571972" y="1662551"/>
                </a:lnTo>
                <a:lnTo>
                  <a:pt x="4571972" y="1454753"/>
                </a:lnTo>
                <a:lnTo>
                  <a:pt x="4364174" y="1454753"/>
                </a:lnTo>
                <a:close/>
                <a:moveTo>
                  <a:pt x="4571972" y="1454753"/>
                </a:moveTo>
                <a:lnTo>
                  <a:pt x="4571972" y="1662551"/>
                </a:lnTo>
                <a:lnTo>
                  <a:pt x="4779855" y="1662551"/>
                </a:lnTo>
                <a:lnTo>
                  <a:pt x="4779855" y="1454753"/>
                </a:lnTo>
                <a:lnTo>
                  <a:pt x="4571972" y="1454753"/>
                </a:lnTo>
                <a:close/>
                <a:moveTo>
                  <a:pt x="4779855" y="1454753"/>
                </a:moveTo>
                <a:lnTo>
                  <a:pt x="4779855" y="1662551"/>
                </a:lnTo>
                <a:lnTo>
                  <a:pt x="4987652" y="1662551"/>
                </a:lnTo>
                <a:lnTo>
                  <a:pt x="4987652" y="1454753"/>
                </a:lnTo>
                <a:lnTo>
                  <a:pt x="4779855" y="1454753"/>
                </a:lnTo>
                <a:close/>
                <a:moveTo>
                  <a:pt x="4987652" y="1454753"/>
                </a:moveTo>
                <a:lnTo>
                  <a:pt x="4987652" y="1662551"/>
                </a:lnTo>
                <a:lnTo>
                  <a:pt x="5195450" y="1662551"/>
                </a:lnTo>
                <a:lnTo>
                  <a:pt x="5195450" y="1454753"/>
                </a:lnTo>
                <a:lnTo>
                  <a:pt x="4987652" y="1454753"/>
                </a:lnTo>
                <a:close/>
                <a:moveTo>
                  <a:pt x="0" y="1662551"/>
                </a:moveTo>
                <a:lnTo>
                  <a:pt x="0" y="1870348"/>
                </a:lnTo>
                <a:lnTo>
                  <a:pt x="207797" y="1870348"/>
                </a:lnTo>
                <a:lnTo>
                  <a:pt x="207797" y="1662551"/>
                </a:lnTo>
                <a:lnTo>
                  <a:pt x="0" y="1662551"/>
                </a:lnTo>
                <a:close/>
                <a:moveTo>
                  <a:pt x="207797" y="1662551"/>
                </a:moveTo>
                <a:lnTo>
                  <a:pt x="207797" y="1870348"/>
                </a:lnTo>
                <a:lnTo>
                  <a:pt x="415595" y="1870348"/>
                </a:lnTo>
                <a:lnTo>
                  <a:pt x="415595" y="1662551"/>
                </a:lnTo>
                <a:lnTo>
                  <a:pt x="207797" y="1662551"/>
                </a:lnTo>
                <a:close/>
                <a:moveTo>
                  <a:pt x="623478" y="1662551"/>
                </a:moveTo>
                <a:lnTo>
                  <a:pt x="623478" y="1870348"/>
                </a:lnTo>
                <a:lnTo>
                  <a:pt x="831275" y="1870348"/>
                </a:lnTo>
                <a:lnTo>
                  <a:pt x="831275" y="1662551"/>
                </a:lnTo>
                <a:lnTo>
                  <a:pt x="623478" y="1662551"/>
                </a:lnTo>
                <a:close/>
                <a:moveTo>
                  <a:pt x="1246870" y="1662551"/>
                </a:moveTo>
                <a:lnTo>
                  <a:pt x="1246870" y="1870348"/>
                </a:lnTo>
                <a:lnTo>
                  <a:pt x="1454753" y="1870348"/>
                </a:lnTo>
                <a:lnTo>
                  <a:pt x="1454753" y="1662551"/>
                </a:lnTo>
                <a:lnTo>
                  <a:pt x="1246870" y="1662551"/>
                </a:lnTo>
                <a:close/>
                <a:moveTo>
                  <a:pt x="1454753" y="1662551"/>
                </a:moveTo>
                <a:lnTo>
                  <a:pt x="1454753" y="1870348"/>
                </a:lnTo>
                <a:lnTo>
                  <a:pt x="1662551" y="1870348"/>
                </a:lnTo>
                <a:lnTo>
                  <a:pt x="1662551" y="1662551"/>
                </a:lnTo>
                <a:lnTo>
                  <a:pt x="1454753" y="1662551"/>
                </a:lnTo>
                <a:close/>
                <a:moveTo>
                  <a:pt x="1870348" y="1662551"/>
                </a:moveTo>
                <a:lnTo>
                  <a:pt x="1870348" y="1870348"/>
                </a:lnTo>
                <a:lnTo>
                  <a:pt x="2078145" y="1870348"/>
                </a:lnTo>
                <a:lnTo>
                  <a:pt x="2078145" y="1662551"/>
                </a:lnTo>
                <a:lnTo>
                  <a:pt x="1870348" y="1662551"/>
                </a:lnTo>
                <a:close/>
                <a:moveTo>
                  <a:pt x="2286029" y="1662551"/>
                </a:moveTo>
                <a:lnTo>
                  <a:pt x="2286029" y="1870348"/>
                </a:lnTo>
                <a:lnTo>
                  <a:pt x="2493826" y="1870348"/>
                </a:lnTo>
                <a:lnTo>
                  <a:pt x="2493826" y="1662551"/>
                </a:lnTo>
                <a:lnTo>
                  <a:pt x="2286029" y="1662551"/>
                </a:lnTo>
                <a:close/>
                <a:moveTo>
                  <a:pt x="2493826" y="1662551"/>
                </a:moveTo>
                <a:lnTo>
                  <a:pt x="2493826" y="1870348"/>
                </a:lnTo>
                <a:lnTo>
                  <a:pt x="2701623" y="1870348"/>
                </a:lnTo>
                <a:lnTo>
                  <a:pt x="2701623" y="1662551"/>
                </a:lnTo>
                <a:lnTo>
                  <a:pt x="2493826" y="1662551"/>
                </a:lnTo>
                <a:close/>
                <a:moveTo>
                  <a:pt x="2701623" y="1662551"/>
                </a:moveTo>
                <a:lnTo>
                  <a:pt x="2701623" y="1870348"/>
                </a:lnTo>
                <a:lnTo>
                  <a:pt x="2909421" y="1870348"/>
                </a:lnTo>
                <a:lnTo>
                  <a:pt x="2909421" y="1662551"/>
                </a:lnTo>
                <a:lnTo>
                  <a:pt x="2701623" y="1662551"/>
                </a:lnTo>
                <a:close/>
                <a:moveTo>
                  <a:pt x="3117304" y="1662551"/>
                </a:moveTo>
                <a:lnTo>
                  <a:pt x="3117304" y="1870348"/>
                </a:lnTo>
                <a:lnTo>
                  <a:pt x="3325101" y="1870348"/>
                </a:lnTo>
                <a:lnTo>
                  <a:pt x="3325101" y="1662551"/>
                </a:lnTo>
                <a:lnTo>
                  <a:pt x="3117304" y="1662551"/>
                </a:lnTo>
                <a:close/>
                <a:moveTo>
                  <a:pt x="3325101" y="1662551"/>
                </a:moveTo>
                <a:lnTo>
                  <a:pt x="3325101" y="1870348"/>
                </a:lnTo>
                <a:lnTo>
                  <a:pt x="3532899" y="1870348"/>
                </a:lnTo>
                <a:lnTo>
                  <a:pt x="3532899" y="1662551"/>
                </a:lnTo>
                <a:lnTo>
                  <a:pt x="3325101" y="1662551"/>
                </a:lnTo>
                <a:close/>
                <a:moveTo>
                  <a:pt x="3948579" y="1662551"/>
                </a:moveTo>
                <a:lnTo>
                  <a:pt x="3948579" y="1870348"/>
                </a:lnTo>
                <a:lnTo>
                  <a:pt x="4156377" y="1870348"/>
                </a:lnTo>
                <a:lnTo>
                  <a:pt x="4156377" y="1662551"/>
                </a:lnTo>
                <a:lnTo>
                  <a:pt x="3948579" y="1662551"/>
                </a:lnTo>
                <a:close/>
                <a:moveTo>
                  <a:pt x="4156377" y="1662551"/>
                </a:moveTo>
                <a:lnTo>
                  <a:pt x="4156377" y="1870348"/>
                </a:lnTo>
                <a:lnTo>
                  <a:pt x="4364174" y="1870348"/>
                </a:lnTo>
                <a:lnTo>
                  <a:pt x="4364174" y="1662551"/>
                </a:lnTo>
                <a:lnTo>
                  <a:pt x="4156377" y="1662551"/>
                </a:lnTo>
                <a:close/>
                <a:moveTo>
                  <a:pt x="4987652" y="1662551"/>
                </a:moveTo>
                <a:lnTo>
                  <a:pt x="4987652" y="1870348"/>
                </a:lnTo>
                <a:lnTo>
                  <a:pt x="5195450" y="1870348"/>
                </a:lnTo>
                <a:lnTo>
                  <a:pt x="5195450" y="1662551"/>
                </a:lnTo>
                <a:lnTo>
                  <a:pt x="4987652" y="1662551"/>
                </a:lnTo>
                <a:close/>
                <a:moveTo>
                  <a:pt x="5195450" y="1662551"/>
                </a:moveTo>
                <a:lnTo>
                  <a:pt x="5195450" y="1870348"/>
                </a:lnTo>
                <a:lnTo>
                  <a:pt x="5403247" y="1870348"/>
                </a:lnTo>
                <a:lnTo>
                  <a:pt x="5403247" y="1662551"/>
                </a:lnTo>
                <a:lnTo>
                  <a:pt x="5195450" y="1662551"/>
                </a:lnTo>
                <a:close/>
                <a:moveTo>
                  <a:pt x="5403247" y="1662551"/>
                </a:moveTo>
                <a:lnTo>
                  <a:pt x="5403247" y="1870348"/>
                </a:lnTo>
                <a:lnTo>
                  <a:pt x="5611130" y="1870348"/>
                </a:lnTo>
                <a:lnTo>
                  <a:pt x="5611130" y="1662551"/>
                </a:lnTo>
                <a:lnTo>
                  <a:pt x="5403247" y="1662551"/>
                </a:lnTo>
                <a:close/>
                <a:moveTo>
                  <a:pt x="5611130" y="1662551"/>
                </a:moveTo>
                <a:lnTo>
                  <a:pt x="5611130" y="1870348"/>
                </a:lnTo>
                <a:lnTo>
                  <a:pt x="5818927" y="1870348"/>
                </a:lnTo>
                <a:lnTo>
                  <a:pt x="5818927" y="1662551"/>
                </a:lnTo>
                <a:lnTo>
                  <a:pt x="5611130" y="1662551"/>
                </a:lnTo>
                <a:close/>
                <a:moveTo>
                  <a:pt x="6026725" y="1662551"/>
                </a:moveTo>
                <a:lnTo>
                  <a:pt x="6026725" y="1870348"/>
                </a:lnTo>
                <a:lnTo>
                  <a:pt x="6234522" y="1870348"/>
                </a:lnTo>
                <a:lnTo>
                  <a:pt x="6234522" y="1662551"/>
                </a:lnTo>
                <a:lnTo>
                  <a:pt x="6026725" y="1662551"/>
                </a:lnTo>
                <a:close/>
                <a:moveTo>
                  <a:pt x="6234522" y="1662551"/>
                </a:moveTo>
                <a:lnTo>
                  <a:pt x="6234522" y="1870348"/>
                </a:lnTo>
                <a:lnTo>
                  <a:pt x="6442406" y="1870348"/>
                </a:lnTo>
                <a:lnTo>
                  <a:pt x="6442406" y="1662551"/>
                </a:lnTo>
                <a:lnTo>
                  <a:pt x="6234522" y="1662551"/>
                </a:lnTo>
                <a:close/>
                <a:moveTo>
                  <a:pt x="6650203" y="1662551"/>
                </a:moveTo>
                <a:lnTo>
                  <a:pt x="6650203" y="1870348"/>
                </a:lnTo>
                <a:lnTo>
                  <a:pt x="6858000" y="1870348"/>
                </a:lnTo>
                <a:lnTo>
                  <a:pt x="6858000" y="1662551"/>
                </a:lnTo>
                <a:lnTo>
                  <a:pt x="6650203" y="1662551"/>
                </a:lnTo>
                <a:close/>
                <a:moveTo>
                  <a:pt x="207797" y="1870348"/>
                </a:moveTo>
                <a:lnTo>
                  <a:pt x="207797" y="2078145"/>
                </a:lnTo>
                <a:lnTo>
                  <a:pt x="415595" y="2078145"/>
                </a:lnTo>
                <a:lnTo>
                  <a:pt x="415595" y="1870348"/>
                </a:lnTo>
                <a:lnTo>
                  <a:pt x="207797" y="1870348"/>
                </a:lnTo>
                <a:close/>
                <a:moveTo>
                  <a:pt x="623478" y="1870348"/>
                </a:moveTo>
                <a:lnTo>
                  <a:pt x="623478" y="2078145"/>
                </a:lnTo>
                <a:lnTo>
                  <a:pt x="831275" y="2078145"/>
                </a:lnTo>
                <a:lnTo>
                  <a:pt x="831275" y="1870348"/>
                </a:lnTo>
                <a:lnTo>
                  <a:pt x="623478" y="1870348"/>
                </a:lnTo>
                <a:close/>
                <a:moveTo>
                  <a:pt x="1454753" y="1870348"/>
                </a:moveTo>
                <a:lnTo>
                  <a:pt x="1454753" y="2078145"/>
                </a:lnTo>
                <a:lnTo>
                  <a:pt x="1662551" y="2078145"/>
                </a:lnTo>
                <a:lnTo>
                  <a:pt x="1662551" y="1870348"/>
                </a:lnTo>
                <a:lnTo>
                  <a:pt x="1454753" y="1870348"/>
                </a:lnTo>
                <a:close/>
                <a:moveTo>
                  <a:pt x="1662551" y="1870348"/>
                </a:moveTo>
                <a:lnTo>
                  <a:pt x="1662551" y="2078145"/>
                </a:lnTo>
                <a:lnTo>
                  <a:pt x="1870348" y="2078145"/>
                </a:lnTo>
                <a:lnTo>
                  <a:pt x="1870348" y="1870348"/>
                </a:lnTo>
                <a:lnTo>
                  <a:pt x="1662551" y="1870348"/>
                </a:lnTo>
                <a:close/>
                <a:moveTo>
                  <a:pt x="2286029" y="1870348"/>
                </a:moveTo>
                <a:lnTo>
                  <a:pt x="2286029" y="2078145"/>
                </a:lnTo>
                <a:lnTo>
                  <a:pt x="2493826" y="2078145"/>
                </a:lnTo>
                <a:lnTo>
                  <a:pt x="2493826" y="1870348"/>
                </a:lnTo>
                <a:lnTo>
                  <a:pt x="2286029" y="1870348"/>
                </a:lnTo>
                <a:close/>
                <a:moveTo>
                  <a:pt x="2493826" y="1870348"/>
                </a:moveTo>
                <a:lnTo>
                  <a:pt x="2493826" y="2078145"/>
                </a:lnTo>
                <a:lnTo>
                  <a:pt x="2701623" y="2078145"/>
                </a:lnTo>
                <a:lnTo>
                  <a:pt x="2701623" y="1870348"/>
                </a:lnTo>
                <a:lnTo>
                  <a:pt x="2493826" y="1870348"/>
                </a:lnTo>
                <a:close/>
                <a:moveTo>
                  <a:pt x="2701623" y="1870348"/>
                </a:moveTo>
                <a:lnTo>
                  <a:pt x="2701623" y="2078145"/>
                </a:lnTo>
                <a:lnTo>
                  <a:pt x="2909421" y="2078145"/>
                </a:lnTo>
                <a:lnTo>
                  <a:pt x="2909421" y="1870348"/>
                </a:lnTo>
                <a:lnTo>
                  <a:pt x="2701623" y="1870348"/>
                </a:lnTo>
                <a:close/>
                <a:moveTo>
                  <a:pt x="2909421" y="1870348"/>
                </a:moveTo>
                <a:lnTo>
                  <a:pt x="2909421" y="2078145"/>
                </a:lnTo>
                <a:lnTo>
                  <a:pt x="3117304" y="2078145"/>
                </a:lnTo>
                <a:lnTo>
                  <a:pt x="3117304" y="1870348"/>
                </a:lnTo>
                <a:lnTo>
                  <a:pt x="2909421" y="1870348"/>
                </a:lnTo>
                <a:close/>
                <a:moveTo>
                  <a:pt x="3325101" y="1870348"/>
                </a:moveTo>
                <a:lnTo>
                  <a:pt x="3325101" y="2078145"/>
                </a:lnTo>
                <a:lnTo>
                  <a:pt x="3532899" y="2078145"/>
                </a:lnTo>
                <a:lnTo>
                  <a:pt x="3532899" y="1870348"/>
                </a:lnTo>
                <a:lnTo>
                  <a:pt x="3325101" y="1870348"/>
                </a:lnTo>
                <a:close/>
                <a:moveTo>
                  <a:pt x="3740696" y="1870348"/>
                </a:moveTo>
                <a:lnTo>
                  <a:pt x="3740696" y="2078145"/>
                </a:lnTo>
                <a:lnTo>
                  <a:pt x="3948579" y="2078145"/>
                </a:lnTo>
                <a:lnTo>
                  <a:pt x="3948579" y="1870348"/>
                </a:lnTo>
                <a:lnTo>
                  <a:pt x="3740696" y="1870348"/>
                </a:lnTo>
                <a:close/>
                <a:moveTo>
                  <a:pt x="3948579" y="1870348"/>
                </a:moveTo>
                <a:lnTo>
                  <a:pt x="3948579" y="2078145"/>
                </a:lnTo>
                <a:lnTo>
                  <a:pt x="4156377" y="2078145"/>
                </a:lnTo>
                <a:lnTo>
                  <a:pt x="4156377" y="1870348"/>
                </a:lnTo>
                <a:lnTo>
                  <a:pt x="3948579" y="1870348"/>
                </a:lnTo>
                <a:close/>
                <a:moveTo>
                  <a:pt x="4364174" y="1870348"/>
                </a:moveTo>
                <a:lnTo>
                  <a:pt x="4364174" y="2078145"/>
                </a:lnTo>
                <a:lnTo>
                  <a:pt x="4571972" y="2078145"/>
                </a:lnTo>
                <a:lnTo>
                  <a:pt x="4571972" y="1870348"/>
                </a:lnTo>
                <a:lnTo>
                  <a:pt x="4364174" y="1870348"/>
                </a:lnTo>
                <a:close/>
                <a:moveTo>
                  <a:pt x="4571972" y="1870348"/>
                </a:moveTo>
                <a:lnTo>
                  <a:pt x="4571972" y="2078145"/>
                </a:lnTo>
                <a:lnTo>
                  <a:pt x="4779855" y="2078145"/>
                </a:lnTo>
                <a:lnTo>
                  <a:pt x="4779855" y="1870348"/>
                </a:lnTo>
                <a:lnTo>
                  <a:pt x="4571972" y="1870348"/>
                </a:lnTo>
                <a:close/>
                <a:moveTo>
                  <a:pt x="4779855" y="1870348"/>
                </a:moveTo>
                <a:lnTo>
                  <a:pt x="4779855" y="2078145"/>
                </a:lnTo>
                <a:lnTo>
                  <a:pt x="4987652" y="2078145"/>
                </a:lnTo>
                <a:lnTo>
                  <a:pt x="4987652" y="1870348"/>
                </a:lnTo>
                <a:lnTo>
                  <a:pt x="4779855" y="1870348"/>
                </a:lnTo>
                <a:close/>
                <a:moveTo>
                  <a:pt x="4987652" y="1870348"/>
                </a:moveTo>
                <a:lnTo>
                  <a:pt x="4987652" y="2078145"/>
                </a:lnTo>
                <a:lnTo>
                  <a:pt x="5195450" y="2078145"/>
                </a:lnTo>
                <a:lnTo>
                  <a:pt x="5195450" y="1870348"/>
                </a:lnTo>
                <a:lnTo>
                  <a:pt x="4987652" y="1870348"/>
                </a:lnTo>
                <a:close/>
                <a:moveTo>
                  <a:pt x="5195450" y="1870348"/>
                </a:moveTo>
                <a:lnTo>
                  <a:pt x="5195450" y="2078145"/>
                </a:lnTo>
                <a:lnTo>
                  <a:pt x="5403247" y="2078145"/>
                </a:lnTo>
                <a:lnTo>
                  <a:pt x="5403247" y="1870348"/>
                </a:lnTo>
                <a:lnTo>
                  <a:pt x="5195450" y="1870348"/>
                </a:lnTo>
                <a:close/>
                <a:moveTo>
                  <a:pt x="5611130" y="1870348"/>
                </a:moveTo>
                <a:lnTo>
                  <a:pt x="5611130" y="2078145"/>
                </a:lnTo>
                <a:lnTo>
                  <a:pt x="5818927" y="2078145"/>
                </a:lnTo>
                <a:lnTo>
                  <a:pt x="5818927" y="1870348"/>
                </a:lnTo>
                <a:lnTo>
                  <a:pt x="5611130" y="1870348"/>
                </a:lnTo>
                <a:close/>
                <a:moveTo>
                  <a:pt x="6234522" y="1870348"/>
                </a:moveTo>
                <a:lnTo>
                  <a:pt x="6234522" y="2078145"/>
                </a:lnTo>
                <a:lnTo>
                  <a:pt x="6442406" y="2078145"/>
                </a:lnTo>
                <a:lnTo>
                  <a:pt x="6442406" y="1870348"/>
                </a:lnTo>
                <a:lnTo>
                  <a:pt x="6234522" y="1870348"/>
                </a:lnTo>
                <a:close/>
                <a:moveTo>
                  <a:pt x="6442406" y="1870348"/>
                </a:moveTo>
                <a:lnTo>
                  <a:pt x="6442406" y="2078145"/>
                </a:lnTo>
                <a:lnTo>
                  <a:pt x="6650203" y="2078145"/>
                </a:lnTo>
                <a:lnTo>
                  <a:pt x="6650203" y="1870348"/>
                </a:lnTo>
                <a:lnTo>
                  <a:pt x="6442406" y="1870348"/>
                </a:lnTo>
                <a:close/>
                <a:moveTo>
                  <a:pt x="6650203" y="1870348"/>
                </a:moveTo>
                <a:lnTo>
                  <a:pt x="6650203" y="2078145"/>
                </a:lnTo>
                <a:lnTo>
                  <a:pt x="6858000" y="2078145"/>
                </a:lnTo>
                <a:lnTo>
                  <a:pt x="6858000" y="1870348"/>
                </a:lnTo>
                <a:lnTo>
                  <a:pt x="6650203" y="1870348"/>
                </a:lnTo>
                <a:close/>
                <a:moveTo>
                  <a:pt x="0" y="2078145"/>
                </a:moveTo>
                <a:lnTo>
                  <a:pt x="0" y="2286029"/>
                </a:lnTo>
                <a:lnTo>
                  <a:pt x="207797" y="2286029"/>
                </a:lnTo>
                <a:lnTo>
                  <a:pt x="207797" y="2078145"/>
                </a:lnTo>
                <a:lnTo>
                  <a:pt x="0" y="2078145"/>
                </a:lnTo>
                <a:close/>
                <a:moveTo>
                  <a:pt x="831275" y="2078145"/>
                </a:moveTo>
                <a:lnTo>
                  <a:pt x="831275" y="2286029"/>
                </a:lnTo>
                <a:lnTo>
                  <a:pt x="1039073" y="2286029"/>
                </a:lnTo>
                <a:lnTo>
                  <a:pt x="1039073" y="2078145"/>
                </a:lnTo>
                <a:lnTo>
                  <a:pt x="831275" y="2078145"/>
                </a:lnTo>
                <a:close/>
                <a:moveTo>
                  <a:pt x="1246870" y="2078145"/>
                </a:moveTo>
                <a:lnTo>
                  <a:pt x="1246870" y="2286029"/>
                </a:lnTo>
                <a:lnTo>
                  <a:pt x="1454753" y="2286029"/>
                </a:lnTo>
                <a:lnTo>
                  <a:pt x="1454753" y="2078145"/>
                </a:lnTo>
                <a:lnTo>
                  <a:pt x="1246870" y="2078145"/>
                </a:lnTo>
                <a:close/>
                <a:moveTo>
                  <a:pt x="2078145" y="2078145"/>
                </a:moveTo>
                <a:lnTo>
                  <a:pt x="2078145" y="2286029"/>
                </a:lnTo>
                <a:lnTo>
                  <a:pt x="2286029" y="2286029"/>
                </a:lnTo>
                <a:lnTo>
                  <a:pt x="2286029" y="2078145"/>
                </a:lnTo>
                <a:lnTo>
                  <a:pt x="2078145" y="2078145"/>
                </a:lnTo>
                <a:close/>
                <a:moveTo>
                  <a:pt x="2493826" y="2078145"/>
                </a:moveTo>
                <a:lnTo>
                  <a:pt x="2493826" y="2286029"/>
                </a:lnTo>
                <a:lnTo>
                  <a:pt x="2701623" y="2286029"/>
                </a:lnTo>
                <a:lnTo>
                  <a:pt x="2701623" y="2078145"/>
                </a:lnTo>
                <a:lnTo>
                  <a:pt x="2493826" y="2078145"/>
                </a:lnTo>
                <a:close/>
                <a:moveTo>
                  <a:pt x="3117304" y="2078145"/>
                </a:moveTo>
                <a:lnTo>
                  <a:pt x="3117304" y="2286029"/>
                </a:lnTo>
                <a:lnTo>
                  <a:pt x="3325101" y="2286029"/>
                </a:lnTo>
                <a:lnTo>
                  <a:pt x="3325101" y="2078145"/>
                </a:lnTo>
                <a:lnTo>
                  <a:pt x="3117304" y="2078145"/>
                </a:lnTo>
                <a:close/>
                <a:moveTo>
                  <a:pt x="3325101" y="2078145"/>
                </a:moveTo>
                <a:lnTo>
                  <a:pt x="3325101" y="2286029"/>
                </a:lnTo>
                <a:lnTo>
                  <a:pt x="3532899" y="2286029"/>
                </a:lnTo>
                <a:lnTo>
                  <a:pt x="3532899" y="2078145"/>
                </a:lnTo>
                <a:lnTo>
                  <a:pt x="3325101" y="2078145"/>
                </a:lnTo>
                <a:close/>
                <a:moveTo>
                  <a:pt x="4364174" y="2078145"/>
                </a:moveTo>
                <a:lnTo>
                  <a:pt x="4364174" y="2286029"/>
                </a:lnTo>
                <a:lnTo>
                  <a:pt x="4571972" y="2286029"/>
                </a:lnTo>
                <a:lnTo>
                  <a:pt x="4571972" y="2078145"/>
                </a:lnTo>
                <a:lnTo>
                  <a:pt x="4364174" y="2078145"/>
                </a:lnTo>
                <a:close/>
                <a:moveTo>
                  <a:pt x="4571972" y="2078145"/>
                </a:moveTo>
                <a:lnTo>
                  <a:pt x="4571972" y="2286029"/>
                </a:lnTo>
                <a:lnTo>
                  <a:pt x="4779855" y="2286029"/>
                </a:lnTo>
                <a:lnTo>
                  <a:pt x="4779855" y="2078145"/>
                </a:lnTo>
                <a:lnTo>
                  <a:pt x="4571972" y="2078145"/>
                </a:lnTo>
                <a:close/>
                <a:moveTo>
                  <a:pt x="4987652" y="2078145"/>
                </a:moveTo>
                <a:lnTo>
                  <a:pt x="4987652" y="2286029"/>
                </a:lnTo>
                <a:lnTo>
                  <a:pt x="5195450" y="2286029"/>
                </a:lnTo>
                <a:lnTo>
                  <a:pt x="5195450" y="2078145"/>
                </a:lnTo>
                <a:lnTo>
                  <a:pt x="4987652" y="2078145"/>
                </a:lnTo>
                <a:close/>
                <a:moveTo>
                  <a:pt x="5611130" y="2078145"/>
                </a:moveTo>
                <a:lnTo>
                  <a:pt x="5611130" y="2286029"/>
                </a:lnTo>
                <a:lnTo>
                  <a:pt x="5818927" y="2286029"/>
                </a:lnTo>
                <a:lnTo>
                  <a:pt x="5818927" y="2078145"/>
                </a:lnTo>
                <a:lnTo>
                  <a:pt x="5611130" y="2078145"/>
                </a:lnTo>
                <a:close/>
                <a:moveTo>
                  <a:pt x="5818927" y="2078145"/>
                </a:moveTo>
                <a:lnTo>
                  <a:pt x="5818927" y="2286029"/>
                </a:lnTo>
                <a:lnTo>
                  <a:pt x="6026725" y="2286029"/>
                </a:lnTo>
                <a:lnTo>
                  <a:pt x="6026725" y="2078145"/>
                </a:lnTo>
                <a:lnTo>
                  <a:pt x="5818927" y="2078145"/>
                </a:lnTo>
                <a:close/>
                <a:moveTo>
                  <a:pt x="6026725" y="2078145"/>
                </a:moveTo>
                <a:lnTo>
                  <a:pt x="6026725" y="2286029"/>
                </a:lnTo>
                <a:lnTo>
                  <a:pt x="6234522" y="2286029"/>
                </a:lnTo>
                <a:lnTo>
                  <a:pt x="6234522" y="2078145"/>
                </a:lnTo>
                <a:lnTo>
                  <a:pt x="6026725" y="2078145"/>
                </a:lnTo>
                <a:close/>
                <a:moveTo>
                  <a:pt x="6442406" y="2078145"/>
                </a:moveTo>
                <a:lnTo>
                  <a:pt x="6442406" y="2286029"/>
                </a:lnTo>
                <a:lnTo>
                  <a:pt x="6650203" y="2286029"/>
                </a:lnTo>
                <a:lnTo>
                  <a:pt x="6650203" y="2078145"/>
                </a:lnTo>
                <a:lnTo>
                  <a:pt x="6442406" y="2078145"/>
                </a:lnTo>
                <a:close/>
                <a:moveTo>
                  <a:pt x="6650203" y="2078145"/>
                </a:moveTo>
                <a:lnTo>
                  <a:pt x="6650203" y="2286029"/>
                </a:lnTo>
                <a:lnTo>
                  <a:pt x="6858000" y="2286029"/>
                </a:lnTo>
                <a:lnTo>
                  <a:pt x="6858000" y="2078145"/>
                </a:lnTo>
                <a:lnTo>
                  <a:pt x="6650203" y="2078145"/>
                </a:lnTo>
                <a:close/>
                <a:moveTo>
                  <a:pt x="0" y="2286029"/>
                </a:moveTo>
                <a:lnTo>
                  <a:pt x="0" y="2493826"/>
                </a:lnTo>
                <a:lnTo>
                  <a:pt x="207797" y="2493826"/>
                </a:lnTo>
                <a:lnTo>
                  <a:pt x="207797" y="2286029"/>
                </a:lnTo>
                <a:lnTo>
                  <a:pt x="0" y="2286029"/>
                </a:lnTo>
                <a:close/>
                <a:moveTo>
                  <a:pt x="207797" y="2286029"/>
                </a:moveTo>
                <a:lnTo>
                  <a:pt x="207797" y="2493826"/>
                </a:lnTo>
                <a:lnTo>
                  <a:pt x="415595" y="2493826"/>
                </a:lnTo>
                <a:lnTo>
                  <a:pt x="415595" y="2286029"/>
                </a:lnTo>
                <a:lnTo>
                  <a:pt x="207797" y="2286029"/>
                </a:lnTo>
                <a:close/>
                <a:moveTo>
                  <a:pt x="623478" y="2286029"/>
                </a:moveTo>
                <a:lnTo>
                  <a:pt x="623478" y="2493826"/>
                </a:lnTo>
                <a:lnTo>
                  <a:pt x="831275" y="2493826"/>
                </a:lnTo>
                <a:lnTo>
                  <a:pt x="831275" y="2286029"/>
                </a:lnTo>
                <a:lnTo>
                  <a:pt x="623478" y="2286029"/>
                </a:lnTo>
                <a:close/>
                <a:moveTo>
                  <a:pt x="831275" y="2286029"/>
                </a:moveTo>
                <a:lnTo>
                  <a:pt x="831275" y="2493826"/>
                </a:lnTo>
                <a:lnTo>
                  <a:pt x="1039073" y="2493826"/>
                </a:lnTo>
                <a:lnTo>
                  <a:pt x="1039073" y="2286029"/>
                </a:lnTo>
                <a:lnTo>
                  <a:pt x="831275" y="2286029"/>
                </a:lnTo>
                <a:close/>
                <a:moveTo>
                  <a:pt x="2701623" y="2286029"/>
                </a:moveTo>
                <a:lnTo>
                  <a:pt x="2701623" y="2493826"/>
                </a:lnTo>
                <a:lnTo>
                  <a:pt x="2909421" y="2493826"/>
                </a:lnTo>
                <a:lnTo>
                  <a:pt x="2909421" y="2286029"/>
                </a:lnTo>
                <a:lnTo>
                  <a:pt x="2701623" y="2286029"/>
                </a:lnTo>
                <a:close/>
                <a:moveTo>
                  <a:pt x="2909421" y="2286029"/>
                </a:moveTo>
                <a:lnTo>
                  <a:pt x="2909421" y="2493826"/>
                </a:lnTo>
                <a:lnTo>
                  <a:pt x="3117304" y="2493826"/>
                </a:lnTo>
                <a:lnTo>
                  <a:pt x="3117304" y="2286029"/>
                </a:lnTo>
                <a:lnTo>
                  <a:pt x="2909421" y="2286029"/>
                </a:lnTo>
                <a:close/>
                <a:moveTo>
                  <a:pt x="3117304" y="2286029"/>
                </a:moveTo>
                <a:lnTo>
                  <a:pt x="3117304" y="2493826"/>
                </a:lnTo>
                <a:lnTo>
                  <a:pt x="3325101" y="2493826"/>
                </a:lnTo>
                <a:lnTo>
                  <a:pt x="3325101" y="2286029"/>
                </a:lnTo>
                <a:lnTo>
                  <a:pt x="3117304" y="2286029"/>
                </a:lnTo>
                <a:close/>
                <a:moveTo>
                  <a:pt x="3325101" y="2286029"/>
                </a:moveTo>
                <a:lnTo>
                  <a:pt x="3325101" y="2493826"/>
                </a:lnTo>
                <a:lnTo>
                  <a:pt x="3532899" y="2493826"/>
                </a:lnTo>
                <a:lnTo>
                  <a:pt x="3532899" y="2286029"/>
                </a:lnTo>
                <a:lnTo>
                  <a:pt x="3325101" y="2286029"/>
                </a:lnTo>
                <a:close/>
                <a:moveTo>
                  <a:pt x="3532899" y="2286029"/>
                </a:moveTo>
                <a:lnTo>
                  <a:pt x="3532899" y="2493826"/>
                </a:lnTo>
                <a:lnTo>
                  <a:pt x="3740696" y="2493826"/>
                </a:lnTo>
                <a:lnTo>
                  <a:pt x="3740696" y="2286029"/>
                </a:lnTo>
                <a:lnTo>
                  <a:pt x="3532899" y="2286029"/>
                </a:lnTo>
                <a:close/>
                <a:moveTo>
                  <a:pt x="3740696" y="2286029"/>
                </a:moveTo>
                <a:lnTo>
                  <a:pt x="3740696" y="2493826"/>
                </a:lnTo>
                <a:lnTo>
                  <a:pt x="3948579" y="2493826"/>
                </a:lnTo>
                <a:lnTo>
                  <a:pt x="3948579" y="2286029"/>
                </a:lnTo>
                <a:lnTo>
                  <a:pt x="3740696" y="2286029"/>
                </a:lnTo>
                <a:close/>
                <a:moveTo>
                  <a:pt x="3948579" y="2286029"/>
                </a:moveTo>
                <a:lnTo>
                  <a:pt x="3948579" y="2493826"/>
                </a:lnTo>
                <a:lnTo>
                  <a:pt x="4156377" y="2493826"/>
                </a:lnTo>
                <a:lnTo>
                  <a:pt x="4156377" y="2286029"/>
                </a:lnTo>
                <a:lnTo>
                  <a:pt x="3948579" y="2286029"/>
                </a:lnTo>
                <a:close/>
                <a:moveTo>
                  <a:pt x="4364174" y="2286029"/>
                </a:moveTo>
                <a:lnTo>
                  <a:pt x="4364174" y="2493826"/>
                </a:lnTo>
                <a:lnTo>
                  <a:pt x="4571972" y="2493826"/>
                </a:lnTo>
                <a:lnTo>
                  <a:pt x="4571972" y="2286029"/>
                </a:lnTo>
                <a:lnTo>
                  <a:pt x="4364174" y="2286029"/>
                </a:lnTo>
                <a:close/>
                <a:moveTo>
                  <a:pt x="4571972" y="2286029"/>
                </a:moveTo>
                <a:lnTo>
                  <a:pt x="4571972" y="2493826"/>
                </a:lnTo>
                <a:lnTo>
                  <a:pt x="4779855" y="2493826"/>
                </a:lnTo>
                <a:lnTo>
                  <a:pt x="4779855" y="2286029"/>
                </a:lnTo>
                <a:lnTo>
                  <a:pt x="4571972" y="2286029"/>
                </a:lnTo>
                <a:close/>
                <a:moveTo>
                  <a:pt x="4779855" y="2286029"/>
                </a:moveTo>
                <a:lnTo>
                  <a:pt x="4779855" y="2493826"/>
                </a:lnTo>
                <a:lnTo>
                  <a:pt x="4987652" y="2493826"/>
                </a:lnTo>
                <a:lnTo>
                  <a:pt x="4987652" y="2286029"/>
                </a:lnTo>
                <a:lnTo>
                  <a:pt x="4779855" y="2286029"/>
                </a:lnTo>
                <a:close/>
                <a:moveTo>
                  <a:pt x="5611130" y="2286029"/>
                </a:moveTo>
                <a:lnTo>
                  <a:pt x="5611130" y="2493826"/>
                </a:lnTo>
                <a:lnTo>
                  <a:pt x="5818927" y="2493826"/>
                </a:lnTo>
                <a:lnTo>
                  <a:pt x="5818927" y="2286029"/>
                </a:lnTo>
                <a:lnTo>
                  <a:pt x="5611130" y="2286029"/>
                </a:lnTo>
                <a:close/>
                <a:moveTo>
                  <a:pt x="5818927" y="2286029"/>
                </a:moveTo>
                <a:lnTo>
                  <a:pt x="5818927" y="2493826"/>
                </a:lnTo>
                <a:lnTo>
                  <a:pt x="6026725" y="2493826"/>
                </a:lnTo>
                <a:lnTo>
                  <a:pt x="6026725" y="2286029"/>
                </a:lnTo>
                <a:lnTo>
                  <a:pt x="5818927" y="2286029"/>
                </a:lnTo>
                <a:close/>
                <a:moveTo>
                  <a:pt x="6442406" y="2286029"/>
                </a:moveTo>
                <a:lnTo>
                  <a:pt x="6442406" y="2493826"/>
                </a:lnTo>
                <a:lnTo>
                  <a:pt x="6650203" y="2493826"/>
                </a:lnTo>
                <a:lnTo>
                  <a:pt x="6650203" y="2286029"/>
                </a:lnTo>
                <a:lnTo>
                  <a:pt x="6442406" y="2286029"/>
                </a:lnTo>
                <a:close/>
                <a:moveTo>
                  <a:pt x="207797" y="2493826"/>
                </a:moveTo>
                <a:lnTo>
                  <a:pt x="207797" y="2701623"/>
                </a:lnTo>
                <a:lnTo>
                  <a:pt x="415595" y="2701623"/>
                </a:lnTo>
                <a:lnTo>
                  <a:pt x="415595" y="2493826"/>
                </a:lnTo>
                <a:lnTo>
                  <a:pt x="207797" y="2493826"/>
                </a:lnTo>
                <a:close/>
                <a:moveTo>
                  <a:pt x="415595" y="2493826"/>
                </a:moveTo>
                <a:lnTo>
                  <a:pt x="415595" y="2701623"/>
                </a:lnTo>
                <a:lnTo>
                  <a:pt x="623478" y="2701623"/>
                </a:lnTo>
                <a:lnTo>
                  <a:pt x="623478" y="2493826"/>
                </a:lnTo>
                <a:lnTo>
                  <a:pt x="415595" y="2493826"/>
                </a:lnTo>
                <a:close/>
                <a:moveTo>
                  <a:pt x="623478" y="2493826"/>
                </a:moveTo>
                <a:lnTo>
                  <a:pt x="623478" y="2701623"/>
                </a:lnTo>
                <a:lnTo>
                  <a:pt x="831275" y="2701623"/>
                </a:lnTo>
                <a:lnTo>
                  <a:pt x="831275" y="2493826"/>
                </a:lnTo>
                <a:lnTo>
                  <a:pt x="623478" y="2493826"/>
                </a:lnTo>
                <a:close/>
                <a:moveTo>
                  <a:pt x="831275" y="2493826"/>
                </a:moveTo>
                <a:lnTo>
                  <a:pt x="831275" y="2701623"/>
                </a:lnTo>
                <a:lnTo>
                  <a:pt x="1039073" y="2701623"/>
                </a:lnTo>
                <a:lnTo>
                  <a:pt x="1039073" y="2493826"/>
                </a:lnTo>
                <a:lnTo>
                  <a:pt x="831275" y="2493826"/>
                </a:lnTo>
                <a:close/>
                <a:moveTo>
                  <a:pt x="1039073" y="2493826"/>
                </a:moveTo>
                <a:lnTo>
                  <a:pt x="1039073" y="2701623"/>
                </a:lnTo>
                <a:lnTo>
                  <a:pt x="1246870" y="2701623"/>
                </a:lnTo>
                <a:lnTo>
                  <a:pt x="1246870" y="2493826"/>
                </a:lnTo>
                <a:lnTo>
                  <a:pt x="1039073" y="2493826"/>
                </a:lnTo>
                <a:close/>
                <a:moveTo>
                  <a:pt x="1246870" y="2493826"/>
                </a:moveTo>
                <a:lnTo>
                  <a:pt x="1246870" y="2701623"/>
                </a:lnTo>
                <a:lnTo>
                  <a:pt x="1454753" y="2701623"/>
                </a:lnTo>
                <a:lnTo>
                  <a:pt x="1454753" y="2493826"/>
                </a:lnTo>
                <a:lnTo>
                  <a:pt x="1246870" y="2493826"/>
                </a:lnTo>
                <a:close/>
                <a:moveTo>
                  <a:pt x="1454753" y="2493826"/>
                </a:moveTo>
                <a:lnTo>
                  <a:pt x="1454753" y="2701623"/>
                </a:lnTo>
                <a:lnTo>
                  <a:pt x="1662551" y="2701623"/>
                </a:lnTo>
                <a:lnTo>
                  <a:pt x="1662551" y="2493826"/>
                </a:lnTo>
                <a:lnTo>
                  <a:pt x="1454753" y="2493826"/>
                </a:lnTo>
                <a:close/>
                <a:moveTo>
                  <a:pt x="1662551" y="2493826"/>
                </a:moveTo>
                <a:lnTo>
                  <a:pt x="1662551" y="2701623"/>
                </a:lnTo>
                <a:lnTo>
                  <a:pt x="1870348" y="2701623"/>
                </a:lnTo>
                <a:lnTo>
                  <a:pt x="1870348" y="2493826"/>
                </a:lnTo>
                <a:lnTo>
                  <a:pt x="1662551" y="2493826"/>
                </a:lnTo>
                <a:close/>
                <a:moveTo>
                  <a:pt x="2286029" y="2493826"/>
                </a:moveTo>
                <a:lnTo>
                  <a:pt x="2286029" y="2701623"/>
                </a:lnTo>
                <a:lnTo>
                  <a:pt x="2493826" y="2701623"/>
                </a:lnTo>
                <a:lnTo>
                  <a:pt x="2493826" y="2493826"/>
                </a:lnTo>
                <a:lnTo>
                  <a:pt x="2286029" y="2493826"/>
                </a:lnTo>
                <a:close/>
                <a:moveTo>
                  <a:pt x="3117304" y="2493826"/>
                </a:moveTo>
                <a:lnTo>
                  <a:pt x="3117304" y="2701623"/>
                </a:lnTo>
                <a:lnTo>
                  <a:pt x="3325101" y="2701623"/>
                </a:lnTo>
                <a:lnTo>
                  <a:pt x="3325101" y="2493826"/>
                </a:lnTo>
                <a:lnTo>
                  <a:pt x="3117304" y="2493826"/>
                </a:lnTo>
                <a:close/>
                <a:moveTo>
                  <a:pt x="3325101" y="2493826"/>
                </a:moveTo>
                <a:lnTo>
                  <a:pt x="3325101" y="2701623"/>
                </a:lnTo>
                <a:lnTo>
                  <a:pt x="3532899" y="2701623"/>
                </a:lnTo>
                <a:lnTo>
                  <a:pt x="3532899" y="2493826"/>
                </a:lnTo>
                <a:lnTo>
                  <a:pt x="3325101" y="2493826"/>
                </a:lnTo>
                <a:close/>
                <a:moveTo>
                  <a:pt x="3532899" y="2493826"/>
                </a:moveTo>
                <a:lnTo>
                  <a:pt x="3532899" y="2701623"/>
                </a:lnTo>
                <a:lnTo>
                  <a:pt x="3740696" y="2701623"/>
                </a:lnTo>
                <a:lnTo>
                  <a:pt x="3740696" y="2493826"/>
                </a:lnTo>
                <a:lnTo>
                  <a:pt x="3532899" y="2493826"/>
                </a:lnTo>
                <a:close/>
                <a:moveTo>
                  <a:pt x="3740696" y="2493826"/>
                </a:moveTo>
                <a:lnTo>
                  <a:pt x="3740696" y="2701623"/>
                </a:lnTo>
                <a:lnTo>
                  <a:pt x="3948579" y="2701623"/>
                </a:lnTo>
                <a:lnTo>
                  <a:pt x="3948579" y="2493826"/>
                </a:lnTo>
                <a:lnTo>
                  <a:pt x="3740696" y="2493826"/>
                </a:lnTo>
                <a:close/>
                <a:moveTo>
                  <a:pt x="4779855" y="2493826"/>
                </a:moveTo>
                <a:lnTo>
                  <a:pt x="4779855" y="2701623"/>
                </a:lnTo>
                <a:lnTo>
                  <a:pt x="4987652" y="2701623"/>
                </a:lnTo>
                <a:lnTo>
                  <a:pt x="4987652" y="2493826"/>
                </a:lnTo>
                <a:lnTo>
                  <a:pt x="4779855" y="2493826"/>
                </a:lnTo>
                <a:close/>
                <a:moveTo>
                  <a:pt x="5195450" y="2493826"/>
                </a:moveTo>
                <a:lnTo>
                  <a:pt x="5195450" y="2701623"/>
                </a:lnTo>
                <a:lnTo>
                  <a:pt x="5403247" y="2701623"/>
                </a:lnTo>
                <a:lnTo>
                  <a:pt x="5403247" y="2493826"/>
                </a:lnTo>
                <a:lnTo>
                  <a:pt x="5195450" y="2493826"/>
                </a:lnTo>
                <a:close/>
                <a:moveTo>
                  <a:pt x="6234522" y="2493826"/>
                </a:moveTo>
                <a:lnTo>
                  <a:pt x="6234522" y="2701623"/>
                </a:lnTo>
                <a:lnTo>
                  <a:pt x="6442406" y="2701623"/>
                </a:lnTo>
                <a:lnTo>
                  <a:pt x="6442406" y="2493826"/>
                </a:lnTo>
                <a:lnTo>
                  <a:pt x="6234522" y="2493826"/>
                </a:lnTo>
                <a:close/>
                <a:moveTo>
                  <a:pt x="0" y="2701623"/>
                </a:moveTo>
                <a:lnTo>
                  <a:pt x="0" y="2909421"/>
                </a:lnTo>
                <a:lnTo>
                  <a:pt x="207797" y="2909421"/>
                </a:lnTo>
                <a:lnTo>
                  <a:pt x="207797" y="2701623"/>
                </a:lnTo>
                <a:lnTo>
                  <a:pt x="0" y="2701623"/>
                </a:lnTo>
                <a:close/>
                <a:moveTo>
                  <a:pt x="207797" y="2701623"/>
                </a:moveTo>
                <a:lnTo>
                  <a:pt x="207797" y="2909421"/>
                </a:lnTo>
                <a:lnTo>
                  <a:pt x="415595" y="2909421"/>
                </a:lnTo>
                <a:lnTo>
                  <a:pt x="415595" y="2701623"/>
                </a:lnTo>
                <a:lnTo>
                  <a:pt x="207797" y="2701623"/>
                </a:lnTo>
                <a:close/>
                <a:moveTo>
                  <a:pt x="2286029" y="2701623"/>
                </a:moveTo>
                <a:lnTo>
                  <a:pt x="2286029" y="2909421"/>
                </a:lnTo>
                <a:lnTo>
                  <a:pt x="2493826" y="2909421"/>
                </a:lnTo>
                <a:lnTo>
                  <a:pt x="2493826" y="2701623"/>
                </a:lnTo>
                <a:lnTo>
                  <a:pt x="2286029" y="2701623"/>
                </a:lnTo>
                <a:close/>
                <a:moveTo>
                  <a:pt x="2909421" y="2701623"/>
                </a:moveTo>
                <a:lnTo>
                  <a:pt x="2909421" y="2909421"/>
                </a:lnTo>
                <a:lnTo>
                  <a:pt x="3117304" y="2909421"/>
                </a:lnTo>
                <a:lnTo>
                  <a:pt x="3117304" y="2701623"/>
                </a:lnTo>
                <a:lnTo>
                  <a:pt x="2909421" y="2701623"/>
                </a:lnTo>
                <a:close/>
                <a:moveTo>
                  <a:pt x="3117304" y="2701623"/>
                </a:moveTo>
                <a:lnTo>
                  <a:pt x="3117304" y="2909421"/>
                </a:lnTo>
                <a:lnTo>
                  <a:pt x="3325101" y="2909421"/>
                </a:lnTo>
                <a:lnTo>
                  <a:pt x="3325101" y="2701623"/>
                </a:lnTo>
                <a:lnTo>
                  <a:pt x="3117304" y="2701623"/>
                </a:lnTo>
                <a:close/>
                <a:moveTo>
                  <a:pt x="3325101" y="2701623"/>
                </a:moveTo>
                <a:lnTo>
                  <a:pt x="3325101" y="2909421"/>
                </a:lnTo>
                <a:lnTo>
                  <a:pt x="3532899" y="2909421"/>
                </a:lnTo>
                <a:lnTo>
                  <a:pt x="3532899" y="2701623"/>
                </a:lnTo>
                <a:lnTo>
                  <a:pt x="3325101" y="2701623"/>
                </a:lnTo>
                <a:close/>
                <a:moveTo>
                  <a:pt x="3532899" y="2701623"/>
                </a:moveTo>
                <a:lnTo>
                  <a:pt x="3532899" y="2909421"/>
                </a:lnTo>
                <a:lnTo>
                  <a:pt x="3740696" y="2909421"/>
                </a:lnTo>
                <a:lnTo>
                  <a:pt x="3740696" y="2701623"/>
                </a:lnTo>
                <a:lnTo>
                  <a:pt x="3532899" y="2701623"/>
                </a:lnTo>
                <a:close/>
                <a:moveTo>
                  <a:pt x="3948579" y="2701623"/>
                </a:moveTo>
                <a:lnTo>
                  <a:pt x="3948579" y="2909421"/>
                </a:lnTo>
                <a:lnTo>
                  <a:pt x="4156377" y="2909421"/>
                </a:lnTo>
                <a:lnTo>
                  <a:pt x="4156377" y="2701623"/>
                </a:lnTo>
                <a:lnTo>
                  <a:pt x="3948579" y="2701623"/>
                </a:lnTo>
                <a:close/>
                <a:moveTo>
                  <a:pt x="5195450" y="2701623"/>
                </a:moveTo>
                <a:lnTo>
                  <a:pt x="5195450" y="2909421"/>
                </a:lnTo>
                <a:lnTo>
                  <a:pt x="5403247" y="2909421"/>
                </a:lnTo>
                <a:lnTo>
                  <a:pt x="5403247" y="2701623"/>
                </a:lnTo>
                <a:lnTo>
                  <a:pt x="5195450" y="2701623"/>
                </a:lnTo>
                <a:close/>
                <a:moveTo>
                  <a:pt x="5403247" y="2701623"/>
                </a:moveTo>
                <a:lnTo>
                  <a:pt x="5403247" y="2909421"/>
                </a:lnTo>
                <a:lnTo>
                  <a:pt x="5611130" y="2909421"/>
                </a:lnTo>
                <a:lnTo>
                  <a:pt x="5611130" y="2701623"/>
                </a:lnTo>
                <a:lnTo>
                  <a:pt x="5403247" y="2701623"/>
                </a:lnTo>
                <a:close/>
                <a:moveTo>
                  <a:pt x="5818927" y="2701623"/>
                </a:moveTo>
                <a:lnTo>
                  <a:pt x="5818927" y="2909421"/>
                </a:lnTo>
                <a:lnTo>
                  <a:pt x="6026725" y="2909421"/>
                </a:lnTo>
                <a:lnTo>
                  <a:pt x="6026725" y="2701623"/>
                </a:lnTo>
                <a:lnTo>
                  <a:pt x="5818927" y="2701623"/>
                </a:lnTo>
                <a:close/>
                <a:moveTo>
                  <a:pt x="6026725" y="2701623"/>
                </a:moveTo>
                <a:lnTo>
                  <a:pt x="6026725" y="2909421"/>
                </a:lnTo>
                <a:lnTo>
                  <a:pt x="6234522" y="2909421"/>
                </a:lnTo>
                <a:lnTo>
                  <a:pt x="6234522" y="2701623"/>
                </a:lnTo>
                <a:lnTo>
                  <a:pt x="6026725" y="2701623"/>
                </a:lnTo>
                <a:close/>
                <a:moveTo>
                  <a:pt x="6234522" y="2701623"/>
                </a:moveTo>
                <a:lnTo>
                  <a:pt x="6234522" y="2909421"/>
                </a:lnTo>
                <a:lnTo>
                  <a:pt x="6442406" y="2909421"/>
                </a:lnTo>
                <a:lnTo>
                  <a:pt x="6442406" y="2701623"/>
                </a:lnTo>
                <a:lnTo>
                  <a:pt x="6234522" y="2701623"/>
                </a:lnTo>
                <a:close/>
                <a:moveTo>
                  <a:pt x="623478" y="2909421"/>
                </a:moveTo>
                <a:lnTo>
                  <a:pt x="623478" y="3117304"/>
                </a:lnTo>
                <a:lnTo>
                  <a:pt x="831275" y="3117304"/>
                </a:lnTo>
                <a:lnTo>
                  <a:pt x="831275" y="2909421"/>
                </a:lnTo>
                <a:lnTo>
                  <a:pt x="623478" y="2909421"/>
                </a:lnTo>
                <a:close/>
                <a:moveTo>
                  <a:pt x="831275" y="2909421"/>
                </a:moveTo>
                <a:lnTo>
                  <a:pt x="831275" y="3117304"/>
                </a:lnTo>
                <a:lnTo>
                  <a:pt x="1039073" y="3117304"/>
                </a:lnTo>
                <a:lnTo>
                  <a:pt x="1039073" y="2909421"/>
                </a:lnTo>
                <a:lnTo>
                  <a:pt x="831275" y="2909421"/>
                </a:lnTo>
                <a:close/>
                <a:moveTo>
                  <a:pt x="1246870" y="2909421"/>
                </a:moveTo>
                <a:lnTo>
                  <a:pt x="1246870" y="3117304"/>
                </a:lnTo>
                <a:lnTo>
                  <a:pt x="1454753" y="3117304"/>
                </a:lnTo>
                <a:lnTo>
                  <a:pt x="1454753" y="2909421"/>
                </a:lnTo>
                <a:lnTo>
                  <a:pt x="1246870" y="2909421"/>
                </a:lnTo>
                <a:close/>
                <a:moveTo>
                  <a:pt x="1662551" y="2909421"/>
                </a:moveTo>
                <a:lnTo>
                  <a:pt x="1662551" y="3117304"/>
                </a:lnTo>
                <a:lnTo>
                  <a:pt x="1870348" y="3117304"/>
                </a:lnTo>
                <a:lnTo>
                  <a:pt x="1870348" y="2909421"/>
                </a:lnTo>
                <a:lnTo>
                  <a:pt x="1662551" y="2909421"/>
                </a:lnTo>
                <a:close/>
                <a:moveTo>
                  <a:pt x="2078145" y="2909421"/>
                </a:moveTo>
                <a:lnTo>
                  <a:pt x="2078145" y="3117304"/>
                </a:lnTo>
                <a:lnTo>
                  <a:pt x="2286029" y="3117304"/>
                </a:lnTo>
                <a:lnTo>
                  <a:pt x="2286029" y="2909421"/>
                </a:lnTo>
                <a:lnTo>
                  <a:pt x="2078145" y="2909421"/>
                </a:lnTo>
                <a:close/>
                <a:moveTo>
                  <a:pt x="2286029" y="2909421"/>
                </a:moveTo>
                <a:lnTo>
                  <a:pt x="2286029" y="3117304"/>
                </a:lnTo>
                <a:lnTo>
                  <a:pt x="2493826" y="3117304"/>
                </a:lnTo>
                <a:lnTo>
                  <a:pt x="2493826" y="2909421"/>
                </a:lnTo>
                <a:lnTo>
                  <a:pt x="2286029" y="2909421"/>
                </a:lnTo>
                <a:close/>
                <a:moveTo>
                  <a:pt x="2909421" y="2909421"/>
                </a:moveTo>
                <a:lnTo>
                  <a:pt x="2909421" y="3117304"/>
                </a:lnTo>
                <a:lnTo>
                  <a:pt x="3117304" y="3117304"/>
                </a:lnTo>
                <a:lnTo>
                  <a:pt x="3117304" y="2909421"/>
                </a:lnTo>
                <a:lnTo>
                  <a:pt x="2909421" y="2909421"/>
                </a:lnTo>
                <a:close/>
                <a:moveTo>
                  <a:pt x="3325101" y="2909421"/>
                </a:moveTo>
                <a:lnTo>
                  <a:pt x="3325101" y="3117304"/>
                </a:lnTo>
                <a:lnTo>
                  <a:pt x="3532899" y="3117304"/>
                </a:lnTo>
                <a:lnTo>
                  <a:pt x="3532899" y="2909421"/>
                </a:lnTo>
                <a:lnTo>
                  <a:pt x="3325101" y="2909421"/>
                </a:lnTo>
                <a:close/>
                <a:moveTo>
                  <a:pt x="3740696" y="2909421"/>
                </a:moveTo>
                <a:lnTo>
                  <a:pt x="3740696" y="3117304"/>
                </a:lnTo>
                <a:lnTo>
                  <a:pt x="3948579" y="3117304"/>
                </a:lnTo>
                <a:lnTo>
                  <a:pt x="3948579" y="2909421"/>
                </a:lnTo>
                <a:lnTo>
                  <a:pt x="3740696" y="2909421"/>
                </a:lnTo>
                <a:close/>
                <a:moveTo>
                  <a:pt x="3948579" y="2909421"/>
                </a:moveTo>
                <a:lnTo>
                  <a:pt x="3948579" y="3117304"/>
                </a:lnTo>
                <a:lnTo>
                  <a:pt x="4156377" y="3117304"/>
                </a:lnTo>
                <a:lnTo>
                  <a:pt x="4156377" y="2909421"/>
                </a:lnTo>
                <a:lnTo>
                  <a:pt x="3948579" y="2909421"/>
                </a:lnTo>
                <a:close/>
                <a:moveTo>
                  <a:pt x="4364174" y="2909421"/>
                </a:moveTo>
                <a:lnTo>
                  <a:pt x="4364174" y="3117304"/>
                </a:lnTo>
                <a:lnTo>
                  <a:pt x="4571972" y="3117304"/>
                </a:lnTo>
                <a:lnTo>
                  <a:pt x="4571972" y="2909421"/>
                </a:lnTo>
                <a:lnTo>
                  <a:pt x="4364174" y="2909421"/>
                </a:lnTo>
                <a:close/>
                <a:moveTo>
                  <a:pt x="4571972" y="2909421"/>
                </a:moveTo>
                <a:lnTo>
                  <a:pt x="4571972" y="3117304"/>
                </a:lnTo>
                <a:lnTo>
                  <a:pt x="4779855" y="3117304"/>
                </a:lnTo>
                <a:lnTo>
                  <a:pt x="4779855" y="2909421"/>
                </a:lnTo>
                <a:lnTo>
                  <a:pt x="4571972" y="2909421"/>
                </a:lnTo>
                <a:close/>
                <a:moveTo>
                  <a:pt x="4987652" y="2909421"/>
                </a:moveTo>
                <a:lnTo>
                  <a:pt x="4987652" y="3117304"/>
                </a:lnTo>
                <a:lnTo>
                  <a:pt x="5195450" y="3117304"/>
                </a:lnTo>
                <a:lnTo>
                  <a:pt x="5195450" y="2909421"/>
                </a:lnTo>
                <a:lnTo>
                  <a:pt x="4987652" y="2909421"/>
                </a:lnTo>
                <a:close/>
                <a:moveTo>
                  <a:pt x="5611130" y="2909421"/>
                </a:moveTo>
                <a:lnTo>
                  <a:pt x="5611130" y="3117304"/>
                </a:lnTo>
                <a:lnTo>
                  <a:pt x="5818927" y="3117304"/>
                </a:lnTo>
                <a:lnTo>
                  <a:pt x="5818927" y="2909421"/>
                </a:lnTo>
                <a:lnTo>
                  <a:pt x="5611130" y="2909421"/>
                </a:lnTo>
                <a:close/>
                <a:moveTo>
                  <a:pt x="6026725" y="2909421"/>
                </a:moveTo>
                <a:lnTo>
                  <a:pt x="6026725" y="3117304"/>
                </a:lnTo>
                <a:lnTo>
                  <a:pt x="6234522" y="3117304"/>
                </a:lnTo>
                <a:lnTo>
                  <a:pt x="6234522" y="2909421"/>
                </a:lnTo>
                <a:lnTo>
                  <a:pt x="6026725" y="2909421"/>
                </a:lnTo>
                <a:close/>
                <a:moveTo>
                  <a:pt x="6442406" y="2909421"/>
                </a:moveTo>
                <a:lnTo>
                  <a:pt x="6442406" y="3117304"/>
                </a:lnTo>
                <a:lnTo>
                  <a:pt x="6650203" y="3117304"/>
                </a:lnTo>
                <a:lnTo>
                  <a:pt x="6650203" y="2909421"/>
                </a:lnTo>
                <a:lnTo>
                  <a:pt x="6442406" y="2909421"/>
                </a:lnTo>
                <a:close/>
                <a:moveTo>
                  <a:pt x="6650203" y="2909421"/>
                </a:moveTo>
                <a:lnTo>
                  <a:pt x="6650203" y="3117304"/>
                </a:lnTo>
                <a:lnTo>
                  <a:pt x="6858000" y="3117304"/>
                </a:lnTo>
                <a:lnTo>
                  <a:pt x="6858000" y="2909421"/>
                </a:lnTo>
                <a:lnTo>
                  <a:pt x="6650203" y="2909421"/>
                </a:lnTo>
                <a:close/>
                <a:moveTo>
                  <a:pt x="0" y="3117304"/>
                </a:moveTo>
                <a:lnTo>
                  <a:pt x="0" y="3325101"/>
                </a:lnTo>
                <a:lnTo>
                  <a:pt x="207797" y="3325101"/>
                </a:lnTo>
                <a:lnTo>
                  <a:pt x="207797" y="3117304"/>
                </a:lnTo>
                <a:lnTo>
                  <a:pt x="0" y="3117304"/>
                </a:lnTo>
                <a:close/>
                <a:moveTo>
                  <a:pt x="623478" y="3117304"/>
                </a:moveTo>
                <a:lnTo>
                  <a:pt x="623478" y="3325101"/>
                </a:lnTo>
                <a:lnTo>
                  <a:pt x="831275" y="3325101"/>
                </a:lnTo>
                <a:lnTo>
                  <a:pt x="831275" y="3117304"/>
                </a:lnTo>
                <a:lnTo>
                  <a:pt x="623478" y="3117304"/>
                </a:lnTo>
                <a:close/>
                <a:moveTo>
                  <a:pt x="1870348" y="3117304"/>
                </a:moveTo>
                <a:lnTo>
                  <a:pt x="1870348" y="3325101"/>
                </a:lnTo>
                <a:lnTo>
                  <a:pt x="2078145" y="3325101"/>
                </a:lnTo>
                <a:lnTo>
                  <a:pt x="2078145" y="3117304"/>
                </a:lnTo>
                <a:lnTo>
                  <a:pt x="1870348" y="3117304"/>
                </a:lnTo>
                <a:close/>
                <a:moveTo>
                  <a:pt x="2493826" y="3117304"/>
                </a:moveTo>
                <a:lnTo>
                  <a:pt x="2493826" y="3325101"/>
                </a:lnTo>
                <a:lnTo>
                  <a:pt x="2701623" y="3325101"/>
                </a:lnTo>
                <a:lnTo>
                  <a:pt x="2701623" y="3117304"/>
                </a:lnTo>
                <a:lnTo>
                  <a:pt x="2493826" y="3117304"/>
                </a:lnTo>
                <a:close/>
                <a:moveTo>
                  <a:pt x="2909421" y="3117304"/>
                </a:moveTo>
                <a:lnTo>
                  <a:pt x="2909421" y="3325101"/>
                </a:lnTo>
                <a:lnTo>
                  <a:pt x="3117304" y="3325101"/>
                </a:lnTo>
                <a:lnTo>
                  <a:pt x="3117304" y="3117304"/>
                </a:lnTo>
                <a:lnTo>
                  <a:pt x="2909421" y="3117304"/>
                </a:lnTo>
                <a:close/>
                <a:moveTo>
                  <a:pt x="3325101" y="3117304"/>
                </a:moveTo>
                <a:lnTo>
                  <a:pt x="3325101" y="3325101"/>
                </a:lnTo>
                <a:lnTo>
                  <a:pt x="3532899" y="3325101"/>
                </a:lnTo>
                <a:lnTo>
                  <a:pt x="3532899" y="3117304"/>
                </a:lnTo>
                <a:lnTo>
                  <a:pt x="3325101" y="3117304"/>
                </a:lnTo>
                <a:close/>
                <a:moveTo>
                  <a:pt x="3740696" y="3117304"/>
                </a:moveTo>
                <a:lnTo>
                  <a:pt x="3740696" y="3325101"/>
                </a:lnTo>
                <a:lnTo>
                  <a:pt x="3948579" y="3325101"/>
                </a:lnTo>
                <a:lnTo>
                  <a:pt x="3948579" y="3117304"/>
                </a:lnTo>
                <a:lnTo>
                  <a:pt x="3740696" y="3117304"/>
                </a:lnTo>
                <a:close/>
                <a:moveTo>
                  <a:pt x="3948579" y="3117304"/>
                </a:moveTo>
                <a:lnTo>
                  <a:pt x="3948579" y="3325101"/>
                </a:lnTo>
                <a:lnTo>
                  <a:pt x="4156377" y="3325101"/>
                </a:lnTo>
                <a:lnTo>
                  <a:pt x="4156377" y="3117304"/>
                </a:lnTo>
                <a:lnTo>
                  <a:pt x="3948579" y="3117304"/>
                </a:lnTo>
                <a:close/>
                <a:moveTo>
                  <a:pt x="4364174" y="3117304"/>
                </a:moveTo>
                <a:lnTo>
                  <a:pt x="4364174" y="3325101"/>
                </a:lnTo>
                <a:lnTo>
                  <a:pt x="4571972" y="3325101"/>
                </a:lnTo>
                <a:lnTo>
                  <a:pt x="4571972" y="3117304"/>
                </a:lnTo>
                <a:lnTo>
                  <a:pt x="4364174" y="3117304"/>
                </a:lnTo>
                <a:close/>
                <a:moveTo>
                  <a:pt x="4987652" y="3117304"/>
                </a:moveTo>
                <a:lnTo>
                  <a:pt x="4987652" y="3325101"/>
                </a:lnTo>
                <a:lnTo>
                  <a:pt x="5195450" y="3325101"/>
                </a:lnTo>
                <a:lnTo>
                  <a:pt x="5195450" y="3117304"/>
                </a:lnTo>
                <a:lnTo>
                  <a:pt x="4987652" y="3117304"/>
                </a:lnTo>
                <a:close/>
                <a:moveTo>
                  <a:pt x="5611130" y="3117304"/>
                </a:moveTo>
                <a:lnTo>
                  <a:pt x="5611130" y="3325101"/>
                </a:lnTo>
                <a:lnTo>
                  <a:pt x="5818927" y="3325101"/>
                </a:lnTo>
                <a:lnTo>
                  <a:pt x="5818927" y="3117304"/>
                </a:lnTo>
                <a:lnTo>
                  <a:pt x="5611130" y="3117304"/>
                </a:lnTo>
                <a:close/>
                <a:moveTo>
                  <a:pt x="5818927" y="3117304"/>
                </a:moveTo>
                <a:lnTo>
                  <a:pt x="5818927" y="3325101"/>
                </a:lnTo>
                <a:lnTo>
                  <a:pt x="6026725" y="3325101"/>
                </a:lnTo>
                <a:lnTo>
                  <a:pt x="6026725" y="3117304"/>
                </a:lnTo>
                <a:lnTo>
                  <a:pt x="5818927" y="3117304"/>
                </a:lnTo>
                <a:close/>
                <a:moveTo>
                  <a:pt x="6442406" y="3117304"/>
                </a:moveTo>
                <a:lnTo>
                  <a:pt x="6442406" y="3325101"/>
                </a:lnTo>
                <a:lnTo>
                  <a:pt x="6650203" y="3325101"/>
                </a:lnTo>
                <a:lnTo>
                  <a:pt x="6650203" y="3117304"/>
                </a:lnTo>
                <a:lnTo>
                  <a:pt x="6442406" y="3117304"/>
                </a:lnTo>
                <a:close/>
                <a:moveTo>
                  <a:pt x="6650203" y="3117304"/>
                </a:moveTo>
                <a:lnTo>
                  <a:pt x="6650203" y="3325101"/>
                </a:lnTo>
                <a:lnTo>
                  <a:pt x="6858000" y="3325101"/>
                </a:lnTo>
                <a:lnTo>
                  <a:pt x="6858000" y="3117304"/>
                </a:lnTo>
                <a:lnTo>
                  <a:pt x="6650203" y="3117304"/>
                </a:lnTo>
                <a:close/>
                <a:moveTo>
                  <a:pt x="0" y="3325101"/>
                </a:moveTo>
                <a:lnTo>
                  <a:pt x="0" y="3532899"/>
                </a:lnTo>
                <a:lnTo>
                  <a:pt x="207797" y="3532899"/>
                </a:lnTo>
                <a:lnTo>
                  <a:pt x="207797" y="3325101"/>
                </a:lnTo>
                <a:lnTo>
                  <a:pt x="0" y="3325101"/>
                </a:lnTo>
                <a:close/>
                <a:moveTo>
                  <a:pt x="207797" y="3325101"/>
                </a:moveTo>
                <a:lnTo>
                  <a:pt x="207797" y="3532899"/>
                </a:lnTo>
                <a:lnTo>
                  <a:pt x="415595" y="3532899"/>
                </a:lnTo>
                <a:lnTo>
                  <a:pt x="415595" y="3325101"/>
                </a:lnTo>
                <a:lnTo>
                  <a:pt x="207797" y="3325101"/>
                </a:lnTo>
                <a:close/>
                <a:moveTo>
                  <a:pt x="415595" y="3325101"/>
                </a:moveTo>
                <a:lnTo>
                  <a:pt x="415595" y="3532899"/>
                </a:lnTo>
                <a:lnTo>
                  <a:pt x="623478" y="3532899"/>
                </a:lnTo>
                <a:lnTo>
                  <a:pt x="623478" y="3325101"/>
                </a:lnTo>
                <a:lnTo>
                  <a:pt x="415595" y="3325101"/>
                </a:lnTo>
                <a:close/>
                <a:moveTo>
                  <a:pt x="623478" y="3325101"/>
                </a:moveTo>
                <a:lnTo>
                  <a:pt x="623478" y="3532899"/>
                </a:lnTo>
                <a:lnTo>
                  <a:pt x="831275" y="3532899"/>
                </a:lnTo>
                <a:lnTo>
                  <a:pt x="831275" y="3325101"/>
                </a:lnTo>
                <a:lnTo>
                  <a:pt x="623478" y="3325101"/>
                </a:lnTo>
                <a:close/>
                <a:moveTo>
                  <a:pt x="1246870" y="3325101"/>
                </a:moveTo>
                <a:lnTo>
                  <a:pt x="1246870" y="3532899"/>
                </a:lnTo>
                <a:lnTo>
                  <a:pt x="1454753" y="3532899"/>
                </a:lnTo>
                <a:lnTo>
                  <a:pt x="1454753" y="3325101"/>
                </a:lnTo>
                <a:lnTo>
                  <a:pt x="1246870" y="3325101"/>
                </a:lnTo>
                <a:close/>
                <a:moveTo>
                  <a:pt x="1662551" y="3325101"/>
                </a:moveTo>
                <a:lnTo>
                  <a:pt x="1662551" y="3532899"/>
                </a:lnTo>
                <a:lnTo>
                  <a:pt x="1870348" y="3532899"/>
                </a:lnTo>
                <a:lnTo>
                  <a:pt x="1870348" y="3325101"/>
                </a:lnTo>
                <a:lnTo>
                  <a:pt x="1662551" y="3325101"/>
                </a:lnTo>
                <a:close/>
                <a:moveTo>
                  <a:pt x="1870348" y="3325101"/>
                </a:moveTo>
                <a:lnTo>
                  <a:pt x="1870348" y="3532899"/>
                </a:lnTo>
                <a:lnTo>
                  <a:pt x="2078145" y="3532899"/>
                </a:lnTo>
                <a:lnTo>
                  <a:pt x="2078145" y="3325101"/>
                </a:lnTo>
                <a:lnTo>
                  <a:pt x="1870348" y="3325101"/>
                </a:lnTo>
                <a:close/>
                <a:moveTo>
                  <a:pt x="2701623" y="3325101"/>
                </a:moveTo>
                <a:lnTo>
                  <a:pt x="2701623" y="3532899"/>
                </a:lnTo>
                <a:lnTo>
                  <a:pt x="2909421" y="3532899"/>
                </a:lnTo>
                <a:lnTo>
                  <a:pt x="2909421" y="3325101"/>
                </a:lnTo>
                <a:lnTo>
                  <a:pt x="2701623" y="3325101"/>
                </a:lnTo>
                <a:close/>
                <a:moveTo>
                  <a:pt x="2909421" y="3325101"/>
                </a:moveTo>
                <a:lnTo>
                  <a:pt x="2909421" y="3532899"/>
                </a:lnTo>
                <a:lnTo>
                  <a:pt x="3117304" y="3532899"/>
                </a:lnTo>
                <a:lnTo>
                  <a:pt x="3117304" y="3325101"/>
                </a:lnTo>
                <a:lnTo>
                  <a:pt x="2909421" y="3325101"/>
                </a:lnTo>
                <a:close/>
                <a:moveTo>
                  <a:pt x="3117304" y="3325101"/>
                </a:moveTo>
                <a:lnTo>
                  <a:pt x="3117304" y="3532899"/>
                </a:lnTo>
                <a:lnTo>
                  <a:pt x="3325101" y="3532899"/>
                </a:lnTo>
                <a:lnTo>
                  <a:pt x="3325101" y="3325101"/>
                </a:lnTo>
                <a:lnTo>
                  <a:pt x="3117304" y="3325101"/>
                </a:lnTo>
                <a:close/>
                <a:moveTo>
                  <a:pt x="3740696" y="3325101"/>
                </a:moveTo>
                <a:lnTo>
                  <a:pt x="3740696" y="3532899"/>
                </a:lnTo>
                <a:lnTo>
                  <a:pt x="3948579" y="3532899"/>
                </a:lnTo>
                <a:lnTo>
                  <a:pt x="3948579" y="3325101"/>
                </a:lnTo>
                <a:lnTo>
                  <a:pt x="3740696" y="3325101"/>
                </a:lnTo>
                <a:close/>
                <a:moveTo>
                  <a:pt x="4571972" y="3325101"/>
                </a:moveTo>
                <a:lnTo>
                  <a:pt x="4571972" y="3532899"/>
                </a:lnTo>
                <a:lnTo>
                  <a:pt x="4779855" y="3532899"/>
                </a:lnTo>
                <a:lnTo>
                  <a:pt x="4779855" y="3325101"/>
                </a:lnTo>
                <a:lnTo>
                  <a:pt x="4571972" y="3325101"/>
                </a:lnTo>
                <a:close/>
                <a:moveTo>
                  <a:pt x="4779855" y="3325101"/>
                </a:moveTo>
                <a:lnTo>
                  <a:pt x="4779855" y="3532899"/>
                </a:lnTo>
                <a:lnTo>
                  <a:pt x="4987652" y="3532899"/>
                </a:lnTo>
                <a:lnTo>
                  <a:pt x="4987652" y="3325101"/>
                </a:lnTo>
                <a:lnTo>
                  <a:pt x="4779855" y="3325101"/>
                </a:lnTo>
                <a:close/>
                <a:moveTo>
                  <a:pt x="4987652" y="3325101"/>
                </a:moveTo>
                <a:lnTo>
                  <a:pt x="4987652" y="3532899"/>
                </a:lnTo>
                <a:lnTo>
                  <a:pt x="5195450" y="3532899"/>
                </a:lnTo>
                <a:lnTo>
                  <a:pt x="5195450" y="3325101"/>
                </a:lnTo>
                <a:lnTo>
                  <a:pt x="4987652" y="3325101"/>
                </a:lnTo>
                <a:close/>
                <a:moveTo>
                  <a:pt x="5195450" y="3325101"/>
                </a:moveTo>
                <a:lnTo>
                  <a:pt x="5195450" y="3532899"/>
                </a:lnTo>
                <a:lnTo>
                  <a:pt x="5403247" y="3532899"/>
                </a:lnTo>
                <a:lnTo>
                  <a:pt x="5403247" y="3325101"/>
                </a:lnTo>
                <a:lnTo>
                  <a:pt x="5195450" y="3325101"/>
                </a:lnTo>
                <a:close/>
                <a:moveTo>
                  <a:pt x="6442406" y="3325101"/>
                </a:moveTo>
                <a:lnTo>
                  <a:pt x="6442406" y="3532899"/>
                </a:lnTo>
                <a:lnTo>
                  <a:pt x="6650203" y="3532899"/>
                </a:lnTo>
                <a:lnTo>
                  <a:pt x="6650203" y="3325101"/>
                </a:lnTo>
                <a:lnTo>
                  <a:pt x="6442406" y="3325101"/>
                </a:lnTo>
                <a:close/>
                <a:moveTo>
                  <a:pt x="6650203" y="3325101"/>
                </a:moveTo>
                <a:lnTo>
                  <a:pt x="6650203" y="3532899"/>
                </a:lnTo>
                <a:lnTo>
                  <a:pt x="6858000" y="3532899"/>
                </a:lnTo>
                <a:lnTo>
                  <a:pt x="6858000" y="3325101"/>
                </a:lnTo>
                <a:lnTo>
                  <a:pt x="6650203" y="3325101"/>
                </a:lnTo>
                <a:close/>
                <a:moveTo>
                  <a:pt x="0" y="3532899"/>
                </a:moveTo>
                <a:lnTo>
                  <a:pt x="0" y="3740696"/>
                </a:lnTo>
                <a:lnTo>
                  <a:pt x="207797" y="3740696"/>
                </a:lnTo>
                <a:lnTo>
                  <a:pt x="207797" y="3532899"/>
                </a:lnTo>
                <a:lnTo>
                  <a:pt x="0" y="3532899"/>
                </a:lnTo>
                <a:close/>
                <a:moveTo>
                  <a:pt x="415595" y="3532899"/>
                </a:moveTo>
                <a:lnTo>
                  <a:pt x="415595" y="3740696"/>
                </a:lnTo>
                <a:lnTo>
                  <a:pt x="623478" y="3740696"/>
                </a:lnTo>
                <a:lnTo>
                  <a:pt x="623478" y="3532899"/>
                </a:lnTo>
                <a:lnTo>
                  <a:pt x="415595" y="3532899"/>
                </a:lnTo>
                <a:close/>
                <a:moveTo>
                  <a:pt x="1039073" y="3532899"/>
                </a:moveTo>
                <a:lnTo>
                  <a:pt x="1039073" y="3740696"/>
                </a:lnTo>
                <a:lnTo>
                  <a:pt x="1246870" y="3740696"/>
                </a:lnTo>
                <a:lnTo>
                  <a:pt x="1246870" y="3532899"/>
                </a:lnTo>
                <a:lnTo>
                  <a:pt x="1039073" y="3532899"/>
                </a:lnTo>
                <a:close/>
                <a:moveTo>
                  <a:pt x="1454753" y="3532899"/>
                </a:moveTo>
                <a:lnTo>
                  <a:pt x="1454753" y="3740696"/>
                </a:lnTo>
                <a:lnTo>
                  <a:pt x="1662551" y="3740696"/>
                </a:lnTo>
                <a:lnTo>
                  <a:pt x="1662551" y="3532899"/>
                </a:lnTo>
                <a:lnTo>
                  <a:pt x="1454753" y="3532899"/>
                </a:lnTo>
                <a:close/>
                <a:moveTo>
                  <a:pt x="1662551" y="3532899"/>
                </a:moveTo>
                <a:lnTo>
                  <a:pt x="1662551" y="3740696"/>
                </a:lnTo>
                <a:lnTo>
                  <a:pt x="1870348" y="3740696"/>
                </a:lnTo>
                <a:lnTo>
                  <a:pt x="1870348" y="3532899"/>
                </a:lnTo>
                <a:lnTo>
                  <a:pt x="1662551" y="3532899"/>
                </a:lnTo>
                <a:close/>
                <a:moveTo>
                  <a:pt x="2078145" y="3532899"/>
                </a:moveTo>
                <a:lnTo>
                  <a:pt x="2078145" y="3740696"/>
                </a:lnTo>
                <a:lnTo>
                  <a:pt x="2286029" y="3740696"/>
                </a:lnTo>
                <a:lnTo>
                  <a:pt x="2286029" y="3532899"/>
                </a:lnTo>
                <a:lnTo>
                  <a:pt x="2078145" y="3532899"/>
                </a:lnTo>
                <a:close/>
                <a:moveTo>
                  <a:pt x="3532899" y="3532899"/>
                </a:moveTo>
                <a:lnTo>
                  <a:pt x="3532899" y="3740696"/>
                </a:lnTo>
                <a:lnTo>
                  <a:pt x="3740696" y="3740696"/>
                </a:lnTo>
                <a:lnTo>
                  <a:pt x="3740696" y="3532899"/>
                </a:lnTo>
                <a:lnTo>
                  <a:pt x="3532899" y="3532899"/>
                </a:lnTo>
                <a:close/>
                <a:moveTo>
                  <a:pt x="3740696" y="3532899"/>
                </a:moveTo>
                <a:lnTo>
                  <a:pt x="3740696" y="3740696"/>
                </a:lnTo>
                <a:lnTo>
                  <a:pt x="3948579" y="3740696"/>
                </a:lnTo>
                <a:lnTo>
                  <a:pt x="3948579" y="3532899"/>
                </a:lnTo>
                <a:lnTo>
                  <a:pt x="3740696" y="3532899"/>
                </a:lnTo>
                <a:close/>
                <a:moveTo>
                  <a:pt x="4364174" y="3532899"/>
                </a:moveTo>
                <a:lnTo>
                  <a:pt x="4364174" y="3740696"/>
                </a:lnTo>
                <a:lnTo>
                  <a:pt x="4571972" y="3740696"/>
                </a:lnTo>
                <a:lnTo>
                  <a:pt x="4571972" y="3532899"/>
                </a:lnTo>
                <a:lnTo>
                  <a:pt x="4364174" y="3532899"/>
                </a:lnTo>
                <a:close/>
                <a:moveTo>
                  <a:pt x="5195450" y="3532899"/>
                </a:moveTo>
                <a:lnTo>
                  <a:pt x="5195450" y="3740696"/>
                </a:lnTo>
                <a:lnTo>
                  <a:pt x="5403247" y="3740696"/>
                </a:lnTo>
                <a:lnTo>
                  <a:pt x="5403247" y="3532899"/>
                </a:lnTo>
                <a:lnTo>
                  <a:pt x="5195450" y="3532899"/>
                </a:lnTo>
                <a:close/>
                <a:moveTo>
                  <a:pt x="5818927" y="3532899"/>
                </a:moveTo>
                <a:lnTo>
                  <a:pt x="5818927" y="3740696"/>
                </a:lnTo>
                <a:lnTo>
                  <a:pt x="6026725" y="3740696"/>
                </a:lnTo>
                <a:lnTo>
                  <a:pt x="6026725" y="3532899"/>
                </a:lnTo>
                <a:lnTo>
                  <a:pt x="5818927" y="3532899"/>
                </a:lnTo>
                <a:close/>
                <a:moveTo>
                  <a:pt x="6442406" y="3532899"/>
                </a:moveTo>
                <a:lnTo>
                  <a:pt x="6442406" y="3740696"/>
                </a:lnTo>
                <a:lnTo>
                  <a:pt x="6650203" y="3740696"/>
                </a:lnTo>
                <a:lnTo>
                  <a:pt x="6650203" y="3532899"/>
                </a:lnTo>
                <a:lnTo>
                  <a:pt x="6442406" y="3532899"/>
                </a:lnTo>
                <a:close/>
                <a:moveTo>
                  <a:pt x="0" y="3740696"/>
                </a:moveTo>
                <a:lnTo>
                  <a:pt x="0" y="3948579"/>
                </a:lnTo>
                <a:lnTo>
                  <a:pt x="207797" y="3948579"/>
                </a:lnTo>
                <a:lnTo>
                  <a:pt x="207797" y="3740696"/>
                </a:lnTo>
                <a:lnTo>
                  <a:pt x="0" y="3740696"/>
                </a:lnTo>
                <a:close/>
                <a:moveTo>
                  <a:pt x="207797" y="3740696"/>
                </a:moveTo>
                <a:lnTo>
                  <a:pt x="207797" y="3948579"/>
                </a:lnTo>
                <a:lnTo>
                  <a:pt x="415595" y="3948579"/>
                </a:lnTo>
                <a:lnTo>
                  <a:pt x="415595" y="3740696"/>
                </a:lnTo>
                <a:lnTo>
                  <a:pt x="207797" y="3740696"/>
                </a:lnTo>
                <a:close/>
                <a:moveTo>
                  <a:pt x="1039073" y="3740696"/>
                </a:moveTo>
                <a:lnTo>
                  <a:pt x="1039073" y="3948579"/>
                </a:lnTo>
                <a:lnTo>
                  <a:pt x="1246870" y="3948579"/>
                </a:lnTo>
                <a:lnTo>
                  <a:pt x="1246870" y="3740696"/>
                </a:lnTo>
                <a:lnTo>
                  <a:pt x="1039073" y="3740696"/>
                </a:lnTo>
                <a:close/>
                <a:moveTo>
                  <a:pt x="1246870" y="3740696"/>
                </a:moveTo>
                <a:lnTo>
                  <a:pt x="1246870" y="3948579"/>
                </a:lnTo>
                <a:lnTo>
                  <a:pt x="1454753" y="3948579"/>
                </a:lnTo>
                <a:lnTo>
                  <a:pt x="1454753" y="3740696"/>
                </a:lnTo>
                <a:lnTo>
                  <a:pt x="1246870" y="3740696"/>
                </a:lnTo>
                <a:close/>
                <a:moveTo>
                  <a:pt x="1454753" y="3740696"/>
                </a:moveTo>
                <a:lnTo>
                  <a:pt x="1454753" y="3948579"/>
                </a:lnTo>
                <a:lnTo>
                  <a:pt x="1662551" y="3948579"/>
                </a:lnTo>
                <a:lnTo>
                  <a:pt x="1662551" y="3740696"/>
                </a:lnTo>
                <a:lnTo>
                  <a:pt x="1454753" y="3740696"/>
                </a:lnTo>
                <a:close/>
                <a:moveTo>
                  <a:pt x="1662551" y="3740696"/>
                </a:moveTo>
                <a:lnTo>
                  <a:pt x="1662551" y="3948579"/>
                </a:lnTo>
                <a:lnTo>
                  <a:pt x="1870348" y="3948579"/>
                </a:lnTo>
                <a:lnTo>
                  <a:pt x="1870348" y="3740696"/>
                </a:lnTo>
                <a:lnTo>
                  <a:pt x="1662551" y="3740696"/>
                </a:lnTo>
                <a:close/>
                <a:moveTo>
                  <a:pt x="1870348" y="3740696"/>
                </a:moveTo>
                <a:lnTo>
                  <a:pt x="1870348" y="3948579"/>
                </a:lnTo>
                <a:lnTo>
                  <a:pt x="2078145" y="3948579"/>
                </a:lnTo>
                <a:lnTo>
                  <a:pt x="2078145" y="3740696"/>
                </a:lnTo>
                <a:lnTo>
                  <a:pt x="1870348" y="3740696"/>
                </a:lnTo>
                <a:close/>
                <a:moveTo>
                  <a:pt x="2286029" y="3740696"/>
                </a:moveTo>
                <a:lnTo>
                  <a:pt x="2286029" y="3948579"/>
                </a:lnTo>
                <a:lnTo>
                  <a:pt x="2493826" y="3948579"/>
                </a:lnTo>
                <a:lnTo>
                  <a:pt x="2493826" y="3740696"/>
                </a:lnTo>
                <a:lnTo>
                  <a:pt x="2286029" y="3740696"/>
                </a:lnTo>
                <a:close/>
                <a:moveTo>
                  <a:pt x="2493826" y="3740696"/>
                </a:moveTo>
                <a:lnTo>
                  <a:pt x="2493826" y="3948579"/>
                </a:lnTo>
                <a:lnTo>
                  <a:pt x="2701623" y="3948579"/>
                </a:lnTo>
                <a:lnTo>
                  <a:pt x="2701623" y="3740696"/>
                </a:lnTo>
                <a:lnTo>
                  <a:pt x="2493826" y="3740696"/>
                </a:lnTo>
                <a:close/>
                <a:moveTo>
                  <a:pt x="2701623" y="3740696"/>
                </a:moveTo>
                <a:lnTo>
                  <a:pt x="2701623" y="3948579"/>
                </a:lnTo>
                <a:lnTo>
                  <a:pt x="2909421" y="3948579"/>
                </a:lnTo>
                <a:lnTo>
                  <a:pt x="2909421" y="3740696"/>
                </a:lnTo>
                <a:lnTo>
                  <a:pt x="2701623" y="3740696"/>
                </a:lnTo>
                <a:close/>
                <a:moveTo>
                  <a:pt x="2909421" y="3740696"/>
                </a:moveTo>
                <a:lnTo>
                  <a:pt x="2909421" y="3948579"/>
                </a:lnTo>
                <a:lnTo>
                  <a:pt x="3117304" y="3948579"/>
                </a:lnTo>
                <a:lnTo>
                  <a:pt x="3117304" y="3740696"/>
                </a:lnTo>
                <a:lnTo>
                  <a:pt x="2909421" y="3740696"/>
                </a:lnTo>
                <a:close/>
                <a:moveTo>
                  <a:pt x="4156377" y="3740696"/>
                </a:moveTo>
                <a:lnTo>
                  <a:pt x="4156377" y="3948579"/>
                </a:lnTo>
                <a:lnTo>
                  <a:pt x="4364174" y="3948579"/>
                </a:lnTo>
                <a:lnTo>
                  <a:pt x="4364174" y="3740696"/>
                </a:lnTo>
                <a:lnTo>
                  <a:pt x="4156377" y="3740696"/>
                </a:lnTo>
                <a:close/>
                <a:moveTo>
                  <a:pt x="4364174" y="3740696"/>
                </a:moveTo>
                <a:lnTo>
                  <a:pt x="4364174" y="3948579"/>
                </a:lnTo>
                <a:lnTo>
                  <a:pt x="4571972" y="3948579"/>
                </a:lnTo>
                <a:lnTo>
                  <a:pt x="4571972" y="3740696"/>
                </a:lnTo>
                <a:lnTo>
                  <a:pt x="4364174" y="3740696"/>
                </a:lnTo>
                <a:close/>
                <a:moveTo>
                  <a:pt x="4571972" y="3740696"/>
                </a:moveTo>
                <a:lnTo>
                  <a:pt x="4571972" y="3948579"/>
                </a:lnTo>
                <a:lnTo>
                  <a:pt x="4779855" y="3948579"/>
                </a:lnTo>
                <a:lnTo>
                  <a:pt x="4779855" y="3740696"/>
                </a:lnTo>
                <a:lnTo>
                  <a:pt x="4571972" y="3740696"/>
                </a:lnTo>
                <a:close/>
                <a:moveTo>
                  <a:pt x="4779855" y="3740696"/>
                </a:moveTo>
                <a:lnTo>
                  <a:pt x="4779855" y="3948579"/>
                </a:lnTo>
                <a:lnTo>
                  <a:pt x="4987652" y="3948579"/>
                </a:lnTo>
                <a:lnTo>
                  <a:pt x="4987652" y="3740696"/>
                </a:lnTo>
                <a:lnTo>
                  <a:pt x="4779855" y="3740696"/>
                </a:lnTo>
                <a:close/>
                <a:moveTo>
                  <a:pt x="6026725" y="3740696"/>
                </a:moveTo>
                <a:lnTo>
                  <a:pt x="6026725" y="3948579"/>
                </a:lnTo>
                <a:lnTo>
                  <a:pt x="6234522" y="3948579"/>
                </a:lnTo>
                <a:lnTo>
                  <a:pt x="6234522" y="3740696"/>
                </a:lnTo>
                <a:lnTo>
                  <a:pt x="6026725" y="3740696"/>
                </a:lnTo>
                <a:close/>
                <a:moveTo>
                  <a:pt x="6234522" y="3740696"/>
                </a:moveTo>
                <a:lnTo>
                  <a:pt x="6234522" y="3948579"/>
                </a:lnTo>
                <a:lnTo>
                  <a:pt x="6442406" y="3948579"/>
                </a:lnTo>
                <a:lnTo>
                  <a:pt x="6442406" y="3740696"/>
                </a:lnTo>
                <a:lnTo>
                  <a:pt x="6234522" y="3740696"/>
                </a:lnTo>
                <a:close/>
                <a:moveTo>
                  <a:pt x="6650203" y="3740696"/>
                </a:moveTo>
                <a:lnTo>
                  <a:pt x="6650203" y="3948579"/>
                </a:lnTo>
                <a:lnTo>
                  <a:pt x="6858000" y="3948579"/>
                </a:lnTo>
                <a:lnTo>
                  <a:pt x="6858000" y="3740696"/>
                </a:lnTo>
                <a:lnTo>
                  <a:pt x="6650203" y="3740696"/>
                </a:lnTo>
                <a:close/>
                <a:moveTo>
                  <a:pt x="0" y="3948579"/>
                </a:moveTo>
                <a:lnTo>
                  <a:pt x="0" y="4156377"/>
                </a:lnTo>
                <a:lnTo>
                  <a:pt x="207797" y="4156377"/>
                </a:lnTo>
                <a:lnTo>
                  <a:pt x="207797" y="3948579"/>
                </a:lnTo>
                <a:lnTo>
                  <a:pt x="0" y="3948579"/>
                </a:lnTo>
                <a:close/>
                <a:moveTo>
                  <a:pt x="1039073" y="3948579"/>
                </a:moveTo>
                <a:lnTo>
                  <a:pt x="1039073" y="4156377"/>
                </a:lnTo>
                <a:lnTo>
                  <a:pt x="1246870" y="4156377"/>
                </a:lnTo>
                <a:lnTo>
                  <a:pt x="1246870" y="3948579"/>
                </a:lnTo>
                <a:lnTo>
                  <a:pt x="1039073" y="3948579"/>
                </a:lnTo>
                <a:close/>
                <a:moveTo>
                  <a:pt x="1662551" y="3948579"/>
                </a:moveTo>
                <a:lnTo>
                  <a:pt x="1662551" y="4156377"/>
                </a:lnTo>
                <a:lnTo>
                  <a:pt x="1870348" y="4156377"/>
                </a:lnTo>
                <a:lnTo>
                  <a:pt x="1870348" y="3948579"/>
                </a:lnTo>
                <a:lnTo>
                  <a:pt x="1662551" y="3948579"/>
                </a:lnTo>
                <a:close/>
                <a:moveTo>
                  <a:pt x="1870348" y="3948579"/>
                </a:moveTo>
                <a:lnTo>
                  <a:pt x="1870348" y="4156377"/>
                </a:lnTo>
                <a:lnTo>
                  <a:pt x="2078145" y="4156377"/>
                </a:lnTo>
                <a:lnTo>
                  <a:pt x="2078145" y="3948579"/>
                </a:lnTo>
                <a:lnTo>
                  <a:pt x="1870348" y="3948579"/>
                </a:lnTo>
                <a:close/>
                <a:moveTo>
                  <a:pt x="2493826" y="3948579"/>
                </a:moveTo>
                <a:lnTo>
                  <a:pt x="2493826" y="4156377"/>
                </a:lnTo>
                <a:lnTo>
                  <a:pt x="2701623" y="4156377"/>
                </a:lnTo>
                <a:lnTo>
                  <a:pt x="2701623" y="3948579"/>
                </a:lnTo>
                <a:lnTo>
                  <a:pt x="2493826" y="3948579"/>
                </a:lnTo>
                <a:close/>
                <a:moveTo>
                  <a:pt x="3117304" y="3948579"/>
                </a:moveTo>
                <a:lnTo>
                  <a:pt x="3117304" y="4156377"/>
                </a:lnTo>
                <a:lnTo>
                  <a:pt x="3325101" y="4156377"/>
                </a:lnTo>
                <a:lnTo>
                  <a:pt x="3325101" y="3948579"/>
                </a:lnTo>
                <a:lnTo>
                  <a:pt x="3117304" y="3948579"/>
                </a:lnTo>
                <a:close/>
                <a:moveTo>
                  <a:pt x="3325101" y="3948579"/>
                </a:moveTo>
                <a:lnTo>
                  <a:pt x="3325101" y="4156377"/>
                </a:lnTo>
                <a:lnTo>
                  <a:pt x="3532899" y="4156377"/>
                </a:lnTo>
                <a:lnTo>
                  <a:pt x="3532899" y="3948579"/>
                </a:lnTo>
                <a:lnTo>
                  <a:pt x="3325101" y="3948579"/>
                </a:lnTo>
                <a:close/>
                <a:moveTo>
                  <a:pt x="4156377" y="3948579"/>
                </a:moveTo>
                <a:lnTo>
                  <a:pt x="4156377" y="4156377"/>
                </a:lnTo>
                <a:lnTo>
                  <a:pt x="4364174" y="4156377"/>
                </a:lnTo>
                <a:lnTo>
                  <a:pt x="4364174" y="3948579"/>
                </a:lnTo>
                <a:lnTo>
                  <a:pt x="4156377" y="3948579"/>
                </a:lnTo>
                <a:close/>
                <a:moveTo>
                  <a:pt x="5195450" y="3948579"/>
                </a:moveTo>
                <a:lnTo>
                  <a:pt x="5195450" y="4156377"/>
                </a:lnTo>
                <a:lnTo>
                  <a:pt x="5403247" y="4156377"/>
                </a:lnTo>
                <a:lnTo>
                  <a:pt x="5403247" y="3948579"/>
                </a:lnTo>
                <a:lnTo>
                  <a:pt x="5195450" y="3948579"/>
                </a:lnTo>
                <a:close/>
                <a:moveTo>
                  <a:pt x="5403247" y="3948579"/>
                </a:moveTo>
                <a:lnTo>
                  <a:pt x="5403247" y="4156377"/>
                </a:lnTo>
                <a:lnTo>
                  <a:pt x="5611130" y="4156377"/>
                </a:lnTo>
                <a:lnTo>
                  <a:pt x="5611130" y="3948579"/>
                </a:lnTo>
                <a:lnTo>
                  <a:pt x="5403247" y="3948579"/>
                </a:lnTo>
                <a:close/>
                <a:moveTo>
                  <a:pt x="5611130" y="3948579"/>
                </a:moveTo>
                <a:lnTo>
                  <a:pt x="5611130" y="4156377"/>
                </a:lnTo>
                <a:lnTo>
                  <a:pt x="5818927" y="4156377"/>
                </a:lnTo>
                <a:lnTo>
                  <a:pt x="5818927" y="3948579"/>
                </a:lnTo>
                <a:lnTo>
                  <a:pt x="5611130" y="3948579"/>
                </a:lnTo>
                <a:close/>
                <a:moveTo>
                  <a:pt x="6442406" y="3948579"/>
                </a:moveTo>
                <a:lnTo>
                  <a:pt x="6442406" y="4156377"/>
                </a:lnTo>
                <a:lnTo>
                  <a:pt x="6650203" y="4156377"/>
                </a:lnTo>
                <a:lnTo>
                  <a:pt x="6650203" y="3948579"/>
                </a:lnTo>
                <a:lnTo>
                  <a:pt x="6442406" y="3948579"/>
                </a:lnTo>
                <a:close/>
                <a:moveTo>
                  <a:pt x="0" y="4156377"/>
                </a:moveTo>
                <a:lnTo>
                  <a:pt x="0" y="4364174"/>
                </a:lnTo>
                <a:lnTo>
                  <a:pt x="207797" y="4364174"/>
                </a:lnTo>
                <a:lnTo>
                  <a:pt x="207797" y="4156377"/>
                </a:lnTo>
                <a:lnTo>
                  <a:pt x="0" y="4156377"/>
                </a:lnTo>
                <a:close/>
                <a:moveTo>
                  <a:pt x="623478" y="4156377"/>
                </a:moveTo>
                <a:lnTo>
                  <a:pt x="623478" y="4364174"/>
                </a:lnTo>
                <a:lnTo>
                  <a:pt x="831275" y="4364174"/>
                </a:lnTo>
                <a:lnTo>
                  <a:pt x="831275" y="4156377"/>
                </a:lnTo>
                <a:lnTo>
                  <a:pt x="623478" y="4156377"/>
                </a:lnTo>
                <a:close/>
                <a:moveTo>
                  <a:pt x="831275" y="4156377"/>
                </a:moveTo>
                <a:lnTo>
                  <a:pt x="831275" y="4364174"/>
                </a:lnTo>
                <a:lnTo>
                  <a:pt x="1039073" y="4364174"/>
                </a:lnTo>
                <a:lnTo>
                  <a:pt x="1039073" y="4156377"/>
                </a:lnTo>
                <a:lnTo>
                  <a:pt x="831275" y="4156377"/>
                </a:lnTo>
                <a:close/>
                <a:moveTo>
                  <a:pt x="1039073" y="4156377"/>
                </a:moveTo>
                <a:lnTo>
                  <a:pt x="1039073" y="4364174"/>
                </a:lnTo>
                <a:lnTo>
                  <a:pt x="1246870" y="4364174"/>
                </a:lnTo>
                <a:lnTo>
                  <a:pt x="1246870" y="4156377"/>
                </a:lnTo>
                <a:lnTo>
                  <a:pt x="1039073" y="4156377"/>
                </a:lnTo>
                <a:close/>
                <a:moveTo>
                  <a:pt x="1246870" y="4156377"/>
                </a:moveTo>
                <a:lnTo>
                  <a:pt x="1246870" y="4364174"/>
                </a:lnTo>
                <a:lnTo>
                  <a:pt x="1454753" y="4364174"/>
                </a:lnTo>
                <a:lnTo>
                  <a:pt x="1454753" y="4156377"/>
                </a:lnTo>
                <a:lnTo>
                  <a:pt x="1246870" y="4156377"/>
                </a:lnTo>
                <a:close/>
                <a:moveTo>
                  <a:pt x="1454753" y="4156377"/>
                </a:moveTo>
                <a:lnTo>
                  <a:pt x="1454753" y="4364174"/>
                </a:lnTo>
                <a:lnTo>
                  <a:pt x="1662551" y="4364174"/>
                </a:lnTo>
                <a:lnTo>
                  <a:pt x="1662551" y="4156377"/>
                </a:lnTo>
                <a:lnTo>
                  <a:pt x="1454753" y="4156377"/>
                </a:lnTo>
                <a:close/>
                <a:moveTo>
                  <a:pt x="1870348" y="4156377"/>
                </a:moveTo>
                <a:lnTo>
                  <a:pt x="1870348" y="4364174"/>
                </a:lnTo>
                <a:lnTo>
                  <a:pt x="2078145" y="4364174"/>
                </a:lnTo>
                <a:lnTo>
                  <a:pt x="2078145" y="4156377"/>
                </a:lnTo>
                <a:lnTo>
                  <a:pt x="1870348" y="4156377"/>
                </a:lnTo>
                <a:close/>
                <a:moveTo>
                  <a:pt x="2078145" y="4156377"/>
                </a:moveTo>
                <a:lnTo>
                  <a:pt x="2078145" y="4364174"/>
                </a:lnTo>
                <a:lnTo>
                  <a:pt x="2286029" y="4364174"/>
                </a:lnTo>
                <a:lnTo>
                  <a:pt x="2286029" y="4156377"/>
                </a:lnTo>
                <a:lnTo>
                  <a:pt x="2078145" y="4156377"/>
                </a:lnTo>
                <a:close/>
                <a:moveTo>
                  <a:pt x="2286029" y="4156377"/>
                </a:moveTo>
                <a:lnTo>
                  <a:pt x="2286029" y="4364174"/>
                </a:lnTo>
                <a:lnTo>
                  <a:pt x="2493826" y="4364174"/>
                </a:lnTo>
                <a:lnTo>
                  <a:pt x="2493826" y="4156377"/>
                </a:lnTo>
                <a:lnTo>
                  <a:pt x="2286029" y="4156377"/>
                </a:lnTo>
                <a:close/>
                <a:moveTo>
                  <a:pt x="3117304" y="4156377"/>
                </a:moveTo>
                <a:lnTo>
                  <a:pt x="3117304" y="4364174"/>
                </a:lnTo>
                <a:lnTo>
                  <a:pt x="3325101" y="4364174"/>
                </a:lnTo>
                <a:lnTo>
                  <a:pt x="3325101" y="4156377"/>
                </a:lnTo>
                <a:lnTo>
                  <a:pt x="3117304" y="4156377"/>
                </a:lnTo>
                <a:close/>
                <a:moveTo>
                  <a:pt x="3325101" y="4156377"/>
                </a:moveTo>
                <a:lnTo>
                  <a:pt x="3325101" y="4364174"/>
                </a:lnTo>
                <a:lnTo>
                  <a:pt x="3532899" y="4364174"/>
                </a:lnTo>
                <a:lnTo>
                  <a:pt x="3532899" y="4156377"/>
                </a:lnTo>
                <a:lnTo>
                  <a:pt x="3325101" y="4156377"/>
                </a:lnTo>
                <a:close/>
                <a:moveTo>
                  <a:pt x="3740696" y="4156377"/>
                </a:moveTo>
                <a:lnTo>
                  <a:pt x="3740696" y="4364174"/>
                </a:lnTo>
                <a:lnTo>
                  <a:pt x="3948579" y="4364174"/>
                </a:lnTo>
                <a:lnTo>
                  <a:pt x="3948579" y="4156377"/>
                </a:lnTo>
                <a:lnTo>
                  <a:pt x="3740696" y="4156377"/>
                </a:lnTo>
                <a:close/>
                <a:moveTo>
                  <a:pt x="6026725" y="4156377"/>
                </a:moveTo>
                <a:lnTo>
                  <a:pt x="6026725" y="4364174"/>
                </a:lnTo>
                <a:lnTo>
                  <a:pt x="6234522" y="4364174"/>
                </a:lnTo>
                <a:lnTo>
                  <a:pt x="6234522" y="4156377"/>
                </a:lnTo>
                <a:lnTo>
                  <a:pt x="6026725" y="4156377"/>
                </a:lnTo>
                <a:close/>
                <a:moveTo>
                  <a:pt x="6234522" y="4156377"/>
                </a:moveTo>
                <a:lnTo>
                  <a:pt x="6234522" y="4364174"/>
                </a:lnTo>
                <a:lnTo>
                  <a:pt x="6442406" y="4364174"/>
                </a:lnTo>
                <a:lnTo>
                  <a:pt x="6442406" y="4156377"/>
                </a:lnTo>
                <a:lnTo>
                  <a:pt x="6234522" y="4156377"/>
                </a:lnTo>
                <a:close/>
                <a:moveTo>
                  <a:pt x="0" y="4364174"/>
                </a:moveTo>
                <a:lnTo>
                  <a:pt x="0" y="4571972"/>
                </a:lnTo>
                <a:lnTo>
                  <a:pt x="207797" y="4571972"/>
                </a:lnTo>
                <a:lnTo>
                  <a:pt x="207797" y="4364174"/>
                </a:lnTo>
                <a:lnTo>
                  <a:pt x="0" y="4364174"/>
                </a:lnTo>
                <a:close/>
                <a:moveTo>
                  <a:pt x="207797" y="4364174"/>
                </a:moveTo>
                <a:lnTo>
                  <a:pt x="207797" y="4571972"/>
                </a:lnTo>
                <a:lnTo>
                  <a:pt x="415595" y="4571972"/>
                </a:lnTo>
                <a:lnTo>
                  <a:pt x="415595" y="4364174"/>
                </a:lnTo>
                <a:lnTo>
                  <a:pt x="207797" y="4364174"/>
                </a:lnTo>
                <a:close/>
                <a:moveTo>
                  <a:pt x="831275" y="4364174"/>
                </a:moveTo>
                <a:lnTo>
                  <a:pt x="831275" y="4571972"/>
                </a:lnTo>
                <a:lnTo>
                  <a:pt x="1039073" y="4571972"/>
                </a:lnTo>
                <a:lnTo>
                  <a:pt x="1039073" y="4364174"/>
                </a:lnTo>
                <a:lnTo>
                  <a:pt x="831275" y="4364174"/>
                </a:lnTo>
                <a:close/>
                <a:moveTo>
                  <a:pt x="1039073" y="4364174"/>
                </a:moveTo>
                <a:lnTo>
                  <a:pt x="1039073" y="4571972"/>
                </a:lnTo>
                <a:lnTo>
                  <a:pt x="1246870" y="4571972"/>
                </a:lnTo>
                <a:lnTo>
                  <a:pt x="1246870" y="4364174"/>
                </a:lnTo>
                <a:lnTo>
                  <a:pt x="1039073" y="4364174"/>
                </a:lnTo>
                <a:close/>
                <a:moveTo>
                  <a:pt x="1662551" y="4364174"/>
                </a:moveTo>
                <a:lnTo>
                  <a:pt x="1662551" y="4571972"/>
                </a:lnTo>
                <a:lnTo>
                  <a:pt x="1870348" y="4571972"/>
                </a:lnTo>
                <a:lnTo>
                  <a:pt x="1870348" y="4364174"/>
                </a:lnTo>
                <a:lnTo>
                  <a:pt x="1662551" y="4364174"/>
                </a:lnTo>
                <a:close/>
                <a:moveTo>
                  <a:pt x="3117304" y="4364174"/>
                </a:moveTo>
                <a:lnTo>
                  <a:pt x="3117304" y="4571972"/>
                </a:lnTo>
                <a:lnTo>
                  <a:pt x="3325101" y="4571972"/>
                </a:lnTo>
                <a:lnTo>
                  <a:pt x="3325101" y="4364174"/>
                </a:lnTo>
                <a:lnTo>
                  <a:pt x="3117304" y="4364174"/>
                </a:lnTo>
                <a:close/>
                <a:moveTo>
                  <a:pt x="3325101" y="4364174"/>
                </a:moveTo>
                <a:lnTo>
                  <a:pt x="3325101" y="4571972"/>
                </a:lnTo>
                <a:lnTo>
                  <a:pt x="3532899" y="4571972"/>
                </a:lnTo>
                <a:lnTo>
                  <a:pt x="3532899" y="4364174"/>
                </a:lnTo>
                <a:lnTo>
                  <a:pt x="3325101" y="4364174"/>
                </a:lnTo>
                <a:close/>
                <a:moveTo>
                  <a:pt x="3740696" y="4364174"/>
                </a:moveTo>
                <a:lnTo>
                  <a:pt x="3740696" y="4571972"/>
                </a:lnTo>
                <a:lnTo>
                  <a:pt x="3948579" y="4571972"/>
                </a:lnTo>
                <a:lnTo>
                  <a:pt x="3948579" y="4364174"/>
                </a:lnTo>
                <a:lnTo>
                  <a:pt x="3740696" y="4364174"/>
                </a:lnTo>
                <a:close/>
                <a:moveTo>
                  <a:pt x="4156377" y="4364174"/>
                </a:moveTo>
                <a:lnTo>
                  <a:pt x="4156377" y="4571972"/>
                </a:lnTo>
                <a:lnTo>
                  <a:pt x="4364174" y="4571972"/>
                </a:lnTo>
                <a:lnTo>
                  <a:pt x="4364174" y="4364174"/>
                </a:lnTo>
                <a:lnTo>
                  <a:pt x="4156377" y="4364174"/>
                </a:lnTo>
                <a:close/>
                <a:moveTo>
                  <a:pt x="4364174" y="4364174"/>
                </a:moveTo>
                <a:lnTo>
                  <a:pt x="4364174" y="4571972"/>
                </a:lnTo>
                <a:lnTo>
                  <a:pt x="4571972" y="4571972"/>
                </a:lnTo>
                <a:lnTo>
                  <a:pt x="4571972" y="4364174"/>
                </a:lnTo>
                <a:lnTo>
                  <a:pt x="4364174" y="4364174"/>
                </a:lnTo>
                <a:close/>
                <a:moveTo>
                  <a:pt x="5611130" y="4364174"/>
                </a:moveTo>
                <a:lnTo>
                  <a:pt x="5611130" y="4571972"/>
                </a:lnTo>
                <a:lnTo>
                  <a:pt x="5818927" y="4571972"/>
                </a:lnTo>
                <a:lnTo>
                  <a:pt x="5818927" y="4364174"/>
                </a:lnTo>
                <a:lnTo>
                  <a:pt x="5611130" y="4364174"/>
                </a:lnTo>
                <a:close/>
                <a:moveTo>
                  <a:pt x="5818927" y="4364174"/>
                </a:moveTo>
                <a:lnTo>
                  <a:pt x="5818927" y="4571972"/>
                </a:lnTo>
                <a:lnTo>
                  <a:pt x="6026725" y="4571972"/>
                </a:lnTo>
                <a:lnTo>
                  <a:pt x="6026725" y="4364174"/>
                </a:lnTo>
                <a:lnTo>
                  <a:pt x="5818927" y="4364174"/>
                </a:lnTo>
                <a:close/>
                <a:moveTo>
                  <a:pt x="6234522" y="4364174"/>
                </a:moveTo>
                <a:lnTo>
                  <a:pt x="6234522" y="4571972"/>
                </a:lnTo>
                <a:lnTo>
                  <a:pt x="6442406" y="4571972"/>
                </a:lnTo>
                <a:lnTo>
                  <a:pt x="6442406" y="4364174"/>
                </a:lnTo>
                <a:lnTo>
                  <a:pt x="6234522" y="4364174"/>
                </a:lnTo>
                <a:close/>
                <a:moveTo>
                  <a:pt x="6650203" y="4364174"/>
                </a:moveTo>
                <a:lnTo>
                  <a:pt x="6650203" y="4571972"/>
                </a:lnTo>
                <a:lnTo>
                  <a:pt x="6858000" y="4571972"/>
                </a:lnTo>
                <a:lnTo>
                  <a:pt x="6858000" y="4364174"/>
                </a:lnTo>
                <a:lnTo>
                  <a:pt x="6650203" y="4364174"/>
                </a:lnTo>
                <a:close/>
                <a:moveTo>
                  <a:pt x="207797" y="4571972"/>
                </a:moveTo>
                <a:lnTo>
                  <a:pt x="207797" y="4779855"/>
                </a:lnTo>
                <a:lnTo>
                  <a:pt x="415595" y="4779855"/>
                </a:lnTo>
                <a:lnTo>
                  <a:pt x="415595" y="4571972"/>
                </a:lnTo>
                <a:lnTo>
                  <a:pt x="207797" y="4571972"/>
                </a:lnTo>
                <a:close/>
                <a:moveTo>
                  <a:pt x="415595" y="4571972"/>
                </a:moveTo>
                <a:lnTo>
                  <a:pt x="415595" y="4779855"/>
                </a:lnTo>
                <a:lnTo>
                  <a:pt x="623478" y="4779855"/>
                </a:lnTo>
                <a:lnTo>
                  <a:pt x="623478" y="4571972"/>
                </a:lnTo>
                <a:lnTo>
                  <a:pt x="415595" y="4571972"/>
                </a:lnTo>
                <a:close/>
                <a:moveTo>
                  <a:pt x="623478" y="4571972"/>
                </a:moveTo>
                <a:lnTo>
                  <a:pt x="623478" y="4779855"/>
                </a:lnTo>
                <a:lnTo>
                  <a:pt x="831275" y="4779855"/>
                </a:lnTo>
                <a:lnTo>
                  <a:pt x="831275" y="4571972"/>
                </a:lnTo>
                <a:lnTo>
                  <a:pt x="623478" y="4571972"/>
                </a:lnTo>
                <a:close/>
                <a:moveTo>
                  <a:pt x="1246870" y="4571972"/>
                </a:moveTo>
                <a:lnTo>
                  <a:pt x="1246870" y="4779855"/>
                </a:lnTo>
                <a:lnTo>
                  <a:pt x="1454753" y="4779855"/>
                </a:lnTo>
                <a:lnTo>
                  <a:pt x="1454753" y="4571972"/>
                </a:lnTo>
                <a:lnTo>
                  <a:pt x="1246870" y="4571972"/>
                </a:lnTo>
                <a:close/>
                <a:moveTo>
                  <a:pt x="1454753" y="4571972"/>
                </a:moveTo>
                <a:lnTo>
                  <a:pt x="1454753" y="4779855"/>
                </a:lnTo>
                <a:lnTo>
                  <a:pt x="1662551" y="4779855"/>
                </a:lnTo>
                <a:lnTo>
                  <a:pt x="1662551" y="4571972"/>
                </a:lnTo>
                <a:lnTo>
                  <a:pt x="1454753" y="4571972"/>
                </a:lnTo>
                <a:close/>
                <a:moveTo>
                  <a:pt x="1870348" y="4571972"/>
                </a:moveTo>
                <a:lnTo>
                  <a:pt x="1870348" y="4779855"/>
                </a:lnTo>
                <a:lnTo>
                  <a:pt x="2078145" y="4779855"/>
                </a:lnTo>
                <a:lnTo>
                  <a:pt x="2078145" y="4571972"/>
                </a:lnTo>
                <a:lnTo>
                  <a:pt x="1870348" y="4571972"/>
                </a:lnTo>
                <a:close/>
                <a:moveTo>
                  <a:pt x="2493826" y="4571972"/>
                </a:moveTo>
                <a:lnTo>
                  <a:pt x="2493826" y="4779855"/>
                </a:lnTo>
                <a:lnTo>
                  <a:pt x="2701623" y="4779855"/>
                </a:lnTo>
                <a:lnTo>
                  <a:pt x="2701623" y="4571972"/>
                </a:lnTo>
                <a:lnTo>
                  <a:pt x="2493826" y="4571972"/>
                </a:lnTo>
                <a:close/>
                <a:moveTo>
                  <a:pt x="3117304" y="4571972"/>
                </a:moveTo>
                <a:lnTo>
                  <a:pt x="3117304" y="4779855"/>
                </a:lnTo>
                <a:lnTo>
                  <a:pt x="3325101" y="4779855"/>
                </a:lnTo>
                <a:lnTo>
                  <a:pt x="3325101" y="4571972"/>
                </a:lnTo>
                <a:lnTo>
                  <a:pt x="3117304" y="4571972"/>
                </a:lnTo>
                <a:close/>
                <a:moveTo>
                  <a:pt x="3325101" y="4571972"/>
                </a:moveTo>
                <a:lnTo>
                  <a:pt x="3325101" y="4779855"/>
                </a:lnTo>
                <a:lnTo>
                  <a:pt x="3532899" y="4779855"/>
                </a:lnTo>
                <a:lnTo>
                  <a:pt x="3532899" y="4571972"/>
                </a:lnTo>
                <a:lnTo>
                  <a:pt x="3325101" y="4571972"/>
                </a:lnTo>
                <a:close/>
                <a:moveTo>
                  <a:pt x="3740696" y="4571972"/>
                </a:moveTo>
                <a:lnTo>
                  <a:pt x="3740696" y="4779855"/>
                </a:lnTo>
                <a:lnTo>
                  <a:pt x="3948579" y="4779855"/>
                </a:lnTo>
                <a:lnTo>
                  <a:pt x="3948579" y="4571972"/>
                </a:lnTo>
                <a:lnTo>
                  <a:pt x="3740696" y="4571972"/>
                </a:lnTo>
                <a:close/>
                <a:moveTo>
                  <a:pt x="4571972" y="4571972"/>
                </a:moveTo>
                <a:lnTo>
                  <a:pt x="4571972" y="4779855"/>
                </a:lnTo>
                <a:lnTo>
                  <a:pt x="4779855" y="4779855"/>
                </a:lnTo>
                <a:lnTo>
                  <a:pt x="4779855" y="4571972"/>
                </a:lnTo>
                <a:lnTo>
                  <a:pt x="4571972" y="4571972"/>
                </a:lnTo>
                <a:close/>
                <a:moveTo>
                  <a:pt x="4779855" y="4571972"/>
                </a:moveTo>
                <a:lnTo>
                  <a:pt x="4779855" y="4779855"/>
                </a:lnTo>
                <a:lnTo>
                  <a:pt x="4987652" y="4779855"/>
                </a:lnTo>
                <a:lnTo>
                  <a:pt x="4987652" y="4571972"/>
                </a:lnTo>
                <a:lnTo>
                  <a:pt x="4779855" y="4571972"/>
                </a:lnTo>
                <a:close/>
                <a:moveTo>
                  <a:pt x="4987652" y="4571972"/>
                </a:moveTo>
                <a:lnTo>
                  <a:pt x="4987652" y="4779855"/>
                </a:lnTo>
                <a:lnTo>
                  <a:pt x="5195450" y="4779855"/>
                </a:lnTo>
                <a:lnTo>
                  <a:pt x="5195450" y="4571972"/>
                </a:lnTo>
                <a:lnTo>
                  <a:pt x="4987652" y="4571972"/>
                </a:lnTo>
                <a:close/>
                <a:moveTo>
                  <a:pt x="5195450" y="4571972"/>
                </a:moveTo>
                <a:lnTo>
                  <a:pt x="5195450" y="4779855"/>
                </a:lnTo>
                <a:lnTo>
                  <a:pt x="5403247" y="4779855"/>
                </a:lnTo>
                <a:lnTo>
                  <a:pt x="5403247" y="4571972"/>
                </a:lnTo>
                <a:lnTo>
                  <a:pt x="5195450" y="4571972"/>
                </a:lnTo>
                <a:close/>
                <a:moveTo>
                  <a:pt x="5611130" y="4571972"/>
                </a:moveTo>
                <a:lnTo>
                  <a:pt x="5611130" y="4779855"/>
                </a:lnTo>
                <a:lnTo>
                  <a:pt x="5818927" y="4779855"/>
                </a:lnTo>
                <a:lnTo>
                  <a:pt x="5818927" y="4571972"/>
                </a:lnTo>
                <a:lnTo>
                  <a:pt x="5611130" y="4571972"/>
                </a:lnTo>
                <a:close/>
                <a:moveTo>
                  <a:pt x="5818927" y="4571972"/>
                </a:moveTo>
                <a:lnTo>
                  <a:pt x="5818927" y="4779855"/>
                </a:lnTo>
                <a:lnTo>
                  <a:pt x="6026725" y="4779855"/>
                </a:lnTo>
                <a:lnTo>
                  <a:pt x="6026725" y="4571972"/>
                </a:lnTo>
                <a:lnTo>
                  <a:pt x="5818927" y="4571972"/>
                </a:lnTo>
                <a:close/>
                <a:moveTo>
                  <a:pt x="6026725" y="4571972"/>
                </a:moveTo>
                <a:lnTo>
                  <a:pt x="6026725" y="4779855"/>
                </a:lnTo>
                <a:lnTo>
                  <a:pt x="6234522" y="4779855"/>
                </a:lnTo>
                <a:lnTo>
                  <a:pt x="6234522" y="4571972"/>
                </a:lnTo>
                <a:lnTo>
                  <a:pt x="6026725" y="4571972"/>
                </a:lnTo>
                <a:close/>
                <a:moveTo>
                  <a:pt x="6234522" y="4571972"/>
                </a:moveTo>
                <a:lnTo>
                  <a:pt x="6234522" y="4779855"/>
                </a:lnTo>
                <a:lnTo>
                  <a:pt x="6442406" y="4779855"/>
                </a:lnTo>
                <a:lnTo>
                  <a:pt x="6442406" y="4571972"/>
                </a:lnTo>
                <a:lnTo>
                  <a:pt x="6234522" y="4571972"/>
                </a:lnTo>
                <a:close/>
                <a:moveTo>
                  <a:pt x="6442406" y="4571972"/>
                </a:moveTo>
                <a:lnTo>
                  <a:pt x="6442406" y="4779855"/>
                </a:lnTo>
                <a:lnTo>
                  <a:pt x="6650203" y="4779855"/>
                </a:lnTo>
                <a:lnTo>
                  <a:pt x="6650203" y="4571972"/>
                </a:lnTo>
                <a:lnTo>
                  <a:pt x="6442406" y="4571972"/>
                </a:lnTo>
                <a:close/>
                <a:moveTo>
                  <a:pt x="0" y="4779855"/>
                </a:moveTo>
                <a:lnTo>
                  <a:pt x="0" y="4987652"/>
                </a:lnTo>
                <a:lnTo>
                  <a:pt x="207797" y="4987652"/>
                </a:lnTo>
                <a:lnTo>
                  <a:pt x="207797" y="4779855"/>
                </a:lnTo>
                <a:lnTo>
                  <a:pt x="0" y="4779855"/>
                </a:lnTo>
                <a:close/>
                <a:moveTo>
                  <a:pt x="207797" y="4779855"/>
                </a:moveTo>
                <a:lnTo>
                  <a:pt x="207797" y="4987652"/>
                </a:lnTo>
                <a:lnTo>
                  <a:pt x="415595" y="4987652"/>
                </a:lnTo>
                <a:lnTo>
                  <a:pt x="415595" y="4779855"/>
                </a:lnTo>
                <a:lnTo>
                  <a:pt x="207797" y="4779855"/>
                </a:lnTo>
                <a:close/>
                <a:moveTo>
                  <a:pt x="623478" y="4779855"/>
                </a:moveTo>
                <a:lnTo>
                  <a:pt x="623478" y="4987652"/>
                </a:lnTo>
                <a:lnTo>
                  <a:pt x="831275" y="4987652"/>
                </a:lnTo>
                <a:lnTo>
                  <a:pt x="831275" y="4779855"/>
                </a:lnTo>
                <a:lnTo>
                  <a:pt x="623478" y="4779855"/>
                </a:lnTo>
                <a:close/>
                <a:moveTo>
                  <a:pt x="1662551" y="4779855"/>
                </a:moveTo>
                <a:lnTo>
                  <a:pt x="1662551" y="4987652"/>
                </a:lnTo>
                <a:lnTo>
                  <a:pt x="1870348" y="4987652"/>
                </a:lnTo>
                <a:lnTo>
                  <a:pt x="1870348" y="4779855"/>
                </a:lnTo>
                <a:lnTo>
                  <a:pt x="1662551" y="4779855"/>
                </a:lnTo>
                <a:close/>
                <a:moveTo>
                  <a:pt x="1870348" y="4779855"/>
                </a:moveTo>
                <a:lnTo>
                  <a:pt x="1870348" y="4987652"/>
                </a:lnTo>
                <a:lnTo>
                  <a:pt x="2078145" y="4987652"/>
                </a:lnTo>
                <a:lnTo>
                  <a:pt x="2078145" y="4779855"/>
                </a:lnTo>
                <a:lnTo>
                  <a:pt x="1870348" y="4779855"/>
                </a:lnTo>
                <a:close/>
                <a:moveTo>
                  <a:pt x="2078145" y="4779855"/>
                </a:moveTo>
                <a:lnTo>
                  <a:pt x="2078145" y="4987652"/>
                </a:lnTo>
                <a:lnTo>
                  <a:pt x="2286029" y="4987652"/>
                </a:lnTo>
                <a:lnTo>
                  <a:pt x="2286029" y="4779855"/>
                </a:lnTo>
                <a:lnTo>
                  <a:pt x="2078145" y="4779855"/>
                </a:lnTo>
                <a:close/>
                <a:moveTo>
                  <a:pt x="2286029" y="4779855"/>
                </a:moveTo>
                <a:lnTo>
                  <a:pt x="2286029" y="4987652"/>
                </a:lnTo>
                <a:lnTo>
                  <a:pt x="2493826" y="4987652"/>
                </a:lnTo>
                <a:lnTo>
                  <a:pt x="2493826" y="4779855"/>
                </a:lnTo>
                <a:lnTo>
                  <a:pt x="2286029" y="4779855"/>
                </a:lnTo>
                <a:close/>
                <a:moveTo>
                  <a:pt x="2493826" y="4779855"/>
                </a:moveTo>
                <a:lnTo>
                  <a:pt x="2493826" y="4987652"/>
                </a:lnTo>
                <a:lnTo>
                  <a:pt x="2701623" y="4987652"/>
                </a:lnTo>
                <a:lnTo>
                  <a:pt x="2701623" y="4779855"/>
                </a:lnTo>
                <a:lnTo>
                  <a:pt x="2493826" y="4779855"/>
                </a:lnTo>
                <a:close/>
                <a:moveTo>
                  <a:pt x="3117304" y="4779855"/>
                </a:moveTo>
                <a:lnTo>
                  <a:pt x="3117304" y="4987652"/>
                </a:lnTo>
                <a:lnTo>
                  <a:pt x="3325101" y="4987652"/>
                </a:lnTo>
                <a:lnTo>
                  <a:pt x="3325101" y="4779855"/>
                </a:lnTo>
                <a:lnTo>
                  <a:pt x="3117304" y="4779855"/>
                </a:lnTo>
                <a:close/>
                <a:moveTo>
                  <a:pt x="3325101" y="4779855"/>
                </a:moveTo>
                <a:lnTo>
                  <a:pt x="3325101" y="4987652"/>
                </a:lnTo>
                <a:lnTo>
                  <a:pt x="3532899" y="4987652"/>
                </a:lnTo>
                <a:lnTo>
                  <a:pt x="3532899" y="4779855"/>
                </a:lnTo>
                <a:lnTo>
                  <a:pt x="3325101" y="4779855"/>
                </a:lnTo>
                <a:close/>
                <a:moveTo>
                  <a:pt x="3532899" y="4779855"/>
                </a:moveTo>
                <a:lnTo>
                  <a:pt x="3532899" y="4987652"/>
                </a:lnTo>
                <a:lnTo>
                  <a:pt x="3740696" y="4987652"/>
                </a:lnTo>
                <a:lnTo>
                  <a:pt x="3740696" y="4779855"/>
                </a:lnTo>
                <a:lnTo>
                  <a:pt x="3532899" y="4779855"/>
                </a:lnTo>
                <a:close/>
                <a:moveTo>
                  <a:pt x="4364174" y="4779855"/>
                </a:moveTo>
                <a:lnTo>
                  <a:pt x="4364174" y="4987652"/>
                </a:lnTo>
                <a:lnTo>
                  <a:pt x="4571972" y="4987652"/>
                </a:lnTo>
                <a:lnTo>
                  <a:pt x="4571972" y="4779855"/>
                </a:lnTo>
                <a:lnTo>
                  <a:pt x="4364174" y="4779855"/>
                </a:lnTo>
                <a:close/>
                <a:moveTo>
                  <a:pt x="4571972" y="4779855"/>
                </a:moveTo>
                <a:lnTo>
                  <a:pt x="4571972" y="4987652"/>
                </a:lnTo>
                <a:lnTo>
                  <a:pt x="4779855" y="4987652"/>
                </a:lnTo>
                <a:lnTo>
                  <a:pt x="4779855" y="4779855"/>
                </a:lnTo>
                <a:lnTo>
                  <a:pt x="4571972" y="4779855"/>
                </a:lnTo>
                <a:close/>
                <a:moveTo>
                  <a:pt x="4987652" y="4779855"/>
                </a:moveTo>
                <a:lnTo>
                  <a:pt x="4987652" y="4987652"/>
                </a:lnTo>
                <a:lnTo>
                  <a:pt x="5195450" y="4987652"/>
                </a:lnTo>
                <a:lnTo>
                  <a:pt x="5195450" y="4779855"/>
                </a:lnTo>
                <a:lnTo>
                  <a:pt x="4987652" y="4779855"/>
                </a:lnTo>
                <a:close/>
                <a:moveTo>
                  <a:pt x="5403247" y="4779855"/>
                </a:moveTo>
                <a:lnTo>
                  <a:pt x="5403247" y="4987652"/>
                </a:lnTo>
                <a:lnTo>
                  <a:pt x="5611130" y="4987652"/>
                </a:lnTo>
                <a:lnTo>
                  <a:pt x="5611130" y="4779855"/>
                </a:lnTo>
                <a:lnTo>
                  <a:pt x="5403247" y="4779855"/>
                </a:lnTo>
                <a:close/>
                <a:moveTo>
                  <a:pt x="5611130" y="4779855"/>
                </a:moveTo>
                <a:lnTo>
                  <a:pt x="5611130" y="4987652"/>
                </a:lnTo>
                <a:lnTo>
                  <a:pt x="5818927" y="4987652"/>
                </a:lnTo>
                <a:lnTo>
                  <a:pt x="5818927" y="4779855"/>
                </a:lnTo>
                <a:lnTo>
                  <a:pt x="5611130" y="4779855"/>
                </a:lnTo>
                <a:close/>
                <a:moveTo>
                  <a:pt x="5818927" y="4779855"/>
                </a:moveTo>
                <a:lnTo>
                  <a:pt x="5818927" y="4987652"/>
                </a:lnTo>
                <a:lnTo>
                  <a:pt x="6026725" y="4987652"/>
                </a:lnTo>
                <a:lnTo>
                  <a:pt x="6026725" y="4779855"/>
                </a:lnTo>
                <a:lnTo>
                  <a:pt x="5818927" y="4779855"/>
                </a:lnTo>
                <a:close/>
                <a:moveTo>
                  <a:pt x="6026725" y="4779855"/>
                </a:moveTo>
                <a:lnTo>
                  <a:pt x="6026725" y="4987652"/>
                </a:lnTo>
                <a:lnTo>
                  <a:pt x="6234522" y="4987652"/>
                </a:lnTo>
                <a:lnTo>
                  <a:pt x="6234522" y="4779855"/>
                </a:lnTo>
                <a:lnTo>
                  <a:pt x="6026725" y="4779855"/>
                </a:lnTo>
                <a:close/>
                <a:moveTo>
                  <a:pt x="6234522" y="4779855"/>
                </a:moveTo>
                <a:lnTo>
                  <a:pt x="6234522" y="4987652"/>
                </a:lnTo>
                <a:lnTo>
                  <a:pt x="6442406" y="4987652"/>
                </a:lnTo>
                <a:lnTo>
                  <a:pt x="6442406" y="4779855"/>
                </a:lnTo>
                <a:lnTo>
                  <a:pt x="6234522" y="4779855"/>
                </a:lnTo>
                <a:close/>
                <a:moveTo>
                  <a:pt x="6442406" y="4779855"/>
                </a:moveTo>
                <a:lnTo>
                  <a:pt x="6442406" y="4987652"/>
                </a:lnTo>
                <a:lnTo>
                  <a:pt x="6650203" y="4987652"/>
                </a:lnTo>
                <a:lnTo>
                  <a:pt x="6650203" y="4779855"/>
                </a:lnTo>
                <a:lnTo>
                  <a:pt x="6442406" y="4779855"/>
                </a:lnTo>
                <a:close/>
                <a:moveTo>
                  <a:pt x="6650203" y="4779855"/>
                </a:moveTo>
                <a:lnTo>
                  <a:pt x="6650203" y="4987652"/>
                </a:lnTo>
                <a:lnTo>
                  <a:pt x="6858000" y="4987652"/>
                </a:lnTo>
                <a:lnTo>
                  <a:pt x="6858000" y="4779855"/>
                </a:lnTo>
                <a:lnTo>
                  <a:pt x="6650203" y="4779855"/>
                </a:lnTo>
                <a:close/>
                <a:moveTo>
                  <a:pt x="207797" y="4987652"/>
                </a:moveTo>
                <a:lnTo>
                  <a:pt x="207797" y="5195450"/>
                </a:lnTo>
                <a:lnTo>
                  <a:pt x="415595" y="5195450"/>
                </a:lnTo>
                <a:lnTo>
                  <a:pt x="415595" y="4987652"/>
                </a:lnTo>
                <a:lnTo>
                  <a:pt x="207797" y="4987652"/>
                </a:lnTo>
                <a:close/>
                <a:moveTo>
                  <a:pt x="831275" y="4987652"/>
                </a:moveTo>
                <a:lnTo>
                  <a:pt x="831275" y="5195450"/>
                </a:lnTo>
                <a:lnTo>
                  <a:pt x="1039073" y="5195450"/>
                </a:lnTo>
                <a:lnTo>
                  <a:pt x="1039073" y="4987652"/>
                </a:lnTo>
                <a:lnTo>
                  <a:pt x="831275" y="4987652"/>
                </a:lnTo>
                <a:close/>
                <a:moveTo>
                  <a:pt x="1039073" y="4987652"/>
                </a:moveTo>
                <a:lnTo>
                  <a:pt x="1039073" y="5195450"/>
                </a:lnTo>
                <a:lnTo>
                  <a:pt x="1246870" y="5195450"/>
                </a:lnTo>
                <a:lnTo>
                  <a:pt x="1246870" y="4987652"/>
                </a:lnTo>
                <a:lnTo>
                  <a:pt x="1039073" y="4987652"/>
                </a:lnTo>
                <a:close/>
                <a:moveTo>
                  <a:pt x="1246870" y="4987652"/>
                </a:moveTo>
                <a:lnTo>
                  <a:pt x="1246870" y="5195450"/>
                </a:lnTo>
                <a:lnTo>
                  <a:pt x="1454753" y="5195450"/>
                </a:lnTo>
                <a:lnTo>
                  <a:pt x="1454753" y="4987652"/>
                </a:lnTo>
                <a:lnTo>
                  <a:pt x="1246870" y="4987652"/>
                </a:lnTo>
                <a:close/>
                <a:moveTo>
                  <a:pt x="1454753" y="4987652"/>
                </a:moveTo>
                <a:lnTo>
                  <a:pt x="1454753" y="5195450"/>
                </a:lnTo>
                <a:lnTo>
                  <a:pt x="1662551" y="5195450"/>
                </a:lnTo>
                <a:lnTo>
                  <a:pt x="1662551" y="4987652"/>
                </a:lnTo>
                <a:lnTo>
                  <a:pt x="1454753" y="4987652"/>
                </a:lnTo>
                <a:close/>
                <a:moveTo>
                  <a:pt x="1662551" y="4987652"/>
                </a:moveTo>
                <a:lnTo>
                  <a:pt x="1662551" y="5195450"/>
                </a:lnTo>
                <a:lnTo>
                  <a:pt x="1870348" y="5195450"/>
                </a:lnTo>
                <a:lnTo>
                  <a:pt x="1870348" y="4987652"/>
                </a:lnTo>
                <a:lnTo>
                  <a:pt x="1662551" y="4987652"/>
                </a:lnTo>
                <a:close/>
                <a:moveTo>
                  <a:pt x="2286029" y="4987652"/>
                </a:moveTo>
                <a:lnTo>
                  <a:pt x="2286029" y="5195450"/>
                </a:lnTo>
                <a:lnTo>
                  <a:pt x="2493826" y="5195450"/>
                </a:lnTo>
                <a:lnTo>
                  <a:pt x="2493826" y="4987652"/>
                </a:lnTo>
                <a:lnTo>
                  <a:pt x="2286029" y="4987652"/>
                </a:lnTo>
                <a:close/>
                <a:moveTo>
                  <a:pt x="2493826" y="4987652"/>
                </a:moveTo>
                <a:lnTo>
                  <a:pt x="2493826" y="5195450"/>
                </a:lnTo>
                <a:lnTo>
                  <a:pt x="2701623" y="5195450"/>
                </a:lnTo>
                <a:lnTo>
                  <a:pt x="2701623" y="4987652"/>
                </a:lnTo>
                <a:lnTo>
                  <a:pt x="2493826" y="4987652"/>
                </a:lnTo>
                <a:close/>
                <a:moveTo>
                  <a:pt x="2909421" y="4987652"/>
                </a:moveTo>
                <a:lnTo>
                  <a:pt x="2909421" y="5195450"/>
                </a:lnTo>
                <a:lnTo>
                  <a:pt x="3117304" y="5195450"/>
                </a:lnTo>
                <a:lnTo>
                  <a:pt x="3117304" y="4987652"/>
                </a:lnTo>
                <a:lnTo>
                  <a:pt x="2909421" y="4987652"/>
                </a:lnTo>
                <a:close/>
                <a:moveTo>
                  <a:pt x="3117304" y="4987652"/>
                </a:moveTo>
                <a:lnTo>
                  <a:pt x="3117304" y="5195450"/>
                </a:lnTo>
                <a:lnTo>
                  <a:pt x="3325101" y="5195450"/>
                </a:lnTo>
                <a:lnTo>
                  <a:pt x="3325101" y="4987652"/>
                </a:lnTo>
                <a:lnTo>
                  <a:pt x="3117304" y="4987652"/>
                </a:lnTo>
                <a:close/>
                <a:moveTo>
                  <a:pt x="3948579" y="4987652"/>
                </a:moveTo>
                <a:lnTo>
                  <a:pt x="3948579" y="5195450"/>
                </a:lnTo>
                <a:lnTo>
                  <a:pt x="4156377" y="5195450"/>
                </a:lnTo>
                <a:lnTo>
                  <a:pt x="4156377" y="4987652"/>
                </a:lnTo>
                <a:lnTo>
                  <a:pt x="3948579" y="4987652"/>
                </a:lnTo>
                <a:close/>
                <a:moveTo>
                  <a:pt x="4156377" y="4987652"/>
                </a:moveTo>
                <a:lnTo>
                  <a:pt x="4156377" y="5195450"/>
                </a:lnTo>
                <a:lnTo>
                  <a:pt x="4364174" y="5195450"/>
                </a:lnTo>
                <a:lnTo>
                  <a:pt x="4364174" y="4987652"/>
                </a:lnTo>
                <a:lnTo>
                  <a:pt x="4156377" y="4987652"/>
                </a:lnTo>
                <a:close/>
                <a:moveTo>
                  <a:pt x="4779855" y="4987652"/>
                </a:moveTo>
                <a:lnTo>
                  <a:pt x="4779855" y="5195450"/>
                </a:lnTo>
                <a:lnTo>
                  <a:pt x="4987652" y="5195450"/>
                </a:lnTo>
                <a:lnTo>
                  <a:pt x="4987652" y="4987652"/>
                </a:lnTo>
                <a:lnTo>
                  <a:pt x="4779855" y="4987652"/>
                </a:lnTo>
                <a:close/>
                <a:moveTo>
                  <a:pt x="4987652" y="4987652"/>
                </a:moveTo>
                <a:lnTo>
                  <a:pt x="4987652" y="5195450"/>
                </a:lnTo>
                <a:lnTo>
                  <a:pt x="5195450" y="5195450"/>
                </a:lnTo>
                <a:lnTo>
                  <a:pt x="5195450" y="4987652"/>
                </a:lnTo>
                <a:lnTo>
                  <a:pt x="4987652" y="4987652"/>
                </a:lnTo>
                <a:close/>
                <a:moveTo>
                  <a:pt x="5195450" y="4987652"/>
                </a:moveTo>
                <a:lnTo>
                  <a:pt x="5195450" y="5195450"/>
                </a:lnTo>
                <a:lnTo>
                  <a:pt x="5403247" y="5195450"/>
                </a:lnTo>
                <a:lnTo>
                  <a:pt x="5403247" y="4987652"/>
                </a:lnTo>
                <a:lnTo>
                  <a:pt x="5195450" y="4987652"/>
                </a:lnTo>
                <a:close/>
                <a:moveTo>
                  <a:pt x="5403247" y="4987652"/>
                </a:moveTo>
                <a:lnTo>
                  <a:pt x="5403247" y="5195450"/>
                </a:lnTo>
                <a:lnTo>
                  <a:pt x="5611130" y="5195450"/>
                </a:lnTo>
                <a:lnTo>
                  <a:pt x="5611130" y="4987652"/>
                </a:lnTo>
                <a:lnTo>
                  <a:pt x="5403247" y="4987652"/>
                </a:lnTo>
                <a:close/>
                <a:moveTo>
                  <a:pt x="5611130" y="4987652"/>
                </a:moveTo>
                <a:lnTo>
                  <a:pt x="5611130" y="5195450"/>
                </a:lnTo>
                <a:lnTo>
                  <a:pt x="5818927" y="5195450"/>
                </a:lnTo>
                <a:lnTo>
                  <a:pt x="5818927" y="4987652"/>
                </a:lnTo>
                <a:lnTo>
                  <a:pt x="5611130" y="4987652"/>
                </a:lnTo>
                <a:close/>
                <a:moveTo>
                  <a:pt x="5818927" y="4987652"/>
                </a:moveTo>
                <a:lnTo>
                  <a:pt x="5818927" y="5195450"/>
                </a:lnTo>
                <a:lnTo>
                  <a:pt x="6026725" y="5195450"/>
                </a:lnTo>
                <a:lnTo>
                  <a:pt x="6026725" y="4987652"/>
                </a:lnTo>
                <a:lnTo>
                  <a:pt x="5818927" y="4987652"/>
                </a:lnTo>
                <a:close/>
                <a:moveTo>
                  <a:pt x="6026725" y="4987652"/>
                </a:moveTo>
                <a:lnTo>
                  <a:pt x="6026725" y="5195450"/>
                </a:lnTo>
                <a:lnTo>
                  <a:pt x="6234522" y="5195450"/>
                </a:lnTo>
                <a:lnTo>
                  <a:pt x="6234522" y="4987652"/>
                </a:lnTo>
                <a:lnTo>
                  <a:pt x="6026725" y="4987652"/>
                </a:lnTo>
                <a:close/>
                <a:moveTo>
                  <a:pt x="6234522" y="4987652"/>
                </a:moveTo>
                <a:lnTo>
                  <a:pt x="6234522" y="5195450"/>
                </a:lnTo>
                <a:lnTo>
                  <a:pt x="6442406" y="5195450"/>
                </a:lnTo>
                <a:lnTo>
                  <a:pt x="6442406" y="4987652"/>
                </a:lnTo>
                <a:lnTo>
                  <a:pt x="6234522" y="4987652"/>
                </a:lnTo>
                <a:close/>
                <a:moveTo>
                  <a:pt x="6442406" y="4987652"/>
                </a:moveTo>
                <a:lnTo>
                  <a:pt x="6442406" y="5195450"/>
                </a:lnTo>
                <a:lnTo>
                  <a:pt x="6650203" y="5195450"/>
                </a:lnTo>
                <a:lnTo>
                  <a:pt x="6650203" y="4987652"/>
                </a:lnTo>
                <a:lnTo>
                  <a:pt x="6442406" y="4987652"/>
                </a:lnTo>
                <a:close/>
                <a:moveTo>
                  <a:pt x="2493826" y="5195450"/>
                </a:moveTo>
                <a:lnTo>
                  <a:pt x="2493826" y="5403247"/>
                </a:lnTo>
                <a:lnTo>
                  <a:pt x="2701623" y="5403247"/>
                </a:lnTo>
                <a:lnTo>
                  <a:pt x="2701623" y="5195450"/>
                </a:lnTo>
                <a:lnTo>
                  <a:pt x="2493826" y="5195450"/>
                </a:lnTo>
                <a:close/>
                <a:moveTo>
                  <a:pt x="2701623" y="5195450"/>
                </a:moveTo>
                <a:lnTo>
                  <a:pt x="2701623" y="5403247"/>
                </a:lnTo>
                <a:lnTo>
                  <a:pt x="2909421" y="5403247"/>
                </a:lnTo>
                <a:lnTo>
                  <a:pt x="2909421" y="5195450"/>
                </a:lnTo>
                <a:lnTo>
                  <a:pt x="2701623" y="5195450"/>
                </a:lnTo>
                <a:close/>
                <a:moveTo>
                  <a:pt x="3117304" y="5195450"/>
                </a:moveTo>
                <a:lnTo>
                  <a:pt x="3117304" y="5403247"/>
                </a:lnTo>
                <a:lnTo>
                  <a:pt x="3325101" y="5403247"/>
                </a:lnTo>
                <a:lnTo>
                  <a:pt x="3325101" y="5195450"/>
                </a:lnTo>
                <a:lnTo>
                  <a:pt x="3117304" y="5195450"/>
                </a:lnTo>
                <a:close/>
                <a:moveTo>
                  <a:pt x="3325101" y="5195450"/>
                </a:moveTo>
                <a:lnTo>
                  <a:pt x="3325101" y="5403247"/>
                </a:lnTo>
                <a:lnTo>
                  <a:pt x="3532899" y="5403247"/>
                </a:lnTo>
                <a:lnTo>
                  <a:pt x="3532899" y="5195450"/>
                </a:lnTo>
                <a:lnTo>
                  <a:pt x="3325101" y="5195450"/>
                </a:lnTo>
                <a:close/>
                <a:moveTo>
                  <a:pt x="3948579" y="5195450"/>
                </a:moveTo>
                <a:lnTo>
                  <a:pt x="3948579" y="5403247"/>
                </a:lnTo>
                <a:lnTo>
                  <a:pt x="4156377" y="5403247"/>
                </a:lnTo>
                <a:lnTo>
                  <a:pt x="4156377" y="5195450"/>
                </a:lnTo>
                <a:lnTo>
                  <a:pt x="3948579" y="5195450"/>
                </a:lnTo>
                <a:close/>
                <a:moveTo>
                  <a:pt x="4571972" y="5195450"/>
                </a:moveTo>
                <a:lnTo>
                  <a:pt x="4571972" y="5403247"/>
                </a:lnTo>
                <a:lnTo>
                  <a:pt x="4779855" y="5403247"/>
                </a:lnTo>
                <a:lnTo>
                  <a:pt x="4779855" y="5195450"/>
                </a:lnTo>
                <a:lnTo>
                  <a:pt x="4571972" y="5195450"/>
                </a:lnTo>
                <a:close/>
                <a:moveTo>
                  <a:pt x="4987652" y="5195450"/>
                </a:moveTo>
                <a:lnTo>
                  <a:pt x="4987652" y="5403247"/>
                </a:lnTo>
                <a:lnTo>
                  <a:pt x="5195450" y="5403247"/>
                </a:lnTo>
                <a:lnTo>
                  <a:pt x="5195450" y="5195450"/>
                </a:lnTo>
                <a:lnTo>
                  <a:pt x="4987652" y="5195450"/>
                </a:lnTo>
                <a:close/>
                <a:moveTo>
                  <a:pt x="5818927" y="5195450"/>
                </a:moveTo>
                <a:lnTo>
                  <a:pt x="5818927" y="5403247"/>
                </a:lnTo>
                <a:lnTo>
                  <a:pt x="6026725" y="5403247"/>
                </a:lnTo>
                <a:lnTo>
                  <a:pt x="6026725" y="5195450"/>
                </a:lnTo>
                <a:lnTo>
                  <a:pt x="5818927" y="5195450"/>
                </a:lnTo>
                <a:close/>
                <a:moveTo>
                  <a:pt x="6234522" y="5195450"/>
                </a:moveTo>
                <a:lnTo>
                  <a:pt x="6234522" y="5403247"/>
                </a:lnTo>
                <a:lnTo>
                  <a:pt x="6442406" y="5403247"/>
                </a:lnTo>
                <a:lnTo>
                  <a:pt x="6442406" y="5195450"/>
                </a:lnTo>
                <a:lnTo>
                  <a:pt x="6234522" y="5195450"/>
                </a:lnTo>
                <a:close/>
                <a:moveTo>
                  <a:pt x="6442406" y="5195450"/>
                </a:moveTo>
                <a:lnTo>
                  <a:pt x="6442406" y="5403247"/>
                </a:lnTo>
                <a:lnTo>
                  <a:pt x="6650203" y="5403247"/>
                </a:lnTo>
                <a:lnTo>
                  <a:pt x="6650203" y="5195450"/>
                </a:lnTo>
                <a:lnTo>
                  <a:pt x="6442406" y="5195450"/>
                </a:lnTo>
                <a:close/>
                <a:moveTo>
                  <a:pt x="0" y="5403247"/>
                </a:moveTo>
                <a:lnTo>
                  <a:pt x="0" y="5611130"/>
                </a:lnTo>
                <a:lnTo>
                  <a:pt x="207797" y="5611130"/>
                </a:lnTo>
                <a:lnTo>
                  <a:pt x="207797" y="5403247"/>
                </a:lnTo>
                <a:lnTo>
                  <a:pt x="0" y="5403247"/>
                </a:lnTo>
                <a:close/>
                <a:moveTo>
                  <a:pt x="207797" y="5403247"/>
                </a:moveTo>
                <a:lnTo>
                  <a:pt x="207797" y="5611130"/>
                </a:lnTo>
                <a:lnTo>
                  <a:pt x="415595" y="5611130"/>
                </a:lnTo>
                <a:lnTo>
                  <a:pt x="415595" y="5403247"/>
                </a:lnTo>
                <a:lnTo>
                  <a:pt x="207797" y="5403247"/>
                </a:lnTo>
                <a:close/>
                <a:moveTo>
                  <a:pt x="415595" y="5403247"/>
                </a:moveTo>
                <a:lnTo>
                  <a:pt x="415595" y="5611130"/>
                </a:lnTo>
                <a:lnTo>
                  <a:pt x="623478" y="5611130"/>
                </a:lnTo>
                <a:lnTo>
                  <a:pt x="623478" y="5403247"/>
                </a:lnTo>
                <a:lnTo>
                  <a:pt x="415595" y="5403247"/>
                </a:lnTo>
                <a:close/>
                <a:moveTo>
                  <a:pt x="623478" y="5403247"/>
                </a:moveTo>
                <a:lnTo>
                  <a:pt x="623478" y="5611130"/>
                </a:lnTo>
                <a:lnTo>
                  <a:pt x="831275" y="5611130"/>
                </a:lnTo>
                <a:lnTo>
                  <a:pt x="831275" y="5403247"/>
                </a:lnTo>
                <a:lnTo>
                  <a:pt x="623478" y="5403247"/>
                </a:lnTo>
                <a:close/>
                <a:moveTo>
                  <a:pt x="831275" y="5403247"/>
                </a:moveTo>
                <a:lnTo>
                  <a:pt x="831275" y="5611130"/>
                </a:lnTo>
                <a:lnTo>
                  <a:pt x="1039073" y="5611130"/>
                </a:lnTo>
                <a:lnTo>
                  <a:pt x="1039073" y="5403247"/>
                </a:lnTo>
                <a:lnTo>
                  <a:pt x="831275" y="5403247"/>
                </a:lnTo>
                <a:close/>
                <a:moveTo>
                  <a:pt x="1039073" y="5403247"/>
                </a:moveTo>
                <a:lnTo>
                  <a:pt x="1039073" y="5611130"/>
                </a:lnTo>
                <a:lnTo>
                  <a:pt x="1246870" y="5611130"/>
                </a:lnTo>
                <a:lnTo>
                  <a:pt x="1246870" y="5403247"/>
                </a:lnTo>
                <a:lnTo>
                  <a:pt x="1039073" y="5403247"/>
                </a:lnTo>
                <a:close/>
                <a:moveTo>
                  <a:pt x="1246870" y="5403247"/>
                </a:moveTo>
                <a:lnTo>
                  <a:pt x="1246870" y="5611130"/>
                </a:lnTo>
                <a:lnTo>
                  <a:pt x="1454753" y="5611130"/>
                </a:lnTo>
                <a:lnTo>
                  <a:pt x="1454753" y="5403247"/>
                </a:lnTo>
                <a:lnTo>
                  <a:pt x="1246870" y="5403247"/>
                </a:lnTo>
                <a:close/>
                <a:moveTo>
                  <a:pt x="1662551" y="5403247"/>
                </a:moveTo>
                <a:lnTo>
                  <a:pt x="1662551" y="5611130"/>
                </a:lnTo>
                <a:lnTo>
                  <a:pt x="1870348" y="5611130"/>
                </a:lnTo>
                <a:lnTo>
                  <a:pt x="1870348" y="5403247"/>
                </a:lnTo>
                <a:lnTo>
                  <a:pt x="1662551" y="5403247"/>
                </a:lnTo>
                <a:close/>
                <a:moveTo>
                  <a:pt x="1870348" y="5403247"/>
                </a:moveTo>
                <a:lnTo>
                  <a:pt x="1870348" y="5611130"/>
                </a:lnTo>
                <a:lnTo>
                  <a:pt x="2078145" y="5611130"/>
                </a:lnTo>
                <a:lnTo>
                  <a:pt x="2078145" y="5403247"/>
                </a:lnTo>
                <a:lnTo>
                  <a:pt x="1870348" y="5403247"/>
                </a:lnTo>
                <a:close/>
                <a:moveTo>
                  <a:pt x="2078145" y="5403247"/>
                </a:moveTo>
                <a:lnTo>
                  <a:pt x="2078145" y="5611130"/>
                </a:lnTo>
                <a:lnTo>
                  <a:pt x="2286029" y="5611130"/>
                </a:lnTo>
                <a:lnTo>
                  <a:pt x="2286029" y="5403247"/>
                </a:lnTo>
                <a:lnTo>
                  <a:pt x="2078145" y="5403247"/>
                </a:lnTo>
                <a:close/>
                <a:moveTo>
                  <a:pt x="2286029" y="5403247"/>
                </a:moveTo>
                <a:lnTo>
                  <a:pt x="2286029" y="5611130"/>
                </a:lnTo>
                <a:lnTo>
                  <a:pt x="2493826" y="5611130"/>
                </a:lnTo>
                <a:lnTo>
                  <a:pt x="2493826" y="5403247"/>
                </a:lnTo>
                <a:lnTo>
                  <a:pt x="2286029" y="5403247"/>
                </a:lnTo>
                <a:close/>
                <a:moveTo>
                  <a:pt x="2909421" y="5403247"/>
                </a:moveTo>
                <a:lnTo>
                  <a:pt x="2909421" y="5611130"/>
                </a:lnTo>
                <a:lnTo>
                  <a:pt x="3117304" y="5611130"/>
                </a:lnTo>
                <a:lnTo>
                  <a:pt x="3117304" y="5403247"/>
                </a:lnTo>
                <a:lnTo>
                  <a:pt x="2909421" y="5403247"/>
                </a:lnTo>
                <a:close/>
                <a:moveTo>
                  <a:pt x="3117304" y="5403247"/>
                </a:moveTo>
                <a:lnTo>
                  <a:pt x="3117304" y="5611130"/>
                </a:lnTo>
                <a:lnTo>
                  <a:pt x="3325101" y="5611130"/>
                </a:lnTo>
                <a:lnTo>
                  <a:pt x="3325101" y="5403247"/>
                </a:lnTo>
                <a:lnTo>
                  <a:pt x="3117304" y="5403247"/>
                </a:lnTo>
                <a:close/>
                <a:moveTo>
                  <a:pt x="3325101" y="5403247"/>
                </a:moveTo>
                <a:lnTo>
                  <a:pt x="3325101" y="5611130"/>
                </a:lnTo>
                <a:lnTo>
                  <a:pt x="3532899" y="5611130"/>
                </a:lnTo>
                <a:lnTo>
                  <a:pt x="3532899" y="5403247"/>
                </a:lnTo>
                <a:lnTo>
                  <a:pt x="3325101" y="5403247"/>
                </a:lnTo>
                <a:close/>
                <a:moveTo>
                  <a:pt x="3532899" y="5403247"/>
                </a:moveTo>
                <a:lnTo>
                  <a:pt x="3532899" y="5611130"/>
                </a:lnTo>
                <a:lnTo>
                  <a:pt x="3740696" y="5611130"/>
                </a:lnTo>
                <a:lnTo>
                  <a:pt x="3740696" y="5403247"/>
                </a:lnTo>
                <a:lnTo>
                  <a:pt x="3532899" y="5403247"/>
                </a:lnTo>
                <a:close/>
                <a:moveTo>
                  <a:pt x="4364174" y="5403247"/>
                </a:moveTo>
                <a:lnTo>
                  <a:pt x="4364174" y="5611130"/>
                </a:lnTo>
                <a:lnTo>
                  <a:pt x="4571972" y="5611130"/>
                </a:lnTo>
                <a:lnTo>
                  <a:pt x="4571972" y="5403247"/>
                </a:lnTo>
                <a:lnTo>
                  <a:pt x="4364174" y="5403247"/>
                </a:lnTo>
                <a:close/>
                <a:moveTo>
                  <a:pt x="4571972" y="5403247"/>
                </a:moveTo>
                <a:lnTo>
                  <a:pt x="4571972" y="5611130"/>
                </a:lnTo>
                <a:lnTo>
                  <a:pt x="4779855" y="5611130"/>
                </a:lnTo>
                <a:lnTo>
                  <a:pt x="4779855" y="5403247"/>
                </a:lnTo>
                <a:lnTo>
                  <a:pt x="4571972" y="5403247"/>
                </a:lnTo>
                <a:close/>
                <a:moveTo>
                  <a:pt x="4779855" y="5403247"/>
                </a:moveTo>
                <a:lnTo>
                  <a:pt x="4779855" y="5611130"/>
                </a:lnTo>
                <a:lnTo>
                  <a:pt x="4987652" y="5611130"/>
                </a:lnTo>
                <a:lnTo>
                  <a:pt x="4987652" y="5403247"/>
                </a:lnTo>
                <a:lnTo>
                  <a:pt x="4779855" y="5403247"/>
                </a:lnTo>
                <a:close/>
                <a:moveTo>
                  <a:pt x="4987652" y="5403247"/>
                </a:moveTo>
                <a:lnTo>
                  <a:pt x="4987652" y="5611130"/>
                </a:lnTo>
                <a:lnTo>
                  <a:pt x="5195450" y="5611130"/>
                </a:lnTo>
                <a:lnTo>
                  <a:pt x="5195450" y="5403247"/>
                </a:lnTo>
                <a:lnTo>
                  <a:pt x="4987652" y="5403247"/>
                </a:lnTo>
                <a:close/>
                <a:moveTo>
                  <a:pt x="5403247" y="5403247"/>
                </a:moveTo>
                <a:lnTo>
                  <a:pt x="5403247" y="5611130"/>
                </a:lnTo>
                <a:lnTo>
                  <a:pt x="5611130" y="5611130"/>
                </a:lnTo>
                <a:lnTo>
                  <a:pt x="5611130" y="5403247"/>
                </a:lnTo>
                <a:lnTo>
                  <a:pt x="5403247" y="5403247"/>
                </a:lnTo>
                <a:close/>
                <a:moveTo>
                  <a:pt x="5818927" y="5403247"/>
                </a:moveTo>
                <a:lnTo>
                  <a:pt x="5818927" y="5611130"/>
                </a:lnTo>
                <a:lnTo>
                  <a:pt x="6026725" y="5611130"/>
                </a:lnTo>
                <a:lnTo>
                  <a:pt x="6026725" y="5403247"/>
                </a:lnTo>
                <a:lnTo>
                  <a:pt x="5818927" y="5403247"/>
                </a:lnTo>
                <a:close/>
                <a:moveTo>
                  <a:pt x="6234522" y="5403247"/>
                </a:moveTo>
                <a:lnTo>
                  <a:pt x="6234522" y="5611130"/>
                </a:lnTo>
                <a:lnTo>
                  <a:pt x="6442406" y="5611130"/>
                </a:lnTo>
                <a:lnTo>
                  <a:pt x="6442406" y="5403247"/>
                </a:lnTo>
                <a:lnTo>
                  <a:pt x="6234522" y="5403247"/>
                </a:lnTo>
                <a:close/>
                <a:moveTo>
                  <a:pt x="6442406" y="5403247"/>
                </a:moveTo>
                <a:lnTo>
                  <a:pt x="6442406" y="5611130"/>
                </a:lnTo>
                <a:lnTo>
                  <a:pt x="6650203" y="5611130"/>
                </a:lnTo>
                <a:lnTo>
                  <a:pt x="6650203" y="5403247"/>
                </a:lnTo>
                <a:lnTo>
                  <a:pt x="6442406" y="5403247"/>
                </a:lnTo>
                <a:close/>
                <a:moveTo>
                  <a:pt x="0" y="5611130"/>
                </a:moveTo>
                <a:lnTo>
                  <a:pt x="0" y="5818927"/>
                </a:lnTo>
                <a:lnTo>
                  <a:pt x="207797" y="5818927"/>
                </a:lnTo>
                <a:lnTo>
                  <a:pt x="207797" y="5611130"/>
                </a:lnTo>
                <a:lnTo>
                  <a:pt x="0" y="5611130"/>
                </a:lnTo>
                <a:close/>
                <a:moveTo>
                  <a:pt x="1246870" y="5611130"/>
                </a:moveTo>
                <a:lnTo>
                  <a:pt x="1246870" y="5818927"/>
                </a:lnTo>
                <a:lnTo>
                  <a:pt x="1454753" y="5818927"/>
                </a:lnTo>
                <a:lnTo>
                  <a:pt x="1454753" y="5611130"/>
                </a:lnTo>
                <a:lnTo>
                  <a:pt x="1246870" y="5611130"/>
                </a:lnTo>
                <a:close/>
                <a:moveTo>
                  <a:pt x="1870348" y="5611130"/>
                </a:moveTo>
                <a:lnTo>
                  <a:pt x="1870348" y="5818927"/>
                </a:lnTo>
                <a:lnTo>
                  <a:pt x="2078145" y="5818927"/>
                </a:lnTo>
                <a:lnTo>
                  <a:pt x="2078145" y="5611130"/>
                </a:lnTo>
                <a:lnTo>
                  <a:pt x="1870348" y="5611130"/>
                </a:lnTo>
                <a:close/>
                <a:moveTo>
                  <a:pt x="2078145" y="5611130"/>
                </a:moveTo>
                <a:lnTo>
                  <a:pt x="2078145" y="5818927"/>
                </a:lnTo>
                <a:lnTo>
                  <a:pt x="2286029" y="5818927"/>
                </a:lnTo>
                <a:lnTo>
                  <a:pt x="2286029" y="5611130"/>
                </a:lnTo>
                <a:lnTo>
                  <a:pt x="2078145" y="5611130"/>
                </a:lnTo>
                <a:close/>
                <a:moveTo>
                  <a:pt x="2286029" y="5611130"/>
                </a:moveTo>
                <a:lnTo>
                  <a:pt x="2286029" y="5818927"/>
                </a:lnTo>
                <a:lnTo>
                  <a:pt x="2493826" y="5818927"/>
                </a:lnTo>
                <a:lnTo>
                  <a:pt x="2493826" y="5611130"/>
                </a:lnTo>
                <a:lnTo>
                  <a:pt x="2286029" y="5611130"/>
                </a:lnTo>
                <a:close/>
                <a:moveTo>
                  <a:pt x="2701623" y="5611130"/>
                </a:moveTo>
                <a:lnTo>
                  <a:pt x="2701623" y="5818927"/>
                </a:lnTo>
                <a:lnTo>
                  <a:pt x="2909421" y="5818927"/>
                </a:lnTo>
                <a:lnTo>
                  <a:pt x="2909421" y="5611130"/>
                </a:lnTo>
                <a:lnTo>
                  <a:pt x="2701623" y="5611130"/>
                </a:lnTo>
                <a:close/>
                <a:moveTo>
                  <a:pt x="2909421" y="5611130"/>
                </a:moveTo>
                <a:lnTo>
                  <a:pt x="2909421" y="5818927"/>
                </a:lnTo>
                <a:lnTo>
                  <a:pt x="3117304" y="5818927"/>
                </a:lnTo>
                <a:lnTo>
                  <a:pt x="3117304" y="5611130"/>
                </a:lnTo>
                <a:lnTo>
                  <a:pt x="2909421" y="5611130"/>
                </a:lnTo>
                <a:close/>
                <a:moveTo>
                  <a:pt x="3740696" y="5611130"/>
                </a:moveTo>
                <a:lnTo>
                  <a:pt x="3740696" y="5818927"/>
                </a:lnTo>
                <a:lnTo>
                  <a:pt x="3948579" y="5818927"/>
                </a:lnTo>
                <a:lnTo>
                  <a:pt x="3948579" y="5611130"/>
                </a:lnTo>
                <a:lnTo>
                  <a:pt x="3740696" y="5611130"/>
                </a:lnTo>
                <a:close/>
                <a:moveTo>
                  <a:pt x="4156377" y="5611130"/>
                </a:moveTo>
                <a:lnTo>
                  <a:pt x="4156377" y="5818927"/>
                </a:lnTo>
                <a:lnTo>
                  <a:pt x="4364174" y="5818927"/>
                </a:lnTo>
                <a:lnTo>
                  <a:pt x="4364174" y="5611130"/>
                </a:lnTo>
                <a:lnTo>
                  <a:pt x="4156377" y="5611130"/>
                </a:lnTo>
                <a:close/>
                <a:moveTo>
                  <a:pt x="4987652" y="5611130"/>
                </a:moveTo>
                <a:lnTo>
                  <a:pt x="4987652" y="5818927"/>
                </a:lnTo>
                <a:lnTo>
                  <a:pt x="5195450" y="5818927"/>
                </a:lnTo>
                <a:lnTo>
                  <a:pt x="5195450" y="5611130"/>
                </a:lnTo>
                <a:lnTo>
                  <a:pt x="4987652" y="5611130"/>
                </a:lnTo>
                <a:close/>
                <a:moveTo>
                  <a:pt x="5818927" y="5611130"/>
                </a:moveTo>
                <a:lnTo>
                  <a:pt x="5818927" y="5818927"/>
                </a:lnTo>
                <a:lnTo>
                  <a:pt x="6026725" y="5818927"/>
                </a:lnTo>
                <a:lnTo>
                  <a:pt x="6026725" y="5611130"/>
                </a:lnTo>
                <a:lnTo>
                  <a:pt x="5818927" y="5611130"/>
                </a:lnTo>
                <a:close/>
                <a:moveTo>
                  <a:pt x="6026725" y="5611130"/>
                </a:moveTo>
                <a:lnTo>
                  <a:pt x="6026725" y="5818927"/>
                </a:lnTo>
                <a:lnTo>
                  <a:pt x="6234522" y="5818927"/>
                </a:lnTo>
                <a:lnTo>
                  <a:pt x="6234522" y="5611130"/>
                </a:lnTo>
                <a:lnTo>
                  <a:pt x="6026725" y="5611130"/>
                </a:lnTo>
                <a:close/>
                <a:moveTo>
                  <a:pt x="6234522" y="5611130"/>
                </a:moveTo>
                <a:lnTo>
                  <a:pt x="6234522" y="5818927"/>
                </a:lnTo>
                <a:lnTo>
                  <a:pt x="6442406" y="5818927"/>
                </a:lnTo>
                <a:lnTo>
                  <a:pt x="6442406" y="5611130"/>
                </a:lnTo>
                <a:lnTo>
                  <a:pt x="6234522" y="5611130"/>
                </a:lnTo>
                <a:close/>
                <a:moveTo>
                  <a:pt x="6442406" y="5611130"/>
                </a:moveTo>
                <a:lnTo>
                  <a:pt x="6442406" y="5818927"/>
                </a:lnTo>
                <a:lnTo>
                  <a:pt x="6650203" y="5818927"/>
                </a:lnTo>
                <a:lnTo>
                  <a:pt x="6650203" y="5611130"/>
                </a:lnTo>
                <a:lnTo>
                  <a:pt x="6442406" y="5611130"/>
                </a:lnTo>
                <a:close/>
                <a:moveTo>
                  <a:pt x="0" y="5818927"/>
                </a:moveTo>
                <a:lnTo>
                  <a:pt x="0" y="6026725"/>
                </a:lnTo>
                <a:lnTo>
                  <a:pt x="207797" y="6026725"/>
                </a:lnTo>
                <a:lnTo>
                  <a:pt x="207797" y="5818927"/>
                </a:lnTo>
                <a:lnTo>
                  <a:pt x="0" y="5818927"/>
                </a:lnTo>
                <a:close/>
                <a:moveTo>
                  <a:pt x="415595" y="5818927"/>
                </a:moveTo>
                <a:lnTo>
                  <a:pt x="415595" y="6026725"/>
                </a:lnTo>
                <a:lnTo>
                  <a:pt x="623478" y="6026725"/>
                </a:lnTo>
                <a:lnTo>
                  <a:pt x="623478" y="5818927"/>
                </a:lnTo>
                <a:lnTo>
                  <a:pt x="415595" y="5818927"/>
                </a:lnTo>
                <a:close/>
                <a:moveTo>
                  <a:pt x="623478" y="5818927"/>
                </a:moveTo>
                <a:lnTo>
                  <a:pt x="623478" y="6026725"/>
                </a:lnTo>
                <a:lnTo>
                  <a:pt x="831275" y="6026725"/>
                </a:lnTo>
                <a:lnTo>
                  <a:pt x="831275" y="5818927"/>
                </a:lnTo>
                <a:lnTo>
                  <a:pt x="623478" y="5818927"/>
                </a:lnTo>
                <a:close/>
                <a:moveTo>
                  <a:pt x="831275" y="5818927"/>
                </a:moveTo>
                <a:lnTo>
                  <a:pt x="831275" y="6026725"/>
                </a:lnTo>
                <a:lnTo>
                  <a:pt x="1039073" y="6026725"/>
                </a:lnTo>
                <a:lnTo>
                  <a:pt x="1039073" y="5818927"/>
                </a:lnTo>
                <a:lnTo>
                  <a:pt x="831275" y="5818927"/>
                </a:lnTo>
                <a:close/>
                <a:moveTo>
                  <a:pt x="1246870" y="5818927"/>
                </a:moveTo>
                <a:lnTo>
                  <a:pt x="1246870" y="6026725"/>
                </a:lnTo>
                <a:lnTo>
                  <a:pt x="1454753" y="6026725"/>
                </a:lnTo>
                <a:lnTo>
                  <a:pt x="1454753" y="5818927"/>
                </a:lnTo>
                <a:lnTo>
                  <a:pt x="1246870" y="5818927"/>
                </a:lnTo>
                <a:close/>
                <a:moveTo>
                  <a:pt x="2078145" y="5818927"/>
                </a:moveTo>
                <a:lnTo>
                  <a:pt x="2078145" y="6026725"/>
                </a:lnTo>
                <a:lnTo>
                  <a:pt x="2286029" y="6026725"/>
                </a:lnTo>
                <a:lnTo>
                  <a:pt x="2286029" y="5818927"/>
                </a:lnTo>
                <a:lnTo>
                  <a:pt x="2078145" y="5818927"/>
                </a:lnTo>
                <a:close/>
                <a:moveTo>
                  <a:pt x="2493826" y="5818927"/>
                </a:moveTo>
                <a:lnTo>
                  <a:pt x="2493826" y="6026725"/>
                </a:lnTo>
                <a:lnTo>
                  <a:pt x="2701623" y="6026725"/>
                </a:lnTo>
                <a:lnTo>
                  <a:pt x="2701623" y="5818927"/>
                </a:lnTo>
                <a:lnTo>
                  <a:pt x="2493826" y="5818927"/>
                </a:lnTo>
                <a:close/>
                <a:moveTo>
                  <a:pt x="2909421" y="5818927"/>
                </a:moveTo>
                <a:lnTo>
                  <a:pt x="2909421" y="6026725"/>
                </a:lnTo>
                <a:lnTo>
                  <a:pt x="3117304" y="6026725"/>
                </a:lnTo>
                <a:lnTo>
                  <a:pt x="3117304" y="5818927"/>
                </a:lnTo>
                <a:lnTo>
                  <a:pt x="2909421" y="5818927"/>
                </a:lnTo>
                <a:close/>
                <a:moveTo>
                  <a:pt x="3325101" y="5818927"/>
                </a:moveTo>
                <a:lnTo>
                  <a:pt x="3325101" y="6026725"/>
                </a:lnTo>
                <a:lnTo>
                  <a:pt x="3532899" y="6026725"/>
                </a:lnTo>
                <a:lnTo>
                  <a:pt x="3532899" y="5818927"/>
                </a:lnTo>
                <a:lnTo>
                  <a:pt x="3325101" y="5818927"/>
                </a:lnTo>
                <a:close/>
                <a:moveTo>
                  <a:pt x="3532899" y="5818927"/>
                </a:moveTo>
                <a:lnTo>
                  <a:pt x="3532899" y="6026725"/>
                </a:lnTo>
                <a:lnTo>
                  <a:pt x="3740696" y="6026725"/>
                </a:lnTo>
                <a:lnTo>
                  <a:pt x="3740696" y="5818927"/>
                </a:lnTo>
                <a:lnTo>
                  <a:pt x="3532899" y="5818927"/>
                </a:lnTo>
                <a:close/>
                <a:moveTo>
                  <a:pt x="3740696" y="5818927"/>
                </a:moveTo>
                <a:lnTo>
                  <a:pt x="3740696" y="6026725"/>
                </a:lnTo>
                <a:lnTo>
                  <a:pt x="3948579" y="6026725"/>
                </a:lnTo>
                <a:lnTo>
                  <a:pt x="3948579" y="5818927"/>
                </a:lnTo>
                <a:lnTo>
                  <a:pt x="3740696" y="5818927"/>
                </a:lnTo>
                <a:close/>
                <a:moveTo>
                  <a:pt x="3948579" y="5818927"/>
                </a:moveTo>
                <a:lnTo>
                  <a:pt x="3948579" y="6026725"/>
                </a:lnTo>
                <a:lnTo>
                  <a:pt x="4156377" y="6026725"/>
                </a:lnTo>
                <a:lnTo>
                  <a:pt x="4156377" y="5818927"/>
                </a:lnTo>
                <a:lnTo>
                  <a:pt x="3948579" y="5818927"/>
                </a:lnTo>
                <a:close/>
                <a:moveTo>
                  <a:pt x="4571972" y="5818927"/>
                </a:moveTo>
                <a:lnTo>
                  <a:pt x="4571972" y="6026725"/>
                </a:lnTo>
                <a:lnTo>
                  <a:pt x="4779855" y="6026725"/>
                </a:lnTo>
                <a:lnTo>
                  <a:pt x="4779855" y="5818927"/>
                </a:lnTo>
                <a:lnTo>
                  <a:pt x="4571972" y="5818927"/>
                </a:lnTo>
                <a:close/>
                <a:moveTo>
                  <a:pt x="4779855" y="5818927"/>
                </a:moveTo>
                <a:lnTo>
                  <a:pt x="4779855" y="6026725"/>
                </a:lnTo>
                <a:lnTo>
                  <a:pt x="4987652" y="6026725"/>
                </a:lnTo>
                <a:lnTo>
                  <a:pt x="4987652" y="5818927"/>
                </a:lnTo>
                <a:lnTo>
                  <a:pt x="4779855" y="5818927"/>
                </a:lnTo>
                <a:close/>
                <a:moveTo>
                  <a:pt x="4987652" y="5818927"/>
                </a:moveTo>
                <a:lnTo>
                  <a:pt x="4987652" y="6026725"/>
                </a:lnTo>
                <a:lnTo>
                  <a:pt x="5195450" y="6026725"/>
                </a:lnTo>
                <a:lnTo>
                  <a:pt x="5195450" y="5818927"/>
                </a:lnTo>
                <a:lnTo>
                  <a:pt x="4987652" y="5818927"/>
                </a:lnTo>
                <a:close/>
                <a:moveTo>
                  <a:pt x="5195450" y="5818927"/>
                </a:moveTo>
                <a:lnTo>
                  <a:pt x="5195450" y="6026725"/>
                </a:lnTo>
                <a:lnTo>
                  <a:pt x="5403247" y="6026725"/>
                </a:lnTo>
                <a:lnTo>
                  <a:pt x="5403247" y="5818927"/>
                </a:lnTo>
                <a:lnTo>
                  <a:pt x="5195450" y="5818927"/>
                </a:lnTo>
                <a:close/>
                <a:moveTo>
                  <a:pt x="5403247" y="5818927"/>
                </a:moveTo>
                <a:lnTo>
                  <a:pt x="5403247" y="6026725"/>
                </a:lnTo>
                <a:lnTo>
                  <a:pt x="5611130" y="6026725"/>
                </a:lnTo>
                <a:lnTo>
                  <a:pt x="5611130" y="5818927"/>
                </a:lnTo>
                <a:lnTo>
                  <a:pt x="5403247" y="5818927"/>
                </a:lnTo>
                <a:close/>
                <a:moveTo>
                  <a:pt x="5611130" y="5818927"/>
                </a:moveTo>
                <a:lnTo>
                  <a:pt x="5611130" y="6026725"/>
                </a:lnTo>
                <a:lnTo>
                  <a:pt x="5818927" y="6026725"/>
                </a:lnTo>
                <a:lnTo>
                  <a:pt x="5818927" y="5818927"/>
                </a:lnTo>
                <a:lnTo>
                  <a:pt x="5611130" y="5818927"/>
                </a:lnTo>
                <a:close/>
                <a:moveTo>
                  <a:pt x="5818927" y="5818927"/>
                </a:moveTo>
                <a:lnTo>
                  <a:pt x="5818927" y="6026725"/>
                </a:lnTo>
                <a:lnTo>
                  <a:pt x="6026725" y="6026725"/>
                </a:lnTo>
                <a:lnTo>
                  <a:pt x="6026725" y="5818927"/>
                </a:lnTo>
                <a:lnTo>
                  <a:pt x="5818927" y="5818927"/>
                </a:lnTo>
                <a:close/>
                <a:moveTo>
                  <a:pt x="6442406" y="5818927"/>
                </a:moveTo>
                <a:lnTo>
                  <a:pt x="6442406" y="6026725"/>
                </a:lnTo>
                <a:lnTo>
                  <a:pt x="6650203" y="6026725"/>
                </a:lnTo>
                <a:lnTo>
                  <a:pt x="6650203" y="5818927"/>
                </a:lnTo>
                <a:lnTo>
                  <a:pt x="6442406" y="5818927"/>
                </a:lnTo>
                <a:close/>
                <a:moveTo>
                  <a:pt x="6650203" y="5818927"/>
                </a:moveTo>
                <a:lnTo>
                  <a:pt x="6650203" y="6026725"/>
                </a:lnTo>
                <a:lnTo>
                  <a:pt x="6858000" y="6026725"/>
                </a:lnTo>
                <a:lnTo>
                  <a:pt x="6858000" y="5818927"/>
                </a:lnTo>
                <a:lnTo>
                  <a:pt x="6650203" y="5818927"/>
                </a:lnTo>
                <a:close/>
                <a:moveTo>
                  <a:pt x="0" y="6026725"/>
                </a:moveTo>
                <a:lnTo>
                  <a:pt x="0" y="6234522"/>
                </a:lnTo>
                <a:lnTo>
                  <a:pt x="207797" y="6234522"/>
                </a:lnTo>
                <a:lnTo>
                  <a:pt x="207797" y="6026725"/>
                </a:lnTo>
                <a:lnTo>
                  <a:pt x="0" y="6026725"/>
                </a:lnTo>
                <a:close/>
                <a:moveTo>
                  <a:pt x="415595" y="6026725"/>
                </a:moveTo>
                <a:lnTo>
                  <a:pt x="415595" y="6234522"/>
                </a:lnTo>
                <a:lnTo>
                  <a:pt x="623478" y="6234522"/>
                </a:lnTo>
                <a:lnTo>
                  <a:pt x="623478" y="6026725"/>
                </a:lnTo>
                <a:lnTo>
                  <a:pt x="415595" y="6026725"/>
                </a:lnTo>
                <a:close/>
                <a:moveTo>
                  <a:pt x="623478" y="6026725"/>
                </a:moveTo>
                <a:lnTo>
                  <a:pt x="623478" y="6234522"/>
                </a:lnTo>
                <a:lnTo>
                  <a:pt x="831275" y="6234522"/>
                </a:lnTo>
                <a:lnTo>
                  <a:pt x="831275" y="6026725"/>
                </a:lnTo>
                <a:lnTo>
                  <a:pt x="623478" y="6026725"/>
                </a:lnTo>
                <a:close/>
                <a:moveTo>
                  <a:pt x="831275" y="6026725"/>
                </a:moveTo>
                <a:lnTo>
                  <a:pt x="831275" y="6234522"/>
                </a:lnTo>
                <a:lnTo>
                  <a:pt x="1039073" y="6234522"/>
                </a:lnTo>
                <a:lnTo>
                  <a:pt x="1039073" y="6026725"/>
                </a:lnTo>
                <a:lnTo>
                  <a:pt x="831275" y="6026725"/>
                </a:lnTo>
                <a:close/>
                <a:moveTo>
                  <a:pt x="1246870" y="6026725"/>
                </a:moveTo>
                <a:lnTo>
                  <a:pt x="1246870" y="6234522"/>
                </a:lnTo>
                <a:lnTo>
                  <a:pt x="1454753" y="6234522"/>
                </a:lnTo>
                <a:lnTo>
                  <a:pt x="1454753" y="6026725"/>
                </a:lnTo>
                <a:lnTo>
                  <a:pt x="1246870" y="6026725"/>
                </a:lnTo>
                <a:close/>
                <a:moveTo>
                  <a:pt x="1662551" y="6026725"/>
                </a:moveTo>
                <a:lnTo>
                  <a:pt x="1662551" y="6234522"/>
                </a:lnTo>
                <a:lnTo>
                  <a:pt x="1870348" y="6234522"/>
                </a:lnTo>
                <a:lnTo>
                  <a:pt x="1870348" y="6026725"/>
                </a:lnTo>
                <a:lnTo>
                  <a:pt x="1662551" y="6026725"/>
                </a:lnTo>
                <a:close/>
                <a:moveTo>
                  <a:pt x="1870348" y="6026725"/>
                </a:moveTo>
                <a:lnTo>
                  <a:pt x="1870348" y="6234522"/>
                </a:lnTo>
                <a:lnTo>
                  <a:pt x="2078145" y="6234522"/>
                </a:lnTo>
                <a:lnTo>
                  <a:pt x="2078145" y="6026725"/>
                </a:lnTo>
                <a:lnTo>
                  <a:pt x="1870348" y="6026725"/>
                </a:lnTo>
                <a:close/>
                <a:moveTo>
                  <a:pt x="2078145" y="6026725"/>
                </a:moveTo>
                <a:lnTo>
                  <a:pt x="2078145" y="6234522"/>
                </a:lnTo>
                <a:lnTo>
                  <a:pt x="2286029" y="6234522"/>
                </a:lnTo>
                <a:lnTo>
                  <a:pt x="2286029" y="6026725"/>
                </a:lnTo>
                <a:lnTo>
                  <a:pt x="2078145" y="6026725"/>
                </a:lnTo>
                <a:close/>
                <a:moveTo>
                  <a:pt x="2286029" y="6026725"/>
                </a:moveTo>
                <a:lnTo>
                  <a:pt x="2286029" y="6234522"/>
                </a:lnTo>
                <a:lnTo>
                  <a:pt x="2493826" y="6234522"/>
                </a:lnTo>
                <a:lnTo>
                  <a:pt x="2493826" y="6026725"/>
                </a:lnTo>
                <a:lnTo>
                  <a:pt x="2286029" y="6026725"/>
                </a:lnTo>
                <a:close/>
                <a:moveTo>
                  <a:pt x="2493826" y="6026725"/>
                </a:moveTo>
                <a:lnTo>
                  <a:pt x="2493826" y="6234522"/>
                </a:lnTo>
                <a:lnTo>
                  <a:pt x="2701623" y="6234522"/>
                </a:lnTo>
                <a:lnTo>
                  <a:pt x="2701623" y="6026725"/>
                </a:lnTo>
                <a:lnTo>
                  <a:pt x="2493826" y="6026725"/>
                </a:lnTo>
                <a:close/>
                <a:moveTo>
                  <a:pt x="2701623" y="6026725"/>
                </a:moveTo>
                <a:lnTo>
                  <a:pt x="2701623" y="6234522"/>
                </a:lnTo>
                <a:lnTo>
                  <a:pt x="2909421" y="6234522"/>
                </a:lnTo>
                <a:lnTo>
                  <a:pt x="2909421" y="6026725"/>
                </a:lnTo>
                <a:lnTo>
                  <a:pt x="2701623" y="6026725"/>
                </a:lnTo>
                <a:close/>
                <a:moveTo>
                  <a:pt x="2909421" y="6026725"/>
                </a:moveTo>
                <a:lnTo>
                  <a:pt x="2909421" y="6234522"/>
                </a:lnTo>
                <a:lnTo>
                  <a:pt x="3117304" y="6234522"/>
                </a:lnTo>
                <a:lnTo>
                  <a:pt x="3117304" y="6026725"/>
                </a:lnTo>
                <a:lnTo>
                  <a:pt x="2909421" y="6026725"/>
                </a:lnTo>
                <a:close/>
                <a:moveTo>
                  <a:pt x="3117304" y="6026725"/>
                </a:moveTo>
                <a:lnTo>
                  <a:pt x="3117304" y="6234522"/>
                </a:lnTo>
                <a:lnTo>
                  <a:pt x="3325101" y="6234522"/>
                </a:lnTo>
                <a:lnTo>
                  <a:pt x="3325101" y="6026725"/>
                </a:lnTo>
                <a:lnTo>
                  <a:pt x="3117304" y="6026725"/>
                </a:lnTo>
                <a:close/>
                <a:moveTo>
                  <a:pt x="3325101" y="6026725"/>
                </a:moveTo>
                <a:lnTo>
                  <a:pt x="3325101" y="6234522"/>
                </a:lnTo>
                <a:lnTo>
                  <a:pt x="3532899" y="6234522"/>
                </a:lnTo>
                <a:lnTo>
                  <a:pt x="3532899" y="6026725"/>
                </a:lnTo>
                <a:lnTo>
                  <a:pt x="3325101" y="6026725"/>
                </a:lnTo>
                <a:close/>
                <a:moveTo>
                  <a:pt x="3532899" y="6026725"/>
                </a:moveTo>
                <a:lnTo>
                  <a:pt x="3532899" y="6234522"/>
                </a:lnTo>
                <a:lnTo>
                  <a:pt x="3740696" y="6234522"/>
                </a:lnTo>
                <a:lnTo>
                  <a:pt x="3740696" y="6026725"/>
                </a:lnTo>
                <a:lnTo>
                  <a:pt x="3532899" y="6026725"/>
                </a:lnTo>
                <a:close/>
                <a:moveTo>
                  <a:pt x="4156377" y="6026725"/>
                </a:moveTo>
                <a:lnTo>
                  <a:pt x="4156377" y="6234522"/>
                </a:lnTo>
                <a:lnTo>
                  <a:pt x="4364174" y="6234522"/>
                </a:lnTo>
                <a:lnTo>
                  <a:pt x="4364174" y="6026725"/>
                </a:lnTo>
                <a:lnTo>
                  <a:pt x="4156377" y="6026725"/>
                </a:lnTo>
                <a:close/>
                <a:moveTo>
                  <a:pt x="4571972" y="6026725"/>
                </a:moveTo>
                <a:lnTo>
                  <a:pt x="4571972" y="6234522"/>
                </a:lnTo>
                <a:lnTo>
                  <a:pt x="4779855" y="6234522"/>
                </a:lnTo>
                <a:lnTo>
                  <a:pt x="4779855" y="6026725"/>
                </a:lnTo>
                <a:lnTo>
                  <a:pt x="4571972" y="6026725"/>
                </a:lnTo>
                <a:close/>
                <a:moveTo>
                  <a:pt x="4779855" y="6026725"/>
                </a:moveTo>
                <a:lnTo>
                  <a:pt x="4779855" y="6234522"/>
                </a:lnTo>
                <a:lnTo>
                  <a:pt x="4987652" y="6234522"/>
                </a:lnTo>
                <a:lnTo>
                  <a:pt x="4987652" y="6026725"/>
                </a:lnTo>
                <a:lnTo>
                  <a:pt x="4779855" y="6026725"/>
                </a:lnTo>
                <a:close/>
                <a:moveTo>
                  <a:pt x="5195450" y="6026725"/>
                </a:moveTo>
                <a:lnTo>
                  <a:pt x="5195450" y="6234522"/>
                </a:lnTo>
                <a:lnTo>
                  <a:pt x="5403247" y="6234522"/>
                </a:lnTo>
                <a:lnTo>
                  <a:pt x="5403247" y="6026725"/>
                </a:lnTo>
                <a:lnTo>
                  <a:pt x="5195450" y="6026725"/>
                </a:lnTo>
                <a:close/>
                <a:moveTo>
                  <a:pt x="5611130" y="6026725"/>
                </a:moveTo>
                <a:lnTo>
                  <a:pt x="5611130" y="6234522"/>
                </a:lnTo>
                <a:lnTo>
                  <a:pt x="5818927" y="6234522"/>
                </a:lnTo>
                <a:lnTo>
                  <a:pt x="5818927" y="6026725"/>
                </a:lnTo>
                <a:lnTo>
                  <a:pt x="5611130" y="6026725"/>
                </a:lnTo>
                <a:close/>
                <a:moveTo>
                  <a:pt x="6650203" y="6026725"/>
                </a:moveTo>
                <a:lnTo>
                  <a:pt x="6650203" y="6234522"/>
                </a:lnTo>
                <a:lnTo>
                  <a:pt x="6858000" y="6234522"/>
                </a:lnTo>
                <a:lnTo>
                  <a:pt x="6858000" y="6026725"/>
                </a:lnTo>
                <a:lnTo>
                  <a:pt x="6650203" y="6026725"/>
                </a:lnTo>
                <a:close/>
                <a:moveTo>
                  <a:pt x="0" y="6234522"/>
                </a:moveTo>
                <a:lnTo>
                  <a:pt x="0" y="6442406"/>
                </a:lnTo>
                <a:lnTo>
                  <a:pt x="207797" y="6442406"/>
                </a:lnTo>
                <a:lnTo>
                  <a:pt x="207797" y="6234522"/>
                </a:lnTo>
                <a:lnTo>
                  <a:pt x="0" y="6234522"/>
                </a:lnTo>
                <a:close/>
                <a:moveTo>
                  <a:pt x="415595" y="6234522"/>
                </a:moveTo>
                <a:lnTo>
                  <a:pt x="415595" y="6442406"/>
                </a:lnTo>
                <a:lnTo>
                  <a:pt x="623478" y="6442406"/>
                </a:lnTo>
                <a:lnTo>
                  <a:pt x="623478" y="6234522"/>
                </a:lnTo>
                <a:lnTo>
                  <a:pt x="415595" y="6234522"/>
                </a:lnTo>
                <a:close/>
                <a:moveTo>
                  <a:pt x="623478" y="6234522"/>
                </a:moveTo>
                <a:lnTo>
                  <a:pt x="623478" y="6442406"/>
                </a:lnTo>
                <a:lnTo>
                  <a:pt x="831275" y="6442406"/>
                </a:lnTo>
                <a:lnTo>
                  <a:pt x="831275" y="6234522"/>
                </a:lnTo>
                <a:lnTo>
                  <a:pt x="623478" y="6234522"/>
                </a:lnTo>
                <a:close/>
                <a:moveTo>
                  <a:pt x="831275" y="6234522"/>
                </a:moveTo>
                <a:lnTo>
                  <a:pt x="831275" y="6442406"/>
                </a:lnTo>
                <a:lnTo>
                  <a:pt x="1039073" y="6442406"/>
                </a:lnTo>
                <a:lnTo>
                  <a:pt x="1039073" y="6234522"/>
                </a:lnTo>
                <a:lnTo>
                  <a:pt x="831275" y="6234522"/>
                </a:lnTo>
                <a:close/>
                <a:moveTo>
                  <a:pt x="1246870" y="6234522"/>
                </a:moveTo>
                <a:lnTo>
                  <a:pt x="1246870" y="6442406"/>
                </a:lnTo>
                <a:lnTo>
                  <a:pt x="1454753" y="6442406"/>
                </a:lnTo>
                <a:lnTo>
                  <a:pt x="1454753" y="6234522"/>
                </a:lnTo>
                <a:lnTo>
                  <a:pt x="1246870" y="6234522"/>
                </a:lnTo>
                <a:close/>
                <a:moveTo>
                  <a:pt x="1870348" y="6234522"/>
                </a:moveTo>
                <a:lnTo>
                  <a:pt x="1870348" y="6442406"/>
                </a:lnTo>
                <a:lnTo>
                  <a:pt x="2078145" y="6442406"/>
                </a:lnTo>
                <a:lnTo>
                  <a:pt x="2078145" y="6234522"/>
                </a:lnTo>
                <a:lnTo>
                  <a:pt x="1870348" y="6234522"/>
                </a:lnTo>
                <a:close/>
                <a:moveTo>
                  <a:pt x="2909421" y="6234522"/>
                </a:moveTo>
                <a:lnTo>
                  <a:pt x="2909421" y="6442406"/>
                </a:lnTo>
                <a:lnTo>
                  <a:pt x="3117304" y="6442406"/>
                </a:lnTo>
                <a:lnTo>
                  <a:pt x="3117304" y="6234522"/>
                </a:lnTo>
                <a:lnTo>
                  <a:pt x="2909421" y="6234522"/>
                </a:lnTo>
                <a:close/>
                <a:moveTo>
                  <a:pt x="3117304" y="6234522"/>
                </a:moveTo>
                <a:lnTo>
                  <a:pt x="3117304" y="6442406"/>
                </a:lnTo>
                <a:lnTo>
                  <a:pt x="3325101" y="6442406"/>
                </a:lnTo>
                <a:lnTo>
                  <a:pt x="3325101" y="6234522"/>
                </a:lnTo>
                <a:lnTo>
                  <a:pt x="3117304" y="6234522"/>
                </a:lnTo>
                <a:close/>
                <a:moveTo>
                  <a:pt x="3325101" y="6234522"/>
                </a:moveTo>
                <a:lnTo>
                  <a:pt x="3325101" y="6442406"/>
                </a:lnTo>
                <a:lnTo>
                  <a:pt x="3532899" y="6442406"/>
                </a:lnTo>
                <a:lnTo>
                  <a:pt x="3532899" y="6234522"/>
                </a:lnTo>
                <a:lnTo>
                  <a:pt x="3325101" y="6234522"/>
                </a:lnTo>
                <a:close/>
                <a:moveTo>
                  <a:pt x="3740696" y="6234522"/>
                </a:moveTo>
                <a:lnTo>
                  <a:pt x="3740696" y="6442406"/>
                </a:lnTo>
                <a:lnTo>
                  <a:pt x="3948579" y="6442406"/>
                </a:lnTo>
                <a:lnTo>
                  <a:pt x="3948579" y="6234522"/>
                </a:lnTo>
                <a:lnTo>
                  <a:pt x="3740696" y="6234522"/>
                </a:lnTo>
                <a:close/>
                <a:moveTo>
                  <a:pt x="4156377" y="6234522"/>
                </a:moveTo>
                <a:lnTo>
                  <a:pt x="4156377" y="6442406"/>
                </a:lnTo>
                <a:lnTo>
                  <a:pt x="4364174" y="6442406"/>
                </a:lnTo>
                <a:lnTo>
                  <a:pt x="4364174" y="6234522"/>
                </a:lnTo>
                <a:lnTo>
                  <a:pt x="4156377" y="6234522"/>
                </a:lnTo>
                <a:close/>
                <a:moveTo>
                  <a:pt x="4987652" y="6234522"/>
                </a:moveTo>
                <a:lnTo>
                  <a:pt x="4987652" y="6442406"/>
                </a:lnTo>
                <a:lnTo>
                  <a:pt x="5195450" y="6442406"/>
                </a:lnTo>
                <a:lnTo>
                  <a:pt x="5195450" y="6234522"/>
                </a:lnTo>
                <a:lnTo>
                  <a:pt x="4987652" y="6234522"/>
                </a:lnTo>
                <a:close/>
                <a:moveTo>
                  <a:pt x="5611130" y="6234522"/>
                </a:moveTo>
                <a:lnTo>
                  <a:pt x="5611130" y="6442406"/>
                </a:lnTo>
                <a:lnTo>
                  <a:pt x="5818927" y="6442406"/>
                </a:lnTo>
                <a:lnTo>
                  <a:pt x="5818927" y="6234522"/>
                </a:lnTo>
                <a:lnTo>
                  <a:pt x="5611130" y="6234522"/>
                </a:lnTo>
                <a:close/>
                <a:moveTo>
                  <a:pt x="5818927" y="6234522"/>
                </a:moveTo>
                <a:lnTo>
                  <a:pt x="5818927" y="6442406"/>
                </a:lnTo>
                <a:lnTo>
                  <a:pt x="6026725" y="6442406"/>
                </a:lnTo>
                <a:lnTo>
                  <a:pt x="6026725" y="6234522"/>
                </a:lnTo>
                <a:lnTo>
                  <a:pt x="5818927" y="6234522"/>
                </a:lnTo>
                <a:close/>
                <a:moveTo>
                  <a:pt x="6650203" y="6234522"/>
                </a:moveTo>
                <a:lnTo>
                  <a:pt x="6650203" y="6442406"/>
                </a:lnTo>
                <a:lnTo>
                  <a:pt x="6858000" y="6442406"/>
                </a:lnTo>
                <a:lnTo>
                  <a:pt x="6858000" y="6234522"/>
                </a:lnTo>
                <a:lnTo>
                  <a:pt x="6650203" y="6234522"/>
                </a:lnTo>
                <a:close/>
                <a:moveTo>
                  <a:pt x="0" y="6442406"/>
                </a:moveTo>
                <a:lnTo>
                  <a:pt x="0" y="6650203"/>
                </a:lnTo>
                <a:lnTo>
                  <a:pt x="207797" y="6650203"/>
                </a:lnTo>
                <a:lnTo>
                  <a:pt x="207797" y="6442406"/>
                </a:lnTo>
                <a:lnTo>
                  <a:pt x="0" y="6442406"/>
                </a:lnTo>
                <a:close/>
                <a:moveTo>
                  <a:pt x="1246870" y="6442406"/>
                </a:moveTo>
                <a:lnTo>
                  <a:pt x="1246870" y="6650203"/>
                </a:lnTo>
                <a:lnTo>
                  <a:pt x="1454753" y="6650203"/>
                </a:lnTo>
                <a:lnTo>
                  <a:pt x="1454753" y="6442406"/>
                </a:lnTo>
                <a:lnTo>
                  <a:pt x="1246870" y="6442406"/>
                </a:lnTo>
                <a:close/>
                <a:moveTo>
                  <a:pt x="1662551" y="6442406"/>
                </a:moveTo>
                <a:lnTo>
                  <a:pt x="1662551" y="6650203"/>
                </a:lnTo>
                <a:lnTo>
                  <a:pt x="1870348" y="6650203"/>
                </a:lnTo>
                <a:lnTo>
                  <a:pt x="1870348" y="6442406"/>
                </a:lnTo>
                <a:lnTo>
                  <a:pt x="1662551" y="6442406"/>
                </a:lnTo>
                <a:close/>
                <a:moveTo>
                  <a:pt x="2078145" y="6442406"/>
                </a:moveTo>
                <a:lnTo>
                  <a:pt x="2078145" y="6650203"/>
                </a:lnTo>
                <a:lnTo>
                  <a:pt x="2286029" y="6650203"/>
                </a:lnTo>
                <a:lnTo>
                  <a:pt x="2286029" y="6442406"/>
                </a:lnTo>
                <a:lnTo>
                  <a:pt x="2078145" y="6442406"/>
                </a:lnTo>
                <a:close/>
                <a:moveTo>
                  <a:pt x="2286029" y="6442406"/>
                </a:moveTo>
                <a:lnTo>
                  <a:pt x="2286029" y="6650203"/>
                </a:lnTo>
                <a:lnTo>
                  <a:pt x="2493826" y="6650203"/>
                </a:lnTo>
                <a:lnTo>
                  <a:pt x="2493826" y="6442406"/>
                </a:lnTo>
                <a:lnTo>
                  <a:pt x="2286029" y="6442406"/>
                </a:lnTo>
                <a:close/>
                <a:moveTo>
                  <a:pt x="2701623" y="6442406"/>
                </a:moveTo>
                <a:lnTo>
                  <a:pt x="2701623" y="6650203"/>
                </a:lnTo>
                <a:lnTo>
                  <a:pt x="2909421" y="6650203"/>
                </a:lnTo>
                <a:lnTo>
                  <a:pt x="2909421" y="6442406"/>
                </a:lnTo>
                <a:lnTo>
                  <a:pt x="2701623" y="6442406"/>
                </a:lnTo>
                <a:close/>
                <a:moveTo>
                  <a:pt x="3740696" y="6442406"/>
                </a:moveTo>
                <a:lnTo>
                  <a:pt x="3740696" y="6650203"/>
                </a:lnTo>
                <a:lnTo>
                  <a:pt x="3948579" y="6650203"/>
                </a:lnTo>
                <a:lnTo>
                  <a:pt x="3948579" y="6442406"/>
                </a:lnTo>
                <a:lnTo>
                  <a:pt x="3740696" y="6442406"/>
                </a:lnTo>
                <a:close/>
                <a:moveTo>
                  <a:pt x="3948579" y="6442406"/>
                </a:moveTo>
                <a:lnTo>
                  <a:pt x="3948579" y="6650203"/>
                </a:lnTo>
                <a:lnTo>
                  <a:pt x="4156377" y="6650203"/>
                </a:lnTo>
                <a:lnTo>
                  <a:pt x="4156377" y="6442406"/>
                </a:lnTo>
                <a:lnTo>
                  <a:pt x="3948579" y="6442406"/>
                </a:lnTo>
                <a:close/>
                <a:moveTo>
                  <a:pt x="4571972" y="6442406"/>
                </a:moveTo>
                <a:lnTo>
                  <a:pt x="4571972" y="6650203"/>
                </a:lnTo>
                <a:lnTo>
                  <a:pt x="4779855" y="6650203"/>
                </a:lnTo>
                <a:lnTo>
                  <a:pt x="4779855" y="6442406"/>
                </a:lnTo>
                <a:lnTo>
                  <a:pt x="4571972" y="6442406"/>
                </a:lnTo>
                <a:close/>
                <a:moveTo>
                  <a:pt x="4779855" y="6442406"/>
                </a:moveTo>
                <a:lnTo>
                  <a:pt x="4779855" y="6650203"/>
                </a:lnTo>
                <a:lnTo>
                  <a:pt x="4987652" y="6650203"/>
                </a:lnTo>
                <a:lnTo>
                  <a:pt x="4987652" y="6442406"/>
                </a:lnTo>
                <a:lnTo>
                  <a:pt x="4779855" y="6442406"/>
                </a:lnTo>
                <a:close/>
                <a:moveTo>
                  <a:pt x="5195450" y="6442406"/>
                </a:moveTo>
                <a:lnTo>
                  <a:pt x="5195450" y="6650203"/>
                </a:lnTo>
                <a:lnTo>
                  <a:pt x="5403247" y="6650203"/>
                </a:lnTo>
                <a:lnTo>
                  <a:pt x="5403247" y="6442406"/>
                </a:lnTo>
                <a:lnTo>
                  <a:pt x="5195450" y="6442406"/>
                </a:lnTo>
                <a:close/>
                <a:moveTo>
                  <a:pt x="0" y="6650203"/>
                </a:moveTo>
                <a:lnTo>
                  <a:pt x="0" y="6858000"/>
                </a:lnTo>
                <a:lnTo>
                  <a:pt x="207797" y="6858000"/>
                </a:lnTo>
                <a:lnTo>
                  <a:pt x="207797" y="6650203"/>
                </a:lnTo>
                <a:lnTo>
                  <a:pt x="0" y="6650203"/>
                </a:lnTo>
                <a:close/>
                <a:moveTo>
                  <a:pt x="207797" y="6650203"/>
                </a:moveTo>
                <a:lnTo>
                  <a:pt x="207797" y="6858000"/>
                </a:lnTo>
                <a:lnTo>
                  <a:pt x="415595" y="6858000"/>
                </a:lnTo>
                <a:lnTo>
                  <a:pt x="415595" y="6650203"/>
                </a:lnTo>
                <a:lnTo>
                  <a:pt x="207797" y="6650203"/>
                </a:lnTo>
                <a:close/>
                <a:moveTo>
                  <a:pt x="415595" y="6650203"/>
                </a:moveTo>
                <a:lnTo>
                  <a:pt x="415595" y="6858000"/>
                </a:lnTo>
                <a:lnTo>
                  <a:pt x="623478" y="6858000"/>
                </a:lnTo>
                <a:lnTo>
                  <a:pt x="623478" y="6650203"/>
                </a:lnTo>
                <a:lnTo>
                  <a:pt x="415595" y="6650203"/>
                </a:lnTo>
                <a:close/>
                <a:moveTo>
                  <a:pt x="623478" y="6650203"/>
                </a:moveTo>
                <a:lnTo>
                  <a:pt x="623478" y="6858000"/>
                </a:lnTo>
                <a:lnTo>
                  <a:pt x="831275" y="6858000"/>
                </a:lnTo>
                <a:lnTo>
                  <a:pt x="831275" y="6650203"/>
                </a:lnTo>
                <a:lnTo>
                  <a:pt x="623478" y="6650203"/>
                </a:lnTo>
                <a:close/>
                <a:moveTo>
                  <a:pt x="831275" y="6650203"/>
                </a:moveTo>
                <a:lnTo>
                  <a:pt x="831275" y="6858000"/>
                </a:lnTo>
                <a:lnTo>
                  <a:pt x="1039073" y="6858000"/>
                </a:lnTo>
                <a:lnTo>
                  <a:pt x="1039073" y="6650203"/>
                </a:lnTo>
                <a:lnTo>
                  <a:pt x="831275" y="6650203"/>
                </a:lnTo>
                <a:close/>
                <a:moveTo>
                  <a:pt x="1039073" y="6650203"/>
                </a:moveTo>
                <a:lnTo>
                  <a:pt x="1039073" y="6858000"/>
                </a:lnTo>
                <a:lnTo>
                  <a:pt x="1246870" y="6858000"/>
                </a:lnTo>
                <a:lnTo>
                  <a:pt x="1246870" y="6650203"/>
                </a:lnTo>
                <a:lnTo>
                  <a:pt x="1039073" y="6650203"/>
                </a:lnTo>
                <a:close/>
                <a:moveTo>
                  <a:pt x="1246870" y="6650203"/>
                </a:moveTo>
                <a:lnTo>
                  <a:pt x="1246870" y="6858000"/>
                </a:lnTo>
                <a:lnTo>
                  <a:pt x="1454753" y="6858000"/>
                </a:lnTo>
                <a:lnTo>
                  <a:pt x="1454753" y="6650203"/>
                </a:lnTo>
                <a:lnTo>
                  <a:pt x="1246870" y="6650203"/>
                </a:lnTo>
                <a:close/>
                <a:moveTo>
                  <a:pt x="1662551" y="6650203"/>
                </a:moveTo>
                <a:lnTo>
                  <a:pt x="1662551" y="6858000"/>
                </a:lnTo>
                <a:lnTo>
                  <a:pt x="1870348" y="6858000"/>
                </a:lnTo>
                <a:lnTo>
                  <a:pt x="1870348" y="6650203"/>
                </a:lnTo>
                <a:lnTo>
                  <a:pt x="1662551" y="6650203"/>
                </a:lnTo>
                <a:close/>
                <a:moveTo>
                  <a:pt x="1870348" y="6650203"/>
                </a:moveTo>
                <a:lnTo>
                  <a:pt x="1870348" y="6858000"/>
                </a:lnTo>
                <a:lnTo>
                  <a:pt x="2078145" y="6858000"/>
                </a:lnTo>
                <a:lnTo>
                  <a:pt x="2078145" y="6650203"/>
                </a:lnTo>
                <a:lnTo>
                  <a:pt x="1870348" y="6650203"/>
                </a:lnTo>
                <a:close/>
                <a:moveTo>
                  <a:pt x="2078145" y="6650203"/>
                </a:moveTo>
                <a:lnTo>
                  <a:pt x="2078145" y="6858000"/>
                </a:lnTo>
                <a:lnTo>
                  <a:pt x="2286029" y="6858000"/>
                </a:lnTo>
                <a:lnTo>
                  <a:pt x="2286029" y="6650203"/>
                </a:lnTo>
                <a:lnTo>
                  <a:pt x="2078145" y="6650203"/>
                </a:lnTo>
                <a:close/>
                <a:moveTo>
                  <a:pt x="2286029" y="6650203"/>
                </a:moveTo>
                <a:lnTo>
                  <a:pt x="2286029" y="6858000"/>
                </a:lnTo>
                <a:lnTo>
                  <a:pt x="2493826" y="6858000"/>
                </a:lnTo>
                <a:lnTo>
                  <a:pt x="2493826" y="6650203"/>
                </a:lnTo>
                <a:lnTo>
                  <a:pt x="2286029" y="6650203"/>
                </a:lnTo>
                <a:close/>
                <a:moveTo>
                  <a:pt x="3532899" y="6650203"/>
                </a:moveTo>
                <a:lnTo>
                  <a:pt x="3532899" y="6858000"/>
                </a:lnTo>
                <a:lnTo>
                  <a:pt x="3740696" y="6858000"/>
                </a:lnTo>
                <a:lnTo>
                  <a:pt x="3740696" y="6650203"/>
                </a:lnTo>
                <a:lnTo>
                  <a:pt x="3532899" y="6650203"/>
                </a:lnTo>
                <a:close/>
                <a:moveTo>
                  <a:pt x="3948579" y="6650203"/>
                </a:moveTo>
                <a:lnTo>
                  <a:pt x="3948579" y="6858000"/>
                </a:lnTo>
                <a:lnTo>
                  <a:pt x="4156377" y="6858000"/>
                </a:lnTo>
                <a:lnTo>
                  <a:pt x="4156377" y="6650203"/>
                </a:lnTo>
                <a:lnTo>
                  <a:pt x="3948579" y="6650203"/>
                </a:lnTo>
                <a:close/>
                <a:moveTo>
                  <a:pt x="4364174" y="6650203"/>
                </a:moveTo>
                <a:lnTo>
                  <a:pt x="4364174" y="6858000"/>
                </a:lnTo>
                <a:lnTo>
                  <a:pt x="4571972" y="6858000"/>
                </a:lnTo>
                <a:lnTo>
                  <a:pt x="4571972" y="6650203"/>
                </a:lnTo>
                <a:lnTo>
                  <a:pt x="4364174" y="6650203"/>
                </a:lnTo>
                <a:close/>
                <a:moveTo>
                  <a:pt x="4571972" y="6650203"/>
                </a:moveTo>
                <a:lnTo>
                  <a:pt x="4571972" y="6858000"/>
                </a:lnTo>
                <a:lnTo>
                  <a:pt x="4779855" y="6858000"/>
                </a:lnTo>
                <a:lnTo>
                  <a:pt x="4779855" y="6650203"/>
                </a:lnTo>
                <a:lnTo>
                  <a:pt x="4571972" y="6650203"/>
                </a:lnTo>
                <a:close/>
                <a:moveTo>
                  <a:pt x="4779855" y="6650203"/>
                </a:moveTo>
                <a:lnTo>
                  <a:pt x="4779855" y="6858000"/>
                </a:lnTo>
                <a:lnTo>
                  <a:pt x="4987652" y="6858000"/>
                </a:lnTo>
                <a:lnTo>
                  <a:pt x="4987652" y="6650203"/>
                </a:lnTo>
                <a:lnTo>
                  <a:pt x="4779855" y="6650203"/>
                </a:lnTo>
                <a:close/>
                <a:moveTo>
                  <a:pt x="6026725" y="6650203"/>
                </a:moveTo>
                <a:lnTo>
                  <a:pt x="6026725" y="6858000"/>
                </a:lnTo>
                <a:lnTo>
                  <a:pt x="6234522" y="6858000"/>
                </a:lnTo>
                <a:lnTo>
                  <a:pt x="6234522" y="6650203"/>
                </a:lnTo>
                <a:lnTo>
                  <a:pt x="6026725" y="6650203"/>
                </a:lnTo>
                <a:close/>
                <a:moveTo>
                  <a:pt x="6442406" y="6650203"/>
                </a:moveTo>
                <a:lnTo>
                  <a:pt x="6442406" y="6858000"/>
                </a:lnTo>
                <a:lnTo>
                  <a:pt x="6650203" y="6858000"/>
                </a:lnTo>
                <a:lnTo>
                  <a:pt x="6650203" y="6650203"/>
                </a:lnTo>
                <a:lnTo>
                  <a:pt x="6442406" y="6650203"/>
                </a:ln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35884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82</Words>
  <Application>Microsoft Macintosh PowerPoint</Application>
  <PresentationFormat>Widescreen</PresentationFormat>
  <Paragraphs>18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Loos Normal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Johannes Radesey</dc:creator>
  <cp:lastModifiedBy>Johannes Radesey</cp:lastModifiedBy>
  <cp:revision>9</cp:revision>
  <dcterms:created xsi:type="dcterms:W3CDTF">2024-05-26T16:18:45Z</dcterms:created>
  <dcterms:modified xsi:type="dcterms:W3CDTF">2024-06-09T08:01:45Z</dcterms:modified>
</cp:coreProperties>
</file>